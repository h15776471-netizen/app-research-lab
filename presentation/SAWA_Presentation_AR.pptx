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014705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افتتاح: نعرّف بأنفسنا بسرعة. لا نبدأ بتعريف التطبيق، نبدأ بقصة. الهواتف تعرض شاشات حقيقية من تطبيق SAWA.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بقصة. تخيلوا عروس باقي على عرسها أسابيع قليلة. كل يوم تفتح Instagram: عشرات صفحات القاعات، والورد، والسيارات، والمصورين. كل صفحة تطلب منها تراسلهم على الخاص حتى تعرف السعر، ونص الصفحات ما يردون. تكتب أسماء بدفتر، تتصل، تنتظر... والوقت يمشي. هي مو ناقصها ذوق، ناقصها مكان واحد تشوف بيه كلشي بوضوح.</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القصة الثانية: طلاب مرحلة رابعة، حفل التخرج بعد شهر. كل واحد بالمجموعة ماسك تلفونه ويدوّر بمكان: واحد بإنستغرام، واحد يسأل أقاربه، وواحد يتصل بقاعة ما ترد. عندهم امتحانات ومشاريع، وما عندهم وقت يزورون عشر قاعات ويقارنون الأسعار والسعة والخدمات. يحتاجون يعرفون بسرعة: شنو القاعات اللي تكفينا وبميزانيتنا؟</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القصة الثالثة: شركة عندها حفل أو مؤتمر بعد أسبوعين. المدير يطلب من الفريق يرتبون كلشي: قاعة، مصور، ورد، سيارات. كل موظف يدوّر بطريقته، وعدهم خمس محادثات واتساب وجداول وأرقام متفرقة، وبالنهاية ماكو قرار واحد واضح.</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نجمع القصص الثلاث: المشكلة ليست بالشخص، بل بطريقة الوصول للمعلومة. أربع كلمات تلخص المعاناة.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لحظة الانتقال: نفتح الهاتف ونظهر SAWA. ثلاث كلمات: اكتشف، قارن، تواصل.</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الرحلة من اليمين لليسار. نؤكد أن الزائر غير مجبر على إنشاء حساب، هذا قرار مقصود لتقليل الاحتكاك.</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الأعداد حقيقية من قاعدة البيانات: 6 قاعات، 5 مصورين، 4 محلات ورد. السيارات وغيرها "قريباً"، عندنا كتالوجاتها لكن لم نضفها قبل التأكد من بياناتها.</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فئة فيها بحث وفلاتر (المنطقة، السعر، السعة، العروض)، ونعرض فقط الفلاتر التي تدعمها البيانات فعلاً.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حقيقي: قاعة الملكة. الصور مستخرجة من كتالوج المزود. العرض الصباحي والمسائي معروضان كعروض وليس كسعر أساسي.</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نؤكد الصدق: التطبيق لا يعد بحجز فوري. الرقم المرجعي في الشاشة مثال. كل طلب حقيقي يحصل على رقم فريد من الخادم.</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قلب نموذج التشغيل بالمرحلة الأولى: الطلب يمر على فريق SAWA، الذي يتأكد من المتطلبات ويوصل الطلب للمزوّد ويتابع. لاحقاً يستطيع المزوّد استلام الطلبات المحوّلة داخل بوابته.</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الهاتف يعرض مخطط المناسبة: يرتب الخيارات بقواعد واضحة (السعة، المنطقة، الميزانية) ويشرح السبب، ونقول بصراحة إنه ليس ذكاءً اصطناعياً.</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الشاشة لحساب مثال (قاعة النخيل) بحالة "قيد المراجعة"، لذلك الأرقام صفر، وهذا مقصود: لا نعرض أرقاماً مخترعة.</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حقل له حالة: من المصدر، غير مؤكد، غير متوفر. مثال: حساب إنستغرام ورد بغداد "غير مؤكد" لأن الكتالوج يذكر حسابين. ومزوّد جديد يمر: مسودة ← قيد المراجعة ← منشور.</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نذكر نسباً أو أرقام أرباح نهائية. الخطة: تجربة مجانية، ثم عمولة أو رسوم لكل طلب جدي، ثم اشتراكات وظهور مميز، وأي ظهور مدفوع يكون موسوماً بوضوح.</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 نقاط فقط. الأهم: المتابعة البشرية والبيانات المراجعة، هذا ما لا يوفره Instagram.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الفرصة ليست في اختراع طلب جديد، الناس أصلاً تبحث وتحجز. الفرصة في جمع التجربة المجزأة في مكان واحد موثوق.</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نميّز بوضوح بين ما هو موجود اليوم (مبني ويعمل) وما هو مخطط. عندنا كتالوجات لمزودي التجميل والسيارات بانتظار المراجعة.</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ختام: نكرر الجملة الأساسية ونفتح باب الأسئلة. أسئلة متوقعة: التحقق من البيانات، لماذا يمر الطلب على فريق SAWA، نموذج الربح، حماية أرقام العملاء.</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jp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3.jp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17.jpg"/><Relationship Id="rId10" Type="http://schemas.openxmlformats.org/officeDocument/2006/relationships/image" Target="../media/image21.png"/><Relationship Id="rId4" Type="http://schemas.openxmlformats.org/officeDocument/2006/relationships/image" Target="../media/image16.jp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5.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6.png"/><Relationship Id="rId4" Type="http://schemas.openxmlformats.org/officeDocument/2006/relationships/image" Target="../media/image33.png"/><Relationship Id="rId9"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5.png"/><Relationship Id="rId7"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36.png"/><Relationship Id="rId10" Type="http://schemas.openxmlformats.org/officeDocument/2006/relationships/image" Target="../media/image30.png"/><Relationship Id="rId4" Type="http://schemas.openxmlformats.org/officeDocument/2006/relationships/image" Target="../media/image2.png"/><Relationship Id="rId9"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47.png"/><Relationship Id="rId5" Type="http://schemas.openxmlformats.org/officeDocument/2006/relationships/image" Target="../media/image43.png"/><Relationship Id="rId10" Type="http://schemas.openxmlformats.org/officeDocument/2006/relationships/image" Target="../media/image46.png"/><Relationship Id="rId4" Type="http://schemas.openxmlformats.org/officeDocument/2006/relationships/image" Target="../media/image42.png"/><Relationship Id="rId9" Type="http://schemas.openxmlformats.org/officeDocument/2006/relationships/image" Target="../media/image45.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25.png"/><Relationship Id="rId7"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42.png"/><Relationship Id="rId10" Type="http://schemas.openxmlformats.org/officeDocument/2006/relationships/image" Target="../media/image53.png"/><Relationship Id="rId4" Type="http://schemas.openxmlformats.org/officeDocument/2006/relationships/image" Target="../media/image50.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43.png"/><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6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25.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67.png"/><Relationship Id="rId5" Type="http://schemas.openxmlformats.org/officeDocument/2006/relationships/image" Target="../media/image7.png"/><Relationship Id="rId10" Type="http://schemas.openxmlformats.org/officeDocument/2006/relationships/image" Target="../media/image66.png"/><Relationship Id="rId4" Type="http://schemas.openxmlformats.org/officeDocument/2006/relationships/image" Target="../media/image6.png"/><Relationship Id="rId9" Type="http://schemas.openxmlformats.org/officeDocument/2006/relationships/image" Target="../media/image65.png"/><Relationship Id="rId14" Type="http://schemas.openxmlformats.org/officeDocument/2006/relationships/image" Target="../media/image43.png"/></Relationships>
</file>

<file path=ppt/slides/_rels/slide19.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25.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1.png"/><Relationship Id="rId10" Type="http://schemas.openxmlformats.org/officeDocument/2006/relationships/image" Target="../media/image74.png"/><Relationship Id="rId4" Type="http://schemas.openxmlformats.org/officeDocument/2006/relationships/image" Target="../media/image22.png"/><Relationship Id="rId9" Type="http://schemas.openxmlformats.org/officeDocument/2006/relationships/image" Target="../media/image7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7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1|flyup|1" descr="C:\Users\AL-NOOR\Downloads\app-research-lab\app-research-lab\presentation\assets\phones\details.png"/>
          <p:cNvPicPr>
            <a:picLocks noChangeAspect="1"/>
          </p:cNvPicPr>
          <p:nvPr/>
        </p:nvPicPr>
        <p:blipFill>
          <a:blip r:embed="rId4"/>
          <a:stretch>
            <a:fillRect/>
          </a:stretch>
        </p:blipFill>
        <p:spPr>
          <a:xfrm>
            <a:off x="822960" y="1051560"/>
            <a:ext cx="2459363" cy="5394960"/>
          </a:xfrm>
          <a:prstGeom prst="rect">
            <a:avLst/>
          </a:prstGeom>
          <a:effectLst>
            <a:outerShdw blurRad="279400" dist="101600" dir="5400000" algn="bl" rotWithShape="0">
              <a:srgbClr val="000000">
                <a:alpha val="35000"/>
              </a:srgbClr>
            </a:outerShdw>
          </a:effectLst>
        </p:spPr>
      </p:pic>
      <p:pic>
        <p:nvPicPr>
          <p:cNvPr id="3" name="anim|1|flyup|2" descr="C:\Users\AL-NOOR\Downloads\app-research-lab\app-research-lab\presentation\assets\phones\home.png"/>
          <p:cNvPicPr>
            <a:picLocks noChangeAspect="1"/>
          </p:cNvPicPr>
          <p:nvPr/>
        </p:nvPicPr>
        <p:blipFill>
          <a:blip r:embed="rId5"/>
          <a:stretch>
            <a:fillRect/>
          </a:stretch>
        </p:blipFill>
        <p:spPr>
          <a:xfrm>
            <a:off x="2697480" y="502920"/>
            <a:ext cx="2709467" cy="5943600"/>
          </a:xfrm>
          <a:prstGeom prst="rect">
            <a:avLst/>
          </a:prstGeom>
          <a:effectLst>
            <a:outerShdw blurRad="279400" dist="101600" dir="5400000" algn="bl" rotWithShape="0">
              <a:srgbClr val="000000">
                <a:alpha val="35000"/>
              </a:srgbClr>
            </a:outerShdw>
          </a:effectLst>
        </p:spPr>
      </p:pic>
      <p:sp>
        <p:nvSpPr>
          <p:cNvPr id="4" name="anim|2|zoom|3"/>
          <p:cNvSpPr txBox="1"/>
          <p:nvPr/>
        </p:nvSpPr>
        <p:spPr>
          <a:xfrm>
            <a:off x="6035040" y="1234440"/>
            <a:ext cx="5577840" cy="1371600"/>
          </a:xfrm>
          <a:prstGeom prst="rect">
            <a:avLst/>
          </a:prstGeom>
          <a:noFill/>
          <a:ln/>
        </p:spPr>
        <p:txBody>
          <a:bodyPr wrap="square" lIns="0" tIns="0" rIns="0" bIns="0" rtlCol="0" anchor="t"/>
          <a:lstStyle/>
          <a:p>
            <a:pPr marL="0" indent="0" algn="r">
              <a:buNone/>
            </a:pPr>
            <a:r>
              <a:rPr lang="en-US" altLang="en-US" sz="9600" b="1" kern="0" spc="600" dirty="0">
                <a:solidFill>
                  <a:srgbClr val="FFFFFF"/>
                </a:solidFill>
                <a:latin typeface="Segoe UI" pitchFamily="34" charset="0"/>
                <a:ea typeface="Segoe UI" pitchFamily="34" charset="-122"/>
                <a:cs typeface="Segoe UI" pitchFamily="34" charset="-120"/>
              </a:rPr>
              <a:t>SAWA</a:t>
            </a:r>
            <a:endParaRPr lang="en-US" sz="9600" dirty="0"/>
          </a:p>
        </p:txBody>
      </p:sp>
      <p:sp>
        <p:nvSpPr>
          <p:cNvPr id="5" name="anim|3|fade|4"/>
          <p:cNvSpPr txBox="1"/>
          <p:nvPr/>
        </p:nvSpPr>
        <p:spPr>
          <a:xfrm>
            <a:off x="6035040" y="2606040"/>
            <a:ext cx="5577840" cy="548640"/>
          </a:xfrm>
          <a:prstGeom prst="rect">
            <a:avLst/>
          </a:prstGeom>
          <a:noFill/>
          <a:ln/>
        </p:spPr>
        <p:txBody>
          <a:bodyPr wrap="square" lIns="0" tIns="0" rIns="0" bIns="0" rtlCol="0" anchor="t"/>
          <a:lstStyle/>
          <a:p>
            <a:pPr marL="0" indent="0" algn="r" rtl="1">
              <a:buNone/>
            </a:pPr>
            <a:r>
              <a:rPr lang="ar-IQ" altLang="en-US" sz="2400" dirty="0">
                <a:solidFill>
                  <a:srgbClr val="E8D8BD"/>
                </a:solidFill>
                <a:latin typeface="Segoe UI" pitchFamily="34" charset="0"/>
                <a:ea typeface="Segoe UI" pitchFamily="34" charset="-122"/>
                <a:cs typeface="Segoe UI" pitchFamily="34" charset="-120"/>
              </a:rPr>
              <a:t>سوا، منصة للمناسبات</a:t>
            </a:r>
            <a:endParaRPr lang="ar-IQ" sz="2400" dirty="0"/>
          </a:p>
        </p:txBody>
      </p:sp>
      <p:sp>
        <p:nvSpPr>
          <p:cNvPr id="6" name="anim|4|rise|5"/>
          <p:cNvSpPr txBox="1"/>
          <p:nvPr/>
        </p:nvSpPr>
        <p:spPr>
          <a:xfrm>
            <a:off x="6035040" y="3291840"/>
            <a:ext cx="5577840" cy="640080"/>
          </a:xfrm>
          <a:prstGeom prst="rect">
            <a:avLst/>
          </a:prstGeom>
          <a:noFill/>
          <a:ln/>
        </p:spPr>
        <p:txBody>
          <a:bodyPr wrap="square" lIns="0" tIns="0" rIns="0" bIns="0" rtlCol="0" anchor="t"/>
          <a:lstStyle/>
          <a:p>
            <a:pPr marL="0" indent="0" algn="r" rtl="1">
              <a:buNone/>
            </a:pPr>
            <a:r>
              <a:rPr lang="ar-IQ" altLang="en-US" sz="2800" b="1" dirty="0">
                <a:solidFill>
                  <a:srgbClr val="FFFFFF"/>
                </a:solidFill>
                <a:latin typeface="Segoe UI" pitchFamily="34" charset="0"/>
                <a:ea typeface="Segoe UI" pitchFamily="34" charset="-122"/>
                <a:cs typeface="Segoe UI" pitchFamily="34" charset="-120"/>
              </a:rPr>
              <a:t>كل ما تحتاجه مناسبتك... بمكان واحد.</a:t>
            </a:r>
            <a:endParaRPr lang="ar-IQ" sz="2800" dirty="0"/>
          </a:p>
        </p:txBody>
      </p:sp>
      <p:sp>
        <p:nvSpPr>
          <p:cNvPr id="7" name="anim|4|rise|6"/>
          <p:cNvSpPr txBox="1"/>
          <p:nvPr/>
        </p:nvSpPr>
        <p:spPr>
          <a:xfrm>
            <a:off x="6035040" y="3977640"/>
            <a:ext cx="5577840" cy="457200"/>
          </a:xfrm>
          <a:prstGeom prst="rect">
            <a:avLst/>
          </a:prstGeom>
          <a:noFill/>
          <a:ln/>
        </p:spPr>
        <p:txBody>
          <a:bodyPr wrap="square" lIns="0" tIns="0" rIns="0" bIns="0" rtlCol="0" anchor="t"/>
          <a:lstStyle/>
          <a:p>
            <a:pPr marL="0" indent="0" algn="r" rtl="1">
              <a:buNone/>
            </a:pPr>
            <a:r>
              <a:rPr lang="ar-IQ" altLang="en-US" sz="1600" dirty="0">
                <a:solidFill>
                  <a:srgbClr val="E8D8BD"/>
                </a:solidFill>
                <a:latin typeface="Segoe UI" pitchFamily="34" charset="0"/>
                <a:ea typeface="Segoe UI" pitchFamily="34" charset="-122"/>
                <a:cs typeface="Segoe UI" pitchFamily="34" charset="-120"/>
              </a:rPr>
              <a:t>قاعات وتصوير وورد وكل خدمات المناسبات، ونبدأ من بغداد</a:t>
            </a:r>
            <a:endParaRPr lang="ar-IQ" sz="1600" dirty="0"/>
          </a:p>
        </p:txBody>
      </p:sp>
      <p:sp>
        <p:nvSpPr>
          <p:cNvPr id="8" name="anim|5|fade|7"/>
          <p:cNvSpPr txBox="1"/>
          <p:nvPr/>
        </p:nvSpPr>
        <p:spPr>
          <a:xfrm>
            <a:off x="6035040" y="4892040"/>
            <a:ext cx="5577840"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فريق العمل</a:t>
            </a:r>
            <a:endParaRPr lang="ar-IQ" sz="1400" dirty="0"/>
          </a:p>
        </p:txBody>
      </p:sp>
      <p:sp>
        <p:nvSpPr>
          <p:cNvPr id="9" name="anim|6|zoom|8"/>
          <p:cNvSpPr/>
          <p:nvPr/>
        </p:nvSpPr>
        <p:spPr>
          <a:xfrm>
            <a:off x="9905695" y="5303520"/>
            <a:ext cx="1691640" cy="530352"/>
          </a:xfrm>
          <a:prstGeom prst="roundRect">
            <a:avLst>
              <a:gd name="adj" fmla="val 50000"/>
            </a:avLst>
          </a:prstGeom>
          <a:solidFill>
            <a:srgbClr val="FFFFFF">
              <a:alpha val="12000"/>
            </a:srgbClr>
          </a:solidFill>
          <a:ln w="12700">
            <a:solidFill>
              <a:srgbClr val="E8D8BD"/>
            </a:solidFill>
            <a:prstDash val="solid"/>
          </a:ln>
        </p:spPr>
      </p:sp>
      <p:sp>
        <p:nvSpPr>
          <p:cNvPr id="10" name="anim|6|zoom|9"/>
          <p:cNvSpPr txBox="1"/>
          <p:nvPr/>
        </p:nvSpPr>
        <p:spPr>
          <a:xfrm>
            <a:off x="9905695" y="5303520"/>
            <a:ext cx="1691640" cy="530352"/>
          </a:xfrm>
          <a:prstGeom prst="rect">
            <a:avLst/>
          </a:prstGeom>
          <a:noFill/>
          <a:ln/>
        </p:spPr>
        <p:txBody>
          <a:bodyPr wrap="square" lIns="0" tIns="0" rIns="0" bIns="0" rtlCol="0" anchor="ctr"/>
          <a:lstStyle/>
          <a:p>
            <a:pPr marL="0" indent="0" algn="ctr" rtl="1">
              <a:buNone/>
            </a:pPr>
            <a:r>
              <a:rPr lang="ar-IQ" altLang="en-US" sz="1600" b="1" dirty="0">
                <a:solidFill>
                  <a:srgbClr val="FFFFFF"/>
                </a:solidFill>
                <a:latin typeface="Segoe UI" pitchFamily="34" charset="0"/>
                <a:ea typeface="Segoe UI" pitchFamily="34" charset="-122"/>
                <a:cs typeface="Segoe UI" pitchFamily="34" charset="-120"/>
              </a:rPr>
              <a:t>بنين وليد</a:t>
            </a:r>
            <a:endParaRPr lang="ar-IQ" sz="1600" dirty="0"/>
          </a:p>
        </p:txBody>
      </p:sp>
      <p:sp>
        <p:nvSpPr>
          <p:cNvPr id="11" name="anim|7|zoom|10"/>
          <p:cNvSpPr/>
          <p:nvPr/>
        </p:nvSpPr>
        <p:spPr>
          <a:xfrm>
            <a:off x="8076895" y="5303520"/>
            <a:ext cx="1691640" cy="530352"/>
          </a:xfrm>
          <a:prstGeom prst="roundRect">
            <a:avLst>
              <a:gd name="adj" fmla="val 50000"/>
            </a:avLst>
          </a:prstGeom>
          <a:solidFill>
            <a:srgbClr val="FFFFFF">
              <a:alpha val="12000"/>
            </a:srgbClr>
          </a:solidFill>
          <a:ln w="12700">
            <a:solidFill>
              <a:srgbClr val="E8D8BD"/>
            </a:solidFill>
            <a:prstDash val="solid"/>
          </a:ln>
        </p:spPr>
      </p:sp>
      <p:sp>
        <p:nvSpPr>
          <p:cNvPr id="12" name="anim|7|zoom|11"/>
          <p:cNvSpPr txBox="1"/>
          <p:nvPr/>
        </p:nvSpPr>
        <p:spPr>
          <a:xfrm>
            <a:off x="8076895" y="5303520"/>
            <a:ext cx="1691640" cy="530352"/>
          </a:xfrm>
          <a:prstGeom prst="rect">
            <a:avLst/>
          </a:prstGeom>
          <a:noFill/>
          <a:ln/>
        </p:spPr>
        <p:txBody>
          <a:bodyPr wrap="square" lIns="0" tIns="0" rIns="0" bIns="0" rtlCol="0" anchor="ctr"/>
          <a:lstStyle/>
          <a:p>
            <a:pPr marL="0" indent="0" algn="ctr" rtl="1">
              <a:buNone/>
            </a:pPr>
            <a:r>
              <a:rPr lang="ar-IQ" altLang="en-US" sz="1600" b="1" dirty="0">
                <a:solidFill>
                  <a:srgbClr val="FFFFFF"/>
                </a:solidFill>
                <a:latin typeface="Segoe UI" pitchFamily="34" charset="0"/>
                <a:ea typeface="Segoe UI" pitchFamily="34" charset="-122"/>
                <a:cs typeface="Segoe UI" pitchFamily="34" charset="-120"/>
              </a:rPr>
              <a:t>حوراء حسن</a:t>
            </a:r>
            <a:endParaRPr lang="ar-IQ" sz="1600" dirty="0"/>
          </a:p>
        </p:txBody>
      </p:sp>
      <p:sp>
        <p:nvSpPr>
          <p:cNvPr id="13" name="anim|8|zoom|12"/>
          <p:cNvSpPr/>
          <p:nvPr/>
        </p:nvSpPr>
        <p:spPr>
          <a:xfrm>
            <a:off x="6248095" y="5303520"/>
            <a:ext cx="1691640" cy="530352"/>
          </a:xfrm>
          <a:prstGeom prst="roundRect">
            <a:avLst>
              <a:gd name="adj" fmla="val 50000"/>
            </a:avLst>
          </a:prstGeom>
          <a:solidFill>
            <a:srgbClr val="FFFFFF">
              <a:alpha val="12000"/>
            </a:srgbClr>
          </a:solidFill>
          <a:ln w="12700">
            <a:solidFill>
              <a:srgbClr val="E8D8BD"/>
            </a:solidFill>
            <a:prstDash val="solid"/>
          </a:ln>
        </p:spPr>
      </p:sp>
      <p:sp>
        <p:nvSpPr>
          <p:cNvPr id="14" name="anim|8|zoom|13"/>
          <p:cNvSpPr txBox="1"/>
          <p:nvPr/>
        </p:nvSpPr>
        <p:spPr>
          <a:xfrm>
            <a:off x="6248095" y="5303520"/>
            <a:ext cx="1691640" cy="530352"/>
          </a:xfrm>
          <a:prstGeom prst="rect">
            <a:avLst/>
          </a:prstGeom>
          <a:noFill/>
          <a:ln/>
        </p:spPr>
        <p:txBody>
          <a:bodyPr wrap="square" lIns="0" tIns="0" rIns="0" bIns="0" rtlCol="0" anchor="ctr"/>
          <a:lstStyle/>
          <a:p>
            <a:pPr marL="0" indent="0" algn="ctr" rtl="1">
              <a:buNone/>
            </a:pPr>
            <a:r>
              <a:rPr lang="ar-IQ" altLang="en-US" sz="1600" b="1" dirty="0">
                <a:solidFill>
                  <a:srgbClr val="FFFFFF"/>
                </a:solidFill>
                <a:latin typeface="Segoe UI" pitchFamily="34" charset="0"/>
                <a:ea typeface="Segoe UI" pitchFamily="34" charset="-122"/>
                <a:cs typeface="Segoe UI" pitchFamily="34" charset="-120"/>
              </a:rPr>
              <a:t>فنار حسن</a:t>
            </a:r>
            <a:endParaRPr lang="ar-IQ" sz="16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800" fill="hold"/>
                                        <p:tgtEl>
                                          <p:spTgt spid="2"/>
                                        </p:tgtEl>
                                        <p:attrNameLst>
                                          <p:attrName>ppt_x</p:attrName>
                                        </p:attrNameLst>
                                      </p:cBhvr>
                                      <p:tavLst>
                                        <p:tav tm="0">
                                          <p:val>
                                            <p:strVal val="#ppt_x"/>
                                          </p:val>
                                        </p:tav>
                                        <p:tav tm="100000">
                                          <p:val>
                                            <p:strVal val="#ppt_x"/>
                                          </p:val>
                                        </p:tav>
                                      </p:tavLst>
                                    </p:anim>
                                    <p:anim calcmode="lin" valueType="num">
                                      <p:cBhvr additive="base">
                                        <p:cTn id="8" dur="8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800" fill="hold"/>
                                        <p:tgtEl>
                                          <p:spTgt spid="3"/>
                                        </p:tgtEl>
                                        <p:attrNameLst>
                                          <p:attrName>ppt_x</p:attrName>
                                        </p:attrNameLst>
                                      </p:cBhvr>
                                      <p:tavLst>
                                        <p:tav tm="0">
                                          <p:val>
                                            <p:strVal val="#ppt_x"/>
                                          </p:val>
                                        </p:tav>
                                        <p:tav tm="100000">
                                          <p:val>
                                            <p:strVal val="#ppt_x"/>
                                          </p:val>
                                        </p:tav>
                                      </p:tavLst>
                                    </p:anim>
                                    <p:anim calcmode="lin" valueType="num">
                                      <p:cBhvr additive="base">
                                        <p:cTn id="12" dur="800" fill="hold"/>
                                        <p:tgtEl>
                                          <p:spTgt spid="3"/>
                                        </p:tgtEl>
                                        <p:attrNameLst>
                                          <p:attrName>ppt_y</p:attrName>
                                        </p:attrNameLst>
                                      </p:cBhvr>
                                      <p:tavLst>
                                        <p:tav tm="0">
                                          <p:val>
                                            <p:strVal val="1+#ppt_h/2"/>
                                          </p:val>
                                        </p:tav>
                                        <p:tav tm="100000">
                                          <p:val>
                                            <p:strVal val="#ppt_y"/>
                                          </p:val>
                                        </p:tav>
                                      </p:tavLst>
                                    </p:anim>
                                  </p:childTnLst>
                                </p:cTn>
                              </p:par>
                              <p:par>
                                <p:cTn id="13" presetID="53" presetClass="entr" presetSubtype="16" fill="hold" grpId="0" nodeType="withEffect">
                                  <p:stCondLst>
                                    <p:cond delay="28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par>
                                <p:cTn id="18" presetID="10" presetClass="entr" presetSubtype="0" fill="hold" grpId="0" nodeType="withEffect">
                                  <p:stCondLst>
                                    <p:cond delay="56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600"/>
                                        <p:tgtEl>
                                          <p:spTgt spid="5"/>
                                        </p:tgtEl>
                                      </p:cBhvr>
                                    </p:animEffect>
                                  </p:childTnLst>
                                </p:cTn>
                              </p:par>
                              <p:par>
                                <p:cTn id="21" presetID="37" presetClass="entr" presetSubtype="0" fill="hold" grpId="0" nodeType="withEffect">
                                  <p:stCondLst>
                                    <p:cond delay="84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p:cTn id="24" dur="600" fill="hold"/>
                                        <p:tgtEl>
                                          <p:spTgt spid="6"/>
                                        </p:tgtEl>
                                        <p:attrNameLst>
                                          <p:attrName>ppt_x</p:attrName>
                                        </p:attrNameLst>
                                      </p:cBhvr>
                                      <p:tavLst>
                                        <p:tav tm="0">
                                          <p:val>
                                            <p:strVal val="#ppt_x"/>
                                          </p:val>
                                        </p:tav>
                                        <p:tav tm="100000">
                                          <p:val>
                                            <p:strVal val="#ppt_x"/>
                                          </p:val>
                                        </p:tav>
                                      </p:tavLst>
                                    </p:anim>
                                    <p:anim calcmode="lin" valueType="num">
                                      <p:cBhvr>
                                        <p:cTn id="25" dur="540" decel="100000" fill="hold"/>
                                        <p:tgtEl>
                                          <p:spTgt spid="6"/>
                                        </p:tgtEl>
                                        <p:attrNameLst>
                                          <p:attrName>ppt_y</p:attrName>
                                        </p:attrNameLst>
                                      </p:cBhvr>
                                      <p:tavLst>
                                        <p:tav tm="0">
                                          <p:val>
                                            <p:strVal val="#ppt_y+1"/>
                                          </p:val>
                                        </p:tav>
                                        <p:tav tm="100000">
                                          <p:val>
                                            <p:strVal val="#ppt_y-.03"/>
                                          </p:val>
                                        </p:tav>
                                      </p:tavLst>
                                    </p:anim>
                                    <p:anim calcmode="lin" valueType="num">
                                      <p:cBhvr>
                                        <p:cTn id="26" dur="60" accel="100000" fill="hold">
                                          <p:stCondLst>
                                            <p:cond delay="540"/>
                                          </p:stCondLst>
                                        </p:cTn>
                                        <p:tgtEl>
                                          <p:spTgt spid="6"/>
                                        </p:tgtEl>
                                        <p:attrNameLst>
                                          <p:attrName>ppt_y</p:attrName>
                                        </p:attrNameLst>
                                      </p:cBhvr>
                                      <p:tavLst>
                                        <p:tav tm="0">
                                          <p:val>
                                            <p:strVal val="#ppt_y-.03"/>
                                          </p:val>
                                        </p:tav>
                                        <p:tav tm="100000">
                                          <p:val>
                                            <p:strVal val="#ppt_y"/>
                                          </p:val>
                                        </p:tav>
                                      </p:tavLst>
                                    </p:anim>
                                  </p:childTnLst>
                                </p:cTn>
                              </p:par>
                              <p:par>
                                <p:cTn id="27" presetID="37" presetClass="entr" presetSubtype="0" fill="hold" grpId="0" nodeType="withEffect">
                                  <p:stCondLst>
                                    <p:cond delay="84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00"/>
                                        <p:tgtEl>
                                          <p:spTgt spid="7"/>
                                        </p:tgtEl>
                                      </p:cBhvr>
                                    </p:animEffect>
                                    <p:anim calcmode="lin" valueType="num">
                                      <p:cBhvr>
                                        <p:cTn id="30" dur="600" fill="hold"/>
                                        <p:tgtEl>
                                          <p:spTgt spid="7"/>
                                        </p:tgtEl>
                                        <p:attrNameLst>
                                          <p:attrName>ppt_x</p:attrName>
                                        </p:attrNameLst>
                                      </p:cBhvr>
                                      <p:tavLst>
                                        <p:tav tm="0">
                                          <p:val>
                                            <p:strVal val="#ppt_x"/>
                                          </p:val>
                                        </p:tav>
                                        <p:tav tm="100000">
                                          <p:val>
                                            <p:strVal val="#ppt_x"/>
                                          </p:val>
                                        </p:tav>
                                      </p:tavLst>
                                    </p:anim>
                                    <p:anim calcmode="lin" valueType="num">
                                      <p:cBhvr>
                                        <p:cTn id="31" dur="540" decel="100000" fill="hold"/>
                                        <p:tgtEl>
                                          <p:spTgt spid="7"/>
                                        </p:tgtEl>
                                        <p:attrNameLst>
                                          <p:attrName>ppt_y</p:attrName>
                                        </p:attrNameLst>
                                      </p:cBhvr>
                                      <p:tavLst>
                                        <p:tav tm="0">
                                          <p:val>
                                            <p:strVal val="#ppt_y+1"/>
                                          </p:val>
                                        </p:tav>
                                        <p:tav tm="100000">
                                          <p:val>
                                            <p:strVal val="#ppt_y-.03"/>
                                          </p:val>
                                        </p:tav>
                                      </p:tavLst>
                                    </p:anim>
                                    <p:anim calcmode="lin" valueType="num">
                                      <p:cBhvr>
                                        <p:cTn id="32" dur="60" accel="100000" fill="hold">
                                          <p:stCondLst>
                                            <p:cond delay="540"/>
                                          </p:stCondLst>
                                        </p:cTn>
                                        <p:tgtEl>
                                          <p:spTgt spid="7"/>
                                        </p:tgtEl>
                                        <p:attrNameLst>
                                          <p:attrName>ppt_y</p:attrName>
                                        </p:attrNameLst>
                                      </p:cBhvr>
                                      <p:tavLst>
                                        <p:tav tm="0">
                                          <p:val>
                                            <p:strVal val="#ppt_y-.03"/>
                                          </p:val>
                                        </p:tav>
                                        <p:tav tm="100000">
                                          <p:val>
                                            <p:strVal val="#ppt_y"/>
                                          </p:val>
                                        </p:tav>
                                      </p:tavLst>
                                    </p:anim>
                                  </p:childTnLst>
                                </p:cTn>
                              </p:par>
                              <p:par>
                                <p:cTn id="33" presetID="10" presetClass="entr" presetSubtype="0" fill="hold" grpId="0" nodeType="withEffect">
                                  <p:stCondLst>
                                    <p:cond delay="112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00"/>
                                        <p:tgtEl>
                                          <p:spTgt spid="8"/>
                                        </p:tgtEl>
                                      </p:cBhvr>
                                    </p:animEffect>
                                  </p:childTnLst>
                                </p:cTn>
                              </p:par>
                              <p:par>
                                <p:cTn id="36" presetID="53" presetClass="entr" presetSubtype="16" fill="hold" nodeType="withEffect">
                                  <p:stCondLst>
                                    <p:cond delay="140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par>
                                <p:cTn id="41" presetID="53" presetClass="entr" presetSubtype="16" fill="hold" grpId="0" nodeType="withEffect">
                                  <p:stCondLst>
                                    <p:cond delay="1400"/>
                                  </p:stCondLst>
                                  <p:childTnLst>
                                    <p:set>
                                      <p:cBhvr>
                                        <p:cTn id="42" dur="1" fill="hold">
                                          <p:stCondLst>
                                            <p:cond delay="0"/>
                                          </p:stCondLst>
                                        </p:cTn>
                                        <p:tgtEl>
                                          <p:spTgt spid="10"/>
                                        </p:tgtEl>
                                        <p:attrNameLst>
                                          <p:attrName>style.visibility</p:attrName>
                                        </p:attrNameLst>
                                      </p:cBhvr>
                                      <p:to>
                                        <p:strVal val="visible"/>
                                      </p:to>
                                    </p:set>
                                    <p:anim calcmode="lin" valueType="num">
                                      <p:cBhvr>
                                        <p:cTn id="43" dur="500" fill="hold"/>
                                        <p:tgtEl>
                                          <p:spTgt spid="10"/>
                                        </p:tgtEl>
                                        <p:attrNameLst>
                                          <p:attrName>ppt_w</p:attrName>
                                        </p:attrNameLst>
                                      </p:cBhvr>
                                      <p:tavLst>
                                        <p:tav tm="0">
                                          <p:val>
                                            <p:fltVal val="0"/>
                                          </p:val>
                                        </p:tav>
                                        <p:tav tm="100000">
                                          <p:val>
                                            <p:strVal val="#ppt_w"/>
                                          </p:val>
                                        </p:tav>
                                      </p:tavLst>
                                    </p:anim>
                                    <p:anim calcmode="lin" valueType="num">
                                      <p:cBhvr>
                                        <p:cTn id="44" dur="500" fill="hold"/>
                                        <p:tgtEl>
                                          <p:spTgt spid="10"/>
                                        </p:tgtEl>
                                        <p:attrNameLst>
                                          <p:attrName>ppt_h</p:attrName>
                                        </p:attrNameLst>
                                      </p:cBhvr>
                                      <p:tavLst>
                                        <p:tav tm="0">
                                          <p:val>
                                            <p:fltVal val="0"/>
                                          </p:val>
                                        </p:tav>
                                        <p:tav tm="100000">
                                          <p:val>
                                            <p:strVal val="#ppt_h"/>
                                          </p:val>
                                        </p:tav>
                                      </p:tavLst>
                                    </p:anim>
                                    <p:animEffect transition="in" filter="fade">
                                      <p:cBhvr>
                                        <p:cTn id="45" dur="500"/>
                                        <p:tgtEl>
                                          <p:spTgt spid="10"/>
                                        </p:tgtEl>
                                      </p:cBhvr>
                                    </p:animEffect>
                                  </p:childTnLst>
                                </p:cTn>
                              </p:par>
                              <p:par>
                                <p:cTn id="46" presetID="53" presetClass="entr" presetSubtype="16" fill="hold" nodeType="withEffect">
                                  <p:stCondLst>
                                    <p:cond delay="168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animEffect transition="in" filter="fade">
                                      <p:cBhvr>
                                        <p:cTn id="50" dur="500"/>
                                        <p:tgtEl>
                                          <p:spTgt spid="11"/>
                                        </p:tgtEl>
                                      </p:cBhvr>
                                    </p:animEffect>
                                  </p:childTnLst>
                                </p:cTn>
                              </p:par>
                              <p:par>
                                <p:cTn id="51" presetID="53" presetClass="entr" presetSubtype="16" fill="hold" grpId="0" nodeType="withEffect">
                                  <p:stCondLst>
                                    <p:cond delay="168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ppt_w</p:attrName>
                                        </p:attrNameLst>
                                      </p:cBhvr>
                                      <p:tavLst>
                                        <p:tav tm="0">
                                          <p:val>
                                            <p:fltVal val="0"/>
                                          </p:val>
                                        </p:tav>
                                        <p:tav tm="100000">
                                          <p:val>
                                            <p:strVal val="#ppt_w"/>
                                          </p:val>
                                        </p:tav>
                                      </p:tavLst>
                                    </p:anim>
                                    <p:anim calcmode="lin" valueType="num">
                                      <p:cBhvr>
                                        <p:cTn id="54" dur="500" fill="hold"/>
                                        <p:tgtEl>
                                          <p:spTgt spid="12"/>
                                        </p:tgtEl>
                                        <p:attrNameLst>
                                          <p:attrName>ppt_h</p:attrName>
                                        </p:attrNameLst>
                                      </p:cBhvr>
                                      <p:tavLst>
                                        <p:tav tm="0">
                                          <p:val>
                                            <p:fltVal val="0"/>
                                          </p:val>
                                        </p:tav>
                                        <p:tav tm="100000">
                                          <p:val>
                                            <p:strVal val="#ppt_h"/>
                                          </p:val>
                                        </p:tav>
                                      </p:tavLst>
                                    </p:anim>
                                    <p:animEffect transition="in" filter="fade">
                                      <p:cBhvr>
                                        <p:cTn id="55" dur="500"/>
                                        <p:tgtEl>
                                          <p:spTgt spid="12"/>
                                        </p:tgtEl>
                                      </p:cBhvr>
                                    </p:animEffect>
                                  </p:childTnLst>
                                </p:cTn>
                              </p:par>
                              <p:par>
                                <p:cTn id="56" presetID="53" presetClass="entr" presetSubtype="16" fill="hold" nodeType="withEffect">
                                  <p:stCondLst>
                                    <p:cond delay="1960"/>
                                  </p:stCondLst>
                                  <p:childTnLst>
                                    <p:set>
                                      <p:cBhvr>
                                        <p:cTn id="57" dur="1" fill="hold">
                                          <p:stCondLst>
                                            <p:cond delay="0"/>
                                          </p:stCondLst>
                                        </p:cTn>
                                        <p:tgtEl>
                                          <p:spTgt spid="13"/>
                                        </p:tgtEl>
                                        <p:attrNameLst>
                                          <p:attrName>style.visibility</p:attrName>
                                        </p:attrNameLst>
                                      </p:cBhvr>
                                      <p:to>
                                        <p:strVal val="visible"/>
                                      </p:to>
                                    </p:set>
                                    <p:anim calcmode="lin" valueType="num">
                                      <p:cBhvr>
                                        <p:cTn id="58" dur="500" fill="hold"/>
                                        <p:tgtEl>
                                          <p:spTgt spid="13"/>
                                        </p:tgtEl>
                                        <p:attrNameLst>
                                          <p:attrName>ppt_w</p:attrName>
                                        </p:attrNameLst>
                                      </p:cBhvr>
                                      <p:tavLst>
                                        <p:tav tm="0">
                                          <p:val>
                                            <p:fltVal val="0"/>
                                          </p:val>
                                        </p:tav>
                                        <p:tav tm="100000">
                                          <p:val>
                                            <p:strVal val="#ppt_w"/>
                                          </p:val>
                                        </p:tav>
                                      </p:tavLst>
                                    </p:anim>
                                    <p:anim calcmode="lin" valueType="num">
                                      <p:cBhvr>
                                        <p:cTn id="59" dur="500" fill="hold"/>
                                        <p:tgtEl>
                                          <p:spTgt spid="13"/>
                                        </p:tgtEl>
                                        <p:attrNameLst>
                                          <p:attrName>ppt_h</p:attrName>
                                        </p:attrNameLst>
                                      </p:cBhvr>
                                      <p:tavLst>
                                        <p:tav tm="0">
                                          <p:val>
                                            <p:fltVal val="0"/>
                                          </p:val>
                                        </p:tav>
                                        <p:tav tm="100000">
                                          <p:val>
                                            <p:strVal val="#ppt_h"/>
                                          </p:val>
                                        </p:tav>
                                      </p:tavLst>
                                    </p:anim>
                                    <p:animEffect transition="in" filter="fade">
                                      <p:cBhvr>
                                        <p:cTn id="60" dur="500"/>
                                        <p:tgtEl>
                                          <p:spTgt spid="13"/>
                                        </p:tgtEl>
                                      </p:cBhvr>
                                    </p:animEffect>
                                  </p:childTnLst>
                                </p:cTn>
                              </p:par>
                              <p:par>
                                <p:cTn id="61" presetID="53" presetClass="entr" presetSubtype="16" fill="hold" grpId="0" nodeType="withEffect">
                                  <p:stCondLst>
                                    <p:cond delay="1960"/>
                                  </p:stCondLst>
                                  <p:childTnLst>
                                    <p:set>
                                      <p:cBhvr>
                                        <p:cTn id="62" dur="1" fill="hold">
                                          <p:stCondLst>
                                            <p:cond delay="0"/>
                                          </p:stCondLst>
                                        </p:cTn>
                                        <p:tgtEl>
                                          <p:spTgt spid="14"/>
                                        </p:tgtEl>
                                        <p:attrNameLst>
                                          <p:attrName>style.visibility</p:attrName>
                                        </p:attrNameLst>
                                      </p:cBhvr>
                                      <p:to>
                                        <p:strVal val="visible"/>
                                      </p:to>
                                    </p:set>
                                    <p:anim calcmode="lin" valueType="num">
                                      <p:cBhvr>
                                        <p:cTn id="63" dur="500" fill="hold"/>
                                        <p:tgtEl>
                                          <p:spTgt spid="14"/>
                                        </p:tgtEl>
                                        <p:attrNameLst>
                                          <p:attrName>ppt_w</p:attrName>
                                        </p:attrNameLst>
                                      </p:cBhvr>
                                      <p:tavLst>
                                        <p:tav tm="0">
                                          <p:val>
                                            <p:fltVal val="0"/>
                                          </p:val>
                                        </p:tav>
                                        <p:tav tm="100000">
                                          <p:val>
                                            <p:strVal val="#ppt_w"/>
                                          </p:val>
                                        </p:tav>
                                      </p:tavLst>
                                    </p:anim>
                                    <p:anim calcmode="lin" valueType="num">
                                      <p:cBhvr>
                                        <p:cTn id="64" dur="500" fill="hold"/>
                                        <p:tgtEl>
                                          <p:spTgt spid="14"/>
                                        </p:tgtEl>
                                        <p:attrNameLst>
                                          <p:attrName>ppt_h</p:attrName>
                                        </p:attrNameLst>
                                      </p:cBhvr>
                                      <p:tavLst>
                                        <p:tav tm="0">
                                          <p:val>
                                            <p:fltVal val="0"/>
                                          </p:val>
                                        </p:tav>
                                        <p:tav tm="100000">
                                          <p:val>
                                            <p:strVal val="#ppt_h"/>
                                          </p:val>
                                        </p:tav>
                                      </p:tavLst>
                                    </p:anim>
                                    <p:animEffect transition="in" filter="fade">
                                      <p:cBhvr>
                                        <p:cTn id="6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P spid="12" grpId="0" animBg="1"/>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0F11"/>
        </a:solidFill>
        <a:effectLst/>
      </p:bgPr>
    </p:bg>
    <p:spTree>
      <p:nvGrpSpPr>
        <p:cNvPr id="1" name=""/>
        <p:cNvGrpSpPr/>
        <p:nvPr/>
      </p:nvGrpSpPr>
      <p:grpSpPr>
        <a:xfrm>
          <a:off x="0" y="0"/>
          <a:ext cx="0" cy="0"/>
          <a:chOff x="0" y="0"/>
          <a:chExt cx="0" cy="0"/>
        </a:xfrm>
      </p:grpSpPr>
      <p:pic>
        <p:nvPicPr>
          <p:cNvPr id="2" name="anim|1|fade|14" descr="C:\Users\AL-NOOR\Downloads\app-research-lab\app-research-lab\presentation\assets\photos\story_bride.jpg"/>
          <p:cNvPicPr>
            <a:picLocks noChangeAspect="1"/>
          </p:cNvPicPr>
          <p:nvPr/>
        </p:nvPicPr>
        <p:blipFill>
          <a:blip r:embed="rId3"/>
          <a:stretch>
            <a:fillRect/>
          </a:stretch>
        </p:blipFill>
        <p:spPr>
          <a:xfrm>
            <a:off x="0" y="0"/>
            <a:ext cx="12191695" cy="6858000"/>
          </a:xfrm>
          <a:prstGeom prst="rect">
            <a:avLst/>
          </a:prstGeom>
        </p:spPr>
      </p:pic>
      <p:pic>
        <p:nvPicPr>
          <p:cNvPr id="3" name="anim|1|fade|15" descr="C:\Users\AL-NOOR\Downloads\app-research-lab\app-research-lab\presentation\assets\photos\overlay_bottom.png"/>
          <p:cNvPicPr>
            <a:picLocks noChangeAspect="1"/>
          </p:cNvPicPr>
          <p:nvPr/>
        </p:nvPicPr>
        <p:blipFill>
          <a:blip r:embed="rId4"/>
          <a:stretch>
            <a:fillRect/>
          </a:stretch>
        </p:blipFill>
        <p:spPr>
          <a:xfrm>
            <a:off x="0" y="0"/>
            <a:ext cx="12191695" cy="6858000"/>
          </a:xfrm>
          <a:prstGeom prst="rect">
            <a:avLst/>
          </a:prstGeom>
        </p:spPr>
      </p:pic>
      <p:sp>
        <p:nvSpPr>
          <p:cNvPr id="4" name="anim|3|zoom|16"/>
          <p:cNvSpPr/>
          <p:nvPr/>
        </p:nvSpPr>
        <p:spPr>
          <a:xfrm>
            <a:off x="548640" y="64008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5" name="anim|3|zoom|17" descr="C:\Users\AL-NOOR\Downloads\app-research-lab\app-research-lab\presentation\assets\icons\hall_maroon.png"/>
          <p:cNvPicPr>
            <a:picLocks noChangeAspect="1"/>
          </p:cNvPicPr>
          <p:nvPr/>
        </p:nvPicPr>
        <p:blipFill>
          <a:blip r:embed="rId5"/>
          <a:stretch>
            <a:fillRect/>
          </a:stretch>
        </p:blipFill>
        <p:spPr>
          <a:xfrm>
            <a:off x="2179930" y="771754"/>
            <a:ext cx="285293" cy="285293"/>
          </a:xfrm>
          <a:prstGeom prst="rect">
            <a:avLst/>
          </a:prstGeom>
        </p:spPr>
      </p:pic>
      <p:sp>
        <p:nvSpPr>
          <p:cNvPr id="6" name="anim|3|zoom|18"/>
          <p:cNvSpPr txBox="1"/>
          <p:nvPr/>
        </p:nvSpPr>
        <p:spPr>
          <a:xfrm>
            <a:off x="731520" y="64008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أي قاعة؟</a:t>
            </a:r>
            <a:endParaRPr lang="ar-IQ" sz="1500" dirty="0"/>
          </a:p>
        </p:txBody>
      </p:sp>
      <p:sp>
        <p:nvSpPr>
          <p:cNvPr id="7" name="anim|4|zoom|19"/>
          <p:cNvSpPr/>
          <p:nvPr/>
        </p:nvSpPr>
        <p:spPr>
          <a:xfrm>
            <a:off x="2194560" y="146304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8" name="anim|4|zoom|20" descr="C:\Users\AL-NOOR\Downloads\app-research-lab\app-research-lab\presentation\assets\icons\rose_maroon.png"/>
          <p:cNvPicPr>
            <a:picLocks noChangeAspect="1"/>
          </p:cNvPicPr>
          <p:nvPr/>
        </p:nvPicPr>
        <p:blipFill>
          <a:blip r:embed="rId6"/>
          <a:stretch>
            <a:fillRect/>
          </a:stretch>
        </p:blipFill>
        <p:spPr>
          <a:xfrm>
            <a:off x="3825850" y="1594714"/>
            <a:ext cx="285293" cy="285293"/>
          </a:xfrm>
          <a:prstGeom prst="rect">
            <a:avLst/>
          </a:prstGeom>
        </p:spPr>
      </p:pic>
      <p:sp>
        <p:nvSpPr>
          <p:cNvPr id="9" name="anim|4|zoom|21"/>
          <p:cNvSpPr txBox="1"/>
          <p:nvPr/>
        </p:nvSpPr>
        <p:spPr>
          <a:xfrm>
            <a:off x="2377440" y="146304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ورد؟</a:t>
            </a:r>
            <a:endParaRPr lang="ar-IQ" sz="1500" dirty="0"/>
          </a:p>
        </p:txBody>
      </p:sp>
      <p:sp>
        <p:nvSpPr>
          <p:cNvPr id="10" name="anim|5|zoom|22"/>
          <p:cNvSpPr/>
          <p:nvPr/>
        </p:nvSpPr>
        <p:spPr>
          <a:xfrm>
            <a:off x="457200" y="228600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11" name="anim|5|zoom|23" descr="C:\Users\AL-NOOR\Downloads\app-research-lab\app-research-lab\presentation\assets\icons\money_maroon.png"/>
          <p:cNvPicPr>
            <a:picLocks noChangeAspect="1"/>
          </p:cNvPicPr>
          <p:nvPr/>
        </p:nvPicPr>
        <p:blipFill>
          <a:blip r:embed="rId7"/>
          <a:stretch>
            <a:fillRect/>
          </a:stretch>
        </p:blipFill>
        <p:spPr>
          <a:xfrm>
            <a:off x="2088490" y="2417674"/>
            <a:ext cx="285293" cy="285293"/>
          </a:xfrm>
          <a:prstGeom prst="rect">
            <a:avLst/>
          </a:prstGeom>
        </p:spPr>
      </p:pic>
      <p:sp>
        <p:nvSpPr>
          <p:cNvPr id="12" name="anim|5|zoom|24"/>
          <p:cNvSpPr txBox="1"/>
          <p:nvPr/>
        </p:nvSpPr>
        <p:spPr>
          <a:xfrm>
            <a:off x="640080" y="228600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كم السعر؟</a:t>
            </a:r>
            <a:endParaRPr lang="ar-IQ" sz="1500" dirty="0"/>
          </a:p>
        </p:txBody>
      </p:sp>
      <p:sp>
        <p:nvSpPr>
          <p:cNvPr id="13" name="anim|6|zoom|25"/>
          <p:cNvSpPr/>
          <p:nvPr/>
        </p:nvSpPr>
        <p:spPr>
          <a:xfrm>
            <a:off x="2103120" y="3108960"/>
            <a:ext cx="2103120" cy="548640"/>
          </a:xfrm>
          <a:prstGeom prst="roundRect">
            <a:avLst>
              <a:gd name="adj" fmla="val 50000"/>
            </a:avLst>
          </a:prstGeom>
          <a:solidFill>
            <a:srgbClr val="B08D57"/>
          </a:solidFill>
          <a:ln w="12700">
            <a:solidFill>
              <a:srgbClr val="B08D57"/>
            </a:solidFill>
            <a:prstDash val="solid"/>
          </a:ln>
          <a:effectLst>
            <a:outerShdw blurRad="127000" dist="38100" dir="5400000" algn="bl" rotWithShape="0">
              <a:srgbClr val="000000">
                <a:alpha val="18000"/>
              </a:srgbClr>
            </a:outerShdw>
          </a:effectLst>
        </p:spPr>
      </p:sp>
      <p:pic>
        <p:nvPicPr>
          <p:cNvPr id="14" name="anim|6|zoom|26" descr="C:\Users\AL-NOOR\Downloads\app-research-lab\app-research-lab\presentation\assets\icons\clock_white.png"/>
          <p:cNvPicPr>
            <a:picLocks noChangeAspect="1"/>
          </p:cNvPicPr>
          <p:nvPr/>
        </p:nvPicPr>
        <p:blipFill>
          <a:blip r:embed="rId8"/>
          <a:stretch>
            <a:fillRect/>
          </a:stretch>
        </p:blipFill>
        <p:spPr>
          <a:xfrm>
            <a:off x="3734410" y="3240634"/>
            <a:ext cx="285293" cy="285293"/>
          </a:xfrm>
          <a:prstGeom prst="rect">
            <a:avLst/>
          </a:prstGeom>
        </p:spPr>
      </p:pic>
      <p:sp>
        <p:nvSpPr>
          <p:cNvPr id="15" name="anim|6|zoom|27"/>
          <p:cNvSpPr txBox="1"/>
          <p:nvPr/>
        </p:nvSpPr>
        <p:spPr>
          <a:xfrm>
            <a:off x="2286000" y="310896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FFFFFF"/>
                </a:solidFill>
                <a:latin typeface="Segoe UI" pitchFamily="34" charset="0"/>
                <a:ea typeface="Segoe UI" pitchFamily="34" charset="-122"/>
                <a:cs typeface="Segoe UI" pitchFamily="34" charset="-120"/>
              </a:rPr>
              <a:t>الوقت يضغط</a:t>
            </a:r>
            <a:endParaRPr lang="ar-IQ" sz="1500" dirty="0"/>
          </a:p>
        </p:txBody>
      </p:sp>
      <p:sp>
        <p:nvSpPr>
          <p:cNvPr id="16" name="anim|2|rise|28"/>
          <p:cNvSpPr txBox="1"/>
          <p:nvPr/>
        </p:nvSpPr>
        <p:spPr>
          <a:xfrm>
            <a:off x="3840480" y="4069080"/>
            <a:ext cx="7772400" cy="365760"/>
          </a:xfrm>
          <a:prstGeom prst="rect">
            <a:avLst/>
          </a:prstGeom>
          <a:noFill/>
          <a:ln/>
        </p:spPr>
        <p:txBody>
          <a:bodyPr wrap="square" lIns="0" tIns="0" rIns="0" bIns="0" rtlCol="0" anchor="t"/>
          <a:lstStyle/>
          <a:p>
            <a:pPr marL="0" indent="0" algn="r" rtl="1">
              <a:buNone/>
            </a:pPr>
            <a:r>
              <a:rPr lang="ar-IQ" altLang="en-US" sz="1500" b="1" dirty="0">
                <a:solidFill>
                  <a:srgbClr val="E8D8BD"/>
                </a:solidFill>
                <a:latin typeface="Segoe UI" pitchFamily="34" charset="0"/>
                <a:ea typeface="Segoe UI" pitchFamily="34" charset="-122"/>
                <a:cs typeface="Segoe UI" pitchFamily="34" charset="-120"/>
              </a:rPr>
              <a:t>القصة الأولى</a:t>
            </a:r>
            <a:endParaRPr lang="ar-IQ" sz="1500" dirty="0"/>
          </a:p>
        </p:txBody>
      </p:sp>
      <p:sp>
        <p:nvSpPr>
          <p:cNvPr id="17" name="anim|2|rise|29"/>
          <p:cNvSpPr txBox="1"/>
          <p:nvPr/>
        </p:nvSpPr>
        <p:spPr>
          <a:xfrm>
            <a:off x="2926080" y="4434840"/>
            <a:ext cx="8686800" cy="914400"/>
          </a:xfrm>
          <a:prstGeom prst="rect">
            <a:avLst/>
          </a:prstGeom>
          <a:noFill/>
          <a:ln/>
        </p:spPr>
        <p:txBody>
          <a:bodyPr wrap="square" lIns="0" tIns="0" rIns="0" bIns="0" rtlCol="0" anchor="t"/>
          <a:lstStyle/>
          <a:p>
            <a:pPr marL="0" indent="0" algn="r" rtl="1">
              <a:buNone/>
            </a:pPr>
            <a:r>
              <a:rPr lang="ar-IQ" altLang="en-US" sz="4000" b="1" dirty="0">
                <a:solidFill>
                  <a:srgbClr val="FFFFFF"/>
                </a:solidFill>
                <a:latin typeface="Segoe UI" pitchFamily="34" charset="0"/>
                <a:ea typeface="Segoe UI" pitchFamily="34" charset="-122"/>
                <a:cs typeface="Segoe UI" pitchFamily="34" charset="-120"/>
              </a:rPr>
              <a:t>عروس، وعرسها قرّب</a:t>
            </a:r>
            <a:endParaRPr lang="ar-IQ" sz="4000" dirty="0"/>
          </a:p>
        </p:txBody>
      </p:sp>
      <p:sp>
        <p:nvSpPr>
          <p:cNvPr id="18" name="anim|9|fade|30"/>
          <p:cNvSpPr txBox="1"/>
          <p:nvPr/>
        </p:nvSpPr>
        <p:spPr>
          <a:xfrm>
            <a:off x="3840480" y="5394960"/>
            <a:ext cx="7772400" cy="822960"/>
          </a:xfrm>
          <a:prstGeom prst="rect">
            <a:avLst/>
          </a:prstGeom>
          <a:noFill/>
          <a:ln/>
        </p:spPr>
        <p:txBody>
          <a:bodyPr wrap="square" lIns="0" tIns="0" rIns="0" bIns="0" rtlCol="0" anchor="t"/>
          <a:lstStyle/>
          <a:p>
            <a:pPr marL="0" indent="0" algn="r" rtl="1">
              <a:buNone/>
            </a:pPr>
            <a:r>
              <a:rPr lang="ar-IQ" altLang="en-US" sz="1800" dirty="0">
                <a:solidFill>
                  <a:srgbClr val="E8D8BD"/>
                </a:solidFill>
                <a:latin typeface="Segoe UI" pitchFamily="34" charset="0"/>
                <a:ea typeface="Segoe UI" pitchFamily="34" charset="-122"/>
                <a:cs typeface="Segoe UI" pitchFamily="34" charset="-120"/>
              </a:rPr>
              <a:t>قاعة وورد وسيارة ومصوّر، وعشرات الصفحات والاتصالات، وما تعرف منين تبدي.</a:t>
            </a:r>
            <a:endParaRPr lang="ar-IQ" sz="1800" dirty="0"/>
          </a:p>
        </p:txBody>
      </p:sp>
      <p:sp>
        <p:nvSpPr>
          <p:cNvPr id="19" name="Text 11"/>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E8D8BD"/>
                </a:solidFill>
                <a:latin typeface="Segoe UI" pitchFamily="34" charset="0"/>
                <a:ea typeface="Segoe UI" pitchFamily="34" charset="-122"/>
                <a:cs typeface="Segoe UI" pitchFamily="34" charset="-120"/>
              </a:rPr>
              <a:t>02</a:t>
            </a:r>
            <a:endParaRPr lang="en-US" sz="1000" dirty="0"/>
          </a:p>
        </p:txBody>
      </p:sp>
      <p:sp>
        <p:nvSpPr>
          <p:cNvPr id="20" name="Text 12"/>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E8D8BD"/>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37" presetClass="entr" presetSubtype="0" fill="hold" grpId="0" nodeType="withEffect">
                                  <p:stCondLst>
                                    <p:cond delay="28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600"/>
                                        <p:tgtEl>
                                          <p:spTgt spid="16"/>
                                        </p:tgtEl>
                                      </p:cBhvr>
                                    </p:animEffect>
                                    <p:anim calcmode="lin" valueType="num">
                                      <p:cBhvr>
                                        <p:cTn id="14" dur="600" fill="hold"/>
                                        <p:tgtEl>
                                          <p:spTgt spid="16"/>
                                        </p:tgtEl>
                                        <p:attrNameLst>
                                          <p:attrName>ppt_x</p:attrName>
                                        </p:attrNameLst>
                                      </p:cBhvr>
                                      <p:tavLst>
                                        <p:tav tm="0">
                                          <p:val>
                                            <p:strVal val="#ppt_x"/>
                                          </p:val>
                                        </p:tav>
                                        <p:tav tm="100000">
                                          <p:val>
                                            <p:strVal val="#ppt_x"/>
                                          </p:val>
                                        </p:tav>
                                      </p:tavLst>
                                    </p:anim>
                                    <p:anim calcmode="lin" valueType="num">
                                      <p:cBhvr>
                                        <p:cTn id="15" dur="540" decel="100000" fill="hold"/>
                                        <p:tgtEl>
                                          <p:spTgt spid="16"/>
                                        </p:tgtEl>
                                        <p:attrNameLst>
                                          <p:attrName>ppt_y</p:attrName>
                                        </p:attrNameLst>
                                      </p:cBhvr>
                                      <p:tavLst>
                                        <p:tav tm="0">
                                          <p:val>
                                            <p:strVal val="#ppt_y+1"/>
                                          </p:val>
                                        </p:tav>
                                        <p:tav tm="100000">
                                          <p:val>
                                            <p:strVal val="#ppt_y-.03"/>
                                          </p:val>
                                        </p:tav>
                                      </p:tavLst>
                                    </p:anim>
                                    <p:anim calcmode="lin" valueType="num">
                                      <p:cBhvr>
                                        <p:cTn id="16"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28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600"/>
                                        <p:tgtEl>
                                          <p:spTgt spid="17"/>
                                        </p:tgtEl>
                                      </p:cBhvr>
                                    </p:animEffect>
                                    <p:anim calcmode="lin" valueType="num">
                                      <p:cBhvr>
                                        <p:cTn id="20" dur="600" fill="hold"/>
                                        <p:tgtEl>
                                          <p:spTgt spid="17"/>
                                        </p:tgtEl>
                                        <p:attrNameLst>
                                          <p:attrName>ppt_x</p:attrName>
                                        </p:attrNameLst>
                                      </p:cBhvr>
                                      <p:tavLst>
                                        <p:tav tm="0">
                                          <p:val>
                                            <p:strVal val="#ppt_x"/>
                                          </p:val>
                                        </p:tav>
                                        <p:tav tm="100000">
                                          <p:val>
                                            <p:strVal val="#ppt_x"/>
                                          </p:val>
                                        </p:tav>
                                      </p:tavLst>
                                    </p:anim>
                                    <p:anim calcmode="lin" valueType="num">
                                      <p:cBhvr>
                                        <p:cTn id="21" dur="540" decel="100000" fill="hold"/>
                                        <p:tgtEl>
                                          <p:spTgt spid="17"/>
                                        </p:tgtEl>
                                        <p:attrNameLst>
                                          <p:attrName>ppt_y</p:attrName>
                                        </p:attrNameLst>
                                      </p:cBhvr>
                                      <p:tavLst>
                                        <p:tav tm="0">
                                          <p:val>
                                            <p:strVal val="#ppt_y+1"/>
                                          </p:val>
                                        </p:tav>
                                        <p:tav tm="100000">
                                          <p:val>
                                            <p:strVal val="#ppt_y-.03"/>
                                          </p:val>
                                        </p:tav>
                                      </p:tavLst>
                                    </p:anim>
                                    <p:anim calcmode="lin" valueType="num">
                                      <p:cBhvr>
                                        <p:cTn id="22"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23" presetID="53" presetClass="entr" presetSubtype="16" fill="hold" nodeType="withEffect">
                                  <p:stCondLst>
                                    <p:cond delay="56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par>
                                <p:cTn id="28" presetID="53" presetClass="entr" presetSubtype="16" fill="hold" nodeType="withEffect">
                                  <p:stCondLst>
                                    <p:cond delay="560"/>
                                  </p:stCondLst>
                                  <p:childTnLst>
                                    <p:set>
                                      <p:cBhvr>
                                        <p:cTn id="29" dur="1" fill="hold">
                                          <p:stCondLst>
                                            <p:cond delay="0"/>
                                          </p:stCondLst>
                                        </p:cTn>
                                        <p:tgtEl>
                                          <p:spTgt spid="5"/>
                                        </p:tgtEl>
                                        <p:attrNameLst>
                                          <p:attrName>style.visibility</p:attrName>
                                        </p:attrNameLst>
                                      </p:cBhvr>
                                      <p:to>
                                        <p:strVal val="visible"/>
                                      </p:to>
                                    </p:set>
                                    <p:anim calcmode="lin" valueType="num">
                                      <p:cBhvr>
                                        <p:cTn id="30" dur="500" fill="hold"/>
                                        <p:tgtEl>
                                          <p:spTgt spid="5"/>
                                        </p:tgtEl>
                                        <p:attrNameLst>
                                          <p:attrName>ppt_w</p:attrName>
                                        </p:attrNameLst>
                                      </p:cBhvr>
                                      <p:tavLst>
                                        <p:tav tm="0">
                                          <p:val>
                                            <p:fltVal val="0"/>
                                          </p:val>
                                        </p:tav>
                                        <p:tav tm="100000">
                                          <p:val>
                                            <p:strVal val="#ppt_w"/>
                                          </p:val>
                                        </p:tav>
                                      </p:tavLst>
                                    </p:anim>
                                    <p:anim calcmode="lin" valueType="num">
                                      <p:cBhvr>
                                        <p:cTn id="31" dur="500" fill="hold"/>
                                        <p:tgtEl>
                                          <p:spTgt spid="5"/>
                                        </p:tgtEl>
                                        <p:attrNameLst>
                                          <p:attrName>ppt_h</p:attrName>
                                        </p:attrNameLst>
                                      </p:cBhvr>
                                      <p:tavLst>
                                        <p:tav tm="0">
                                          <p:val>
                                            <p:fltVal val="0"/>
                                          </p:val>
                                        </p:tav>
                                        <p:tav tm="100000">
                                          <p:val>
                                            <p:strVal val="#ppt_h"/>
                                          </p:val>
                                        </p:tav>
                                      </p:tavLst>
                                    </p:anim>
                                    <p:animEffect transition="in" filter="fade">
                                      <p:cBhvr>
                                        <p:cTn id="32" dur="500"/>
                                        <p:tgtEl>
                                          <p:spTgt spid="5"/>
                                        </p:tgtEl>
                                      </p:cBhvr>
                                    </p:animEffect>
                                  </p:childTnLst>
                                </p:cTn>
                              </p:par>
                              <p:par>
                                <p:cTn id="33" presetID="53" presetClass="entr" presetSubtype="16" fill="hold" grpId="0" nodeType="withEffect">
                                  <p:stCondLst>
                                    <p:cond delay="56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par>
                                <p:cTn id="38" presetID="53" presetClass="entr" presetSubtype="16" fill="hold" nodeType="withEffect">
                                  <p:stCondLst>
                                    <p:cond delay="84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animEffect transition="in" filter="fade">
                                      <p:cBhvr>
                                        <p:cTn id="42" dur="500"/>
                                        <p:tgtEl>
                                          <p:spTgt spid="7"/>
                                        </p:tgtEl>
                                      </p:cBhvr>
                                    </p:animEffect>
                                  </p:childTnLst>
                                </p:cTn>
                              </p:par>
                              <p:par>
                                <p:cTn id="43" presetID="53" presetClass="entr" presetSubtype="16" fill="hold" nodeType="withEffect">
                                  <p:stCondLst>
                                    <p:cond delay="84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53" presetClass="entr" presetSubtype="16" fill="hold" grpId="0" nodeType="withEffect">
                                  <p:stCondLst>
                                    <p:cond delay="840"/>
                                  </p:stCondLst>
                                  <p:childTnLst>
                                    <p:set>
                                      <p:cBhvr>
                                        <p:cTn id="49" dur="1" fill="hold">
                                          <p:stCondLst>
                                            <p:cond delay="0"/>
                                          </p:stCondLst>
                                        </p:cTn>
                                        <p:tgtEl>
                                          <p:spTgt spid="9"/>
                                        </p:tgtEl>
                                        <p:attrNameLst>
                                          <p:attrName>style.visibility</p:attrName>
                                        </p:attrNameLst>
                                      </p:cBhvr>
                                      <p:to>
                                        <p:strVal val="visible"/>
                                      </p:to>
                                    </p:set>
                                    <p:anim calcmode="lin" valueType="num">
                                      <p:cBhvr>
                                        <p:cTn id="50" dur="500" fill="hold"/>
                                        <p:tgtEl>
                                          <p:spTgt spid="9"/>
                                        </p:tgtEl>
                                        <p:attrNameLst>
                                          <p:attrName>ppt_w</p:attrName>
                                        </p:attrNameLst>
                                      </p:cBhvr>
                                      <p:tavLst>
                                        <p:tav tm="0">
                                          <p:val>
                                            <p:fltVal val="0"/>
                                          </p:val>
                                        </p:tav>
                                        <p:tav tm="100000">
                                          <p:val>
                                            <p:strVal val="#ppt_w"/>
                                          </p:val>
                                        </p:tav>
                                      </p:tavLst>
                                    </p:anim>
                                    <p:anim calcmode="lin" valueType="num">
                                      <p:cBhvr>
                                        <p:cTn id="51" dur="500" fill="hold"/>
                                        <p:tgtEl>
                                          <p:spTgt spid="9"/>
                                        </p:tgtEl>
                                        <p:attrNameLst>
                                          <p:attrName>ppt_h</p:attrName>
                                        </p:attrNameLst>
                                      </p:cBhvr>
                                      <p:tavLst>
                                        <p:tav tm="0">
                                          <p:val>
                                            <p:fltVal val="0"/>
                                          </p:val>
                                        </p:tav>
                                        <p:tav tm="100000">
                                          <p:val>
                                            <p:strVal val="#ppt_h"/>
                                          </p:val>
                                        </p:tav>
                                      </p:tavLst>
                                    </p:anim>
                                    <p:animEffect transition="in" filter="fade">
                                      <p:cBhvr>
                                        <p:cTn id="52" dur="500"/>
                                        <p:tgtEl>
                                          <p:spTgt spid="9"/>
                                        </p:tgtEl>
                                      </p:cBhvr>
                                    </p:animEffect>
                                  </p:childTnLst>
                                </p:cTn>
                              </p:par>
                              <p:par>
                                <p:cTn id="53" presetID="53" presetClass="entr" presetSubtype="16" fill="hold" nodeType="withEffect">
                                  <p:stCondLst>
                                    <p:cond delay="112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 fill="hold"/>
                                        <p:tgtEl>
                                          <p:spTgt spid="10"/>
                                        </p:tgtEl>
                                        <p:attrNameLst>
                                          <p:attrName>ppt_w</p:attrName>
                                        </p:attrNameLst>
                                      </p:cBhvr>
                                      <p:tavLst>
                                        <p:tav tm="0">
                                          <p:val>
                                            <p:fltVal val="0"/>
                                          </p:val>
                                        </p:tav>
                                        <p:tav tm="100000">
                                          <p:val>
                                            <p:strVal val="#ppt_w"/>
                                          </p:val>
                                        </p:tav>
                                      </p:tavLst>
                                    </p:anim>
                                    <p:anim calcmode="lin" valueType="num">
                                      <p:cBhvr>
                                        <p:cTn id="56" dur="500" fill="hold"/>
                                        <p:tgtEl>
                                          <p:spTgt spid="10"/>
                                        </p:tgtEl>
                                        <p:attrNameLst>
                                          <p:attrName>ppt_h</p:attrName>
                                        </p:attrNameLst>
                                      </p:cBhvr>
                                      <p:tavLst>
                                        <p:tav tm="0">
                                          <p:val>
                                            <p:fltVal val="0"/>
                                          </p:val>
                                        </p:tav>
                                        <p:tav tm="100000">
                                          <p:val>
                                            <p:strVal val="#ppt_h"/>
                                          </p:val>
                                        </p:tav>
                                      </p:tavLst>
                                    </p:anim>
                                    <p:animEffect transition="in" filter="fade">
                                      <p:cBhvr>
                                        <p:cTn id="57" dur="500"/>
                                        <p:tgtEl>
                                          <p:spTgt spid="10"/>
                                        </p:tgtEl>
                                      </p:cBhvr>
                                    </p:animEffect>
                                  </p:childTnLst>
                                </p:cTn>
                              </p:par>
                              <p:par>
                                <p:cTn id="58" presetID="53" presetClass="entr" presetSubtype="16" fill="hold" nodeType="withEffect">
                                  <p:stCondLst>
                                    <p:cond delay="112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par>
                                <p:cTn id="63" presetID="53" presetClass="entr" presetSubtype="16" fill="hold" grpId="0" nodeType="withEffect">
                                  <p:stCondLst>
                                    <p:cond delay="112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par>
                                <p:cTn id="68" presetID="53" presetClass="entr" presetSubtype="16" fill="hold" nodeType="withEffect">
                                  <p:stCondLst>
                                    <p:cond delay="1400"/>
                                  </p:stCondLst>
                                  <p:childTnLst>
                                    <p:set>
                                      <p:cBhvr>
                                        <p:cTn id="69" dur="1" fill="hold">
                                          <p:stCondLst>
                                            <p:cond delay="0"/>
                                          </p:stCondLst>
                                        </p:cTn>
                                        <p:tgtEl>
                                          <p:spTgt spid="13"/>
                                        </p:tgtEl>
                                        <p:attrNameLst>
                                          <p:attrName>style.visibility</p:attrName>
                                        </p:attrNameLst>
                                      </p:cBhvr>
                                      <p:to>
                                        <p:strVal val="visible"/>
                                      </p:to>
                                    </p:set>
                                    <p:anim calcmode="lin" valueType="num">
                                      <p:cBhvr>
                                        <p:cTn id="70" dur="500" fill="hold"/>
                                        <p:tgtEl>
                                          <p:spTgt spid="13"/>
                                        </p:tgtEl>
                                        <p:attrNameLst>
                                          <p:attrName>ppt_w</p:attrName>
                                        </p:attrNameLst>
                                      </p:cBhvr>
                                      <p:tavLst>
                                        <p:tav tm="0">
                                          <p:val>
                                            <p:fltVal val="0"/>
                                          </p:val>
                                        </p:tav>
                                        <p:tav tm="100000">
                                          <p:val>
                                            <p:strVal val="#ppt_w"/>
                                          </p:val>
                                        </p:tav>
                                      </p:tavLst>
                                    </p:anim>
                                    <p:anim calcmode="lin" valueType="num">
                                      <p:cBhvr>
                                        <p:cTn id="71" dur="500" fill="hold"/>
                                        <p:tgtEl>
                                          <p:spTgt spid="13"/>
                                        </p:tgtEl>
                                        <p:attrNameLst>
                                          <p:attrName>ppt_h</p:attrName>
                                        </p:attrNameLst>
                                      </p:cBhvr>
                                      <p:tavLst>
                                        <p:tav tm="0">
                                          <p:val>
                                            <p:fltVal val="0"/>
                                          </p:val>
                                        </p:tav>
                                        <p:tav tm="100000">
                                          <p:val>
                                            <p:strVal val="#ppt_h"/>
                                          </p:val>
                                        </p:tav>
                                      </p:tavLst>
                                    </p:anim>
                                    <p:animEffect transition="in" filter="fade">
                                      <p:cBhvr>
                                        <p:cTn id="72" dur="500"/>
                                        <p:tgtEl>
                                          <p:spTgt spid="13"/>
                                        </p:tgtEl>
                                      </p:cBhvr>
                                    </p:animEffect>
                                  </p:childTnLst>
                                </p:cTn>
                              </p:par>
                              <p:par>
                                <p:cTn id="73" presetID="53" presetClass="entr" presetSubtype="16" fill="hold" nodeType="withEffect">
                                  <p:stCondLst>
                                    <p:cond delay="1400"/>
                                  </p:stCondLst>
                                  <p:childTnLst>
                                    <p:set>
                                      <p:cBhvr>
                                        <p:cTn id="74" dur="1" fill="hold">
                                          <p:stCondLst>
                                            <p:cond delay="0"/>
                                          </p:stCondLst>
                                        </p:cTn>
                                        <p:tgtEl>
                                          <p:spTgt spid="14"/>
                                        </p:tgtEl>
                                        <p:attrNameLst>
                                          <p:attrName>style.visibility</p:attrName>
                                        </p:attrNameLst>
                                      </p:cBhvr>
                                      <p:to>
                                        <p:strVal val="visible"/>
                                      </p:to>
                                    </p:set>
                                    <p:anim calcmode="lin" valueType="num">
                                      <p:cBhvr>
                                        <p:cTn id="75" dur="500" fill="hold"/>
                                        <p:tgtEl>
                                          <p:spTgt spid="14"/>
                                        </p:tgtEl>
                                        <p:attrNameLst>
                                          <p:attrName>ppt_w</p:attrName>
                                        </p:attrNameLst>
                                      </p:cBhvr>
                                      <p:tavLst>
                                        <p:tav tm="0">
                                          <p:val>
                                            <p:fltVal val="0"/>
                                          </p:val>
                                        </p:tav>
                                        <p:tav tm="100000">
                                          <p:val>
                                            <p:strVal val="#ppt_w"/>
                                          </p:val>
                                        </p:tav>
                                      </p:tavLst>
                                    </p:anim>
                                    <p:anim calcmode="lin" valueType="num">
                                      <p:cBhvr>
                                        <p:cTn id="76" dur="500" fill="hold"/>
                                        <p:tgtEl>
                                          <p:spTgt spid="14"/>
                                        </p:tgtEl>
                                        <p:attrNameLst>
                                          <p:attrName>ppt_h</p:attrName>
                                        </p:attrNameLst>
                                      </p:cBhvr>
                                      <p:tavLst>
                                        <p:tav tm="0">
                                          <p:val>
                                            <p:fltVal val="0"/>
                                          </p:val>
                                        </p:tav>
                                        <p:tav tm="100000">
                                          <p:val>
                                            <p:strVal val="#ppt_h"/>
                                          </p:val>
                                        </p:tav>
                                      </p:tavLst>
                                    </p:anim>
                                    <p:animEffect transition="in" filter="fade">
                                      <p:cBhvr>
                                        <p:cTn id="77" dur="500"/>
                                        <p:tgtEl>
                                          <p:spTgt spid="14"/>
                                        </p:tgtEl>
                                      </p:cBhvr>
                                    </p:animEffect>
                                  </p:childTnLst>
                                </p:cTn>
                              </p:par>
                              <p:par>
                                <p:cTn id="78" presetID="53" presetClass="entr" presetSubtype="16" fill="hold" grpId="0" nodeType="withEffect">
                                  <p:stCondLst>
                                    <p:cond delay="1400"/>
                                  </p:stCondLst>
                                  <p:childTnLst>
                                    <p:set>
                                      <p:cBhvr>
                                        <p:cTn id="79" dur="1" fill="hold">
                                          <p:stCondLst>
                                            <p:cond delay="0"/>
                                          </p:stCondLst>
                                        </p:cTn>
                                        <p:tgtEl>
                                          <p:spTgt spid="15"/>
                                        </p:tgtEl>
                                        <p:attrNameLst>
                                          <p:attrName>style.visibility</p:attrName>
                                        </p:attrNameLst>
                                      </p:cBhvr>
                                      <p:to>
                                        <p:strVal val="visible"/>
                                      </p:to>
                                    </p:set>
                                    <p:anim calcmode="lin" valueType="num">
                                      <p:cBhvr>
                                        <p:cTn id="80" dur="500" fill="hold"/>
                                        <p:tgtEl>
                                          <p:spTgt spid="15"/>
                                        </p:tgtEl>
                                        <p:attrNameLst>
                                          <p:attrName>ppt_w</p:attrName>
                                        </p:attrNameLst>
                                      </p:cBhvr>
                                      <p:tavLst>
                                        <p:tav tm="0">
                                          <p:val>
                                            <p:fltVal val="0"/>
                                          </p:val>
                                        </p:tav>
                                        <p:tav tm="100000">
                                          <p:val>
                                            <p:strVal val="#ppt_w"/>
                                          </p:val>
                                        </p:tav>
                                      </p:tavLst>
                                    </p:anim>
                                    <p:anim calcmode="lin" valueType="num">
                                      <p:cBhvr>
                                        <p:cTn id="81" dur="500" fill="hold"/>
                                        <p:tgtEl>
                                          <p:spTgt spid="15"/>
                                        </p:tgtEl>
                                        <p:attrNameLst>
                                          <p:attrName>ppt_h</p:attrName>
                                        </p:attrNameLst>
                                      </p:cBhvr>
                                      <p:tavLst>
                                        <p:tav tm="0">
                                          <p:val>
                                            <p:fltVal val="0"/>
                                          </p:val>
                                        </p:tav>
                                        <p:tav tm="100000">
                                          <p:val>
                                            <p:strVal val="#ppt_h"/>
                                          </p:val>
                                        </p:tav>
                                      </p:tavLst>
                                    </p:anim>
                                    <p:animEffect transition="in" filter="fade">
                                      <p:cBhvr>
                                        <p:cTn id="82" dur="500"/>
                                        <p:tgtEl>
                                          <p:spTgt spid="15"/>
                                        </p:tgtEl>
                                      </p:cBhvr>
                                    </p:animEffect>
                                  </p:childTnLst>
                                </p:cTn>
                              </p:par>
                              <p:par>
                                <p:cTn id="83" presetID="10" presetClass="entr" presetSubtype="0" fill="hold" grpId="0" nodeType="withEffect">
                                  <p:stCondLst>
                                    <p:cond delay="168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P spid="15" grpId="0" animBg="1"/>
      <p:bldP spid="16" grpId="0" animBg="1"/>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0F11"/>
        </a:solidFill>
        <a:effectLst/>
      </p:bgPr>
    </p:bg>
    <p:spTree>
      <p:nvGrpSpPr>
        <p:cNvPr id="1" name=""/>
        <p:cNvGrpSpPr/>
        <p:nvPr/>
      </p:nvGrpSpPr>
      <p:grpSpPr>
        <a:xfrm>
          <a:off x="0" y="0"/>
          <a:ext cx="0" cy="0"/>
          <a:chOff x="0" y="0"/>
          <a:chExt cx="0" cy="0"/>
        </a:xfrm>
      </p:grpSpPr>
      <p:pic>
        <p:nvPicPr>
          <p:cNvPr id="2" name="anim|1|fade|31" descr="C:\Users\AL-NOOR\Downloads\app-research-lab\app-research-lab\presentation\assets\photos\story_students.jpg"/>
          <p:cNvPicPr>
            <a:picLocks noChangeAspect="1"/>
          </p:cNvPicPr>
          <p:nvPr/>
        </p:nvPicPr>
        <p:blipFill>
          <a:blip r:embed="rId3"/>
          <a:stretch>
            <a:fillRect/>
          </a:stretch>
        </p:blipFill>
        <p:spPr>
          <a:xfrm>
            <a:off x="0" y="0"/>
            <a:ext cx="12191695" cy="6858000"/>
          </a:xfrm>
          <a:prstGeom prst="rect">
            <a:avLst/>
          </a:prstGeom>
        </p:spPr>
      </p:pic>
      <p:pic>
        <p:nvPicPr>
          <p:cNvPr id="3" name="anim|1|fade|32" descr="C:\Users\AL-NOOR\Downloads\app-research-lab\app-research-lab\presentation\assets\photos\overlay_bottom.png"/>
          <p:cNvPicPr>
            <a:picLocks noChangeAspect="1"/>
          </p:cNvPicPr>
          <p:nvPr/>
        </p:nvPicPr>
        <p:blipFill>
          <a:blip r:embed="rId4"/>
          <a:stretch>
            <a:fillRect/>
          </a:stretch>
        </p:blipFill>
        <p:spPr>
          <a:xfrm>
            <a:off x="0" y="0"/>
            <a:ext cx="12191695" cy="6858000"/>
          </a:xfrm>
          <a:prstGeom prst="rect">
            <a:avLst/>
          </a:prstGeom>
        </p:spPr>
      </p:pic>
      <p:sp>
        <p:nvSpPr>
          <p:cNvPr id="4" name="anim|3|zoom|33"/>
          <p:cNvSpPr/>
          <p:nvPr/>
        </p:nvSpPr>
        <p:spPr>
          <a:xfrm>
            <a:off x="457200" y="32004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5" name="anim|3|zoom|34" descr="C:\Users\AL-NOOR\Downloads\app-research-lab\app-research-lab\presentation\assets\icons\hall_maroon.png"/>
          <p:cNvPicPr>
            <a:picLocks noChangeAspect="1"/>
          </p:cNvPicPr>
          <p:nvPr/>
        </p:nvPicPr>
        <p:blipFill>
          <a:blip r:embed="rId5"/>
          <a:stretch>
            <a:fillRect/>
          </a:stretch>
        </p:blipFill>
        <p:spPr>
          <a:xfrm>
            <a:off x="2088490" y="451714"/>
            <a:ext cx="285293" cy="285293"/>
          </a:xfrm>
          <a:prstGeom prst="rect">
            <a:avLst/>
          </a:prstGeom>
        </p:spPr>
      </p:pic>
      <p:sp>
        <p:nvSpPr>
          <p:cNvPr id="6" name="anim|3|zoom|35"/>
          <p:cNvSpPr txBox="1"/>
          <p:nvPr/>
        </p:nvSpPr>
        <p:spPr>
          <a:xfrm>
            <a:off x="640080" y="32004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قاعة تكفينا؟</a:t>
            </a:r>
            <a:endParaRPr lang="ar-IQ" sz="1500" dirty="0"/>
          </a:p>
        </p:txBody>
      </p:sp>
      <p:sp>
        <p:nvSpPr>
          <p:cNvPr id="7" name="anim|4|zoom|36"/>
          <p:cNvSpPr/>
          <p:nvPr/>
        </p:nvSpPr>
        <p:spPr>
          <a:xfrm>
            <a:off x="2697480" y="32004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8" name="anim|4|zoom|37" descr="C:\Users\AL-NOOR\Downloads\app-research-lab\app-research-lab\presentation\assets\icons\money_maroon.png"/>
          <p:cNvPicPr>
            <a:picLocks noChangeAspect="1"/>
          </p:cNvPicPr>
          <p:nvPr/>
        </p:nvPicPr>
        <p:blipFill>
          <a:blip r:embed="rId6"/>
          <a:stretch>
            <a:fillRect/>
          </a:stretch>
        </p:blipFill>
        <p:spPr>
          <a:xfrm>
            <a:off x="4328770" y="451714"/>
            <a:ext cx="285293" cy="285293"/>
          </a:xfrm>
          <a:prstGeom prst="rect">
            <a:avLst/>
          </a:prstGeom>
        </p:spPr>
      </p:pic>
      <p:sp>
        <p:nvSpPr>
          <p:cNvPr id="9" name="anim|4|zoom|38"/>
          <p:cNvSpPr txBox="1"/>
          <p:nvPr/>
        </p:nvSpPr>
        <p:spPr>
          <a:xfrm>
            <a:off x="2880360" y="32004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الأسعار؟</a:t>
            </a:r>
            <a:endParaRPr lang="ar-IQ" sz="1500" dirty="0"/>
          </a:p>
        </p:txBody>
      </p:sp>
      <p:sp>
        <p:nvSpPr>
          <p:cNvPr id="10" name="anim|5|zoom|39"/>
          <p:cNvSpPr/>
          <p:nvPr/>
        </p:nvSpPr>
        <p:spPr>
          <a:xfrm>
            <a:off x="4937760" y="32004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11" name="anim|5|zoom|40" descr="C:\Users\AL-NOOR\Downloads\app-research-lab\app-research-lab\presentation\assets\icons\phone_maroon.png"/>
          <p:cNvPicPr>
            <a:picLocks noChangeAspect="1"/>
          </p:cNvPicPr>
          <p:nvPr/>
        </p:nvPicPr>
        <p:blipFill>
          <a:blip r:embed="rId7"/>
          <a:stretch>
            <a:fillRect/>
          </a:stretch>
        </p:blipFill>
        <p:spPr>
          <a:xfrm>
            <a:off x="6569050" y="451714"/>
            <a:ext cx="285293" cy="285293"/>
          </a:xfrm>
          <a:prstGeom prst="rect">
            <a:avLst/>
          </a:prstGeom>
        </p:spPr>
      </p:pic>
      <p:sp>
        <p:nvSpPr>
          <p:cNvPr id="12" name="anim|5|zoom|41"/>
          <p:cNvSpPr txBox="1"/>
          <p:nvPr/>
        </p:nvSpPr>
        <p:spPr>
          <a:xfrm>
            <a:off x="5120640" y="32004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اتصالات كثيرة</a:t>
            </a:r>
            <a:endParaRPr lang="ar-IQ" sz="1500" dirty="0"/>
          </a:p>
        </p:txBody>
      </p:sp>
      <p:sp>
        <p:nvSpPr>
          <p:cNvPr id="13" name="anim|6|zoom|42"/>
          <p:cNvSpPr/>
          <p:nvPr/>
        </p:nvSpPr>
        <p:spPr>
          <a:xfrm>
            <a:off x="7178040" y="320040"/>
            <a:ext cx="2103120" cy="548640"/>
          </a:xfrm>
          <a:prstGeom prst="roundRect">
            <a:avLst>
              <a:gd name="adj" fmla="val 50000"/>
            </a:avLst>
          </a:prstGeom>
          <a:solidFill>
            <a:srgbClr val="B08D57"/>
          </a:solidFill>
          <a:ln w="12700">
            <a:solidFill>
              <a:srgbClr val="B08D57"/>
            </a:solidFill>
            <a:prstDash val="solid"/>
          </a:ln>
          <a:effectLst>
            <a:outerShdw blurRad="127000" dist="38100" dir="5400000" algn="bl" rotWithShape="0">
              <a:srgbClr val="000000">
                <a:alpha val="18000"/>
              </a:srgbClr>
            </a:outerShdw>
          </a:effectLst>
        </p:spPr>
      </p:sp>
      <p:pic>
        <p:nvPicPr>
          <p:cNvPr id="14" name="anim|6|zoom|43" descr="C:\Users\AL-NOOR\Downloads\app-research-lab\app-research-lab\presentation\assets\icons\calendar_white.png"/>
          <p:cNvPicPr>
            <a:picLocks noChangeAspect="1"/>
          </p:cNvPicPr>
          <p:nvPr/>
        </p:nvPicPr>
        <p:blipFill>
          <a:blip r:embed="rId8"/>
          <a:stretch>
            <a:fillRect/>
          </a:stretch>
        </p:blipFill>
        <p:spPr>
          <a:xfrm>
            <a:off x="8809330" y="451714"/>
            <a:ext cx="285293" cy="285293"/>
          </a:xfrm>
          <a:prstGeom prst="rect">
            <a:avLst/>
          </a:prstGeom>
        </p:spPr>
      </p:pic>
      <p:sp>
        <p:nvSpPr>
          <p:cNvPr id="15" name="anim|6|zoom|44"/>
          <p:cNvSpPr txBox="1"/>
          <p:nvPr/>
        </p:nvSpPr>
        <p:spPr>
          <a:xfrm>
            <a:off x="7360920" y="32004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FFFFFF"/>
                </a:solidFill>
                <a:latin typeface="Segoe UI" pitchFamily="34" charset="0"/>
                <a:ea typeface="Segoe UI" pitchFamily="34" charset="-122"/>
                <a:cs typeface="Segoe UI" pitchFamily="34" charset="-120"/>
              </a:rPr>
              <a:t>التاريخ قريب</a:t>
            </a:r>
            <a:endParaRPr lang="ar-IQ" sz="1500" dirty="0"/>
          </a:p>
        </p:txBody>
      </p:sp>
      <p:sp>
        <p:nvSpPr>
          <p:cNvPr id="16" name="anim|2|rise|45"/>
          <p:cNvSpPr txBox="1"/>
          <p:nvPr/>
        </p:nvSpPr>
        <p:spPr>
          <a:xfrm>
            <a:off x="3840480" y="4069080"/>
            <a:ext cx="7772400" cy="365760"/>
          </a:xfrm>
          <a:prstGeom prst="rect">
            <a:avLst/>
          </a:prstGeom>
          <a:noFill/>
          <a:ln/>
        </p:spPr>
        <p:txBody>
          <a:bodyPr wrap="square" lIns="0" tIns="0" rIns="0" bIns="0" rtlCol="0" anchor="t"/>
          <a:lstStyle/>
          <a:p>
            <a:pPr marL="0" indent="0" algn="r" rtl="1">
              <a:buNone/>
            </a:pPr>
            <a:r>
              <a:rPr lang="ar-IQ" altLang="en-US" sz="1500" b="1" dirty="0">
                <a:solidFill>
                  <a:srgbClr val="E8D8BD"/>
                </a:solidFill>
                <a:latin typeface="Segoe UI" pitchFamily="34" charset="0"/>
                <a:ea typeface="Segoe UI" pitchFamily="34" charset="-122"/>
                <a:cs typeface="Segoe UI" pitchFamily="34" charset="-120"/>
              </a:rPr>
              <a:t>القصة الثانية</a:t>
            </a:r>
            <a:endParaRPr lang="ar-IQ" sz="1500" dirty="0"/>
          </a:p>
        </p:txBody>
      </p:sp>
      <p:sp>
        <p:nvSpPr>
          <p:cNvPr id="17" name="anim|2|rise|46"/>
          <p:cNvSpPr txBox="1"/>
          <p:nvPr/>
        </p:nvSpPr>
        <p:spPr>
          <a:xfrm>
            <a:off x="2926080" y="4434840"/>
            <a:ext cx="8686800" cy="914400"/>
          </a:xfrm>
          <a:prstGeom prst="rect">
            <a:avLst/>
          </a:prstGeom>
          <a:noFill/>
          <a:ln/>
        </p:spPr>
        <p:txBody>
          <a:bodyPr wrap="square" lIns="0" tIns="0" rIns="0" bIns="0" rtlCol="0" anchor="t"/>
          <a:lstStyle/>
          <a:p>
            <a:pPr marL="0" indent="0" algn="r" rtl="1">
              <a:buNone/>
            </a:pPr>
            <a:r>
              <a:rPr lang="ar-IQ" altLang="en-US" sz="4000" b="1" dirty="0">
                <a:solidFill>
                  <a:srgbClr val="FFFFFF"/>
                </a:solidFill>
                <a:latin typeface="Segoe UI" pitchFamily="34" charset="0"/>
                <a:ea typeface="Segoe UI" pitchFamily="34" charset="-122"/>
                <a:cs typeface="Segoe UI" pitchFamily="34" charset="-120"/>
              </a:rPr>
              <a:t>التخرج قرّب، ولسه ما عدنا قاعة</a:t>
            </a:r>
            <a:endParaRPr lang="ar-IQ" sz="4000" dirty="0"/>
          </a:p>
        </p:txBody>
      </p:sp>
      <p:sp>
        <p:nvSpPr>
          <p:cNvPr id="18" name="anim|9|fade|47"/>
          <p:cNvSpPr txBox="1"/>
          <p:nvPr/>
        </p:nvSpPr>
        <p:spPr>
          <a:xfrm>
            <a:off x="3840480" y="5394960"/>
            <a:ext cx="7772400" cy="822960"/>
          </a:xfrm>
          <a:prstGeom prst="rect">
            <a:avLst/>
          </a:prstGeom>
          <a:noFill/>
          <a:ln/>
        </p:spPr>
        <p:txBody>
          <a:bodyPr wrap="square" lIns="0" tIns="0" rIns="0" bIns="0" rtlCol="0" anchor="t"/>
          <a:lstStyle/>
          <a:p>
            <a:pPr marL="0" indent="0" algn="r" rtl="1">
              <a:buNone/>
            </a:pPr>
            <a:r>
              <a:rPr lang="ar-IQ" altLang="en-US" sz="1800" dirty="0">
                <a:solidFill>
                  <a:srgbClr val="E8D8BD"/>
                </a:solidFill>
                <a:latin typeface="Segoe UI" pitchFamily="34" charset="0"/>
                <a:ea typeface="Segoe UI" pitchFamily="34" charset="-122"/>
                <a:cs typeface="Segoe UI" pitchFamily="34" charset="-120"/>
              </a:rPr>
              <a:t>كل واحد يدوّر بتلفونه، وماكو وقت نتصل بكل القاعات ونقارن بيناتها.</a:t>
            </a:r>
            <a:endParaRPr lang="ar-IQ" sz="1800" dirty="0"/>
          </a:p>
        </p:txBody>
      </p:sp>
      <p:sp>
        <p:nvSpPr>
          <p:cNvPr id="19" name="Text 11"/>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E8D8BD"/>
                </a:solidFill>
                <a:latin typeface="Segoe UI" pitchFamily="34" charset="0"/>
                <a:ea typeface="Segoe UI" pitchFamily="34" charset="-122"/>
                <a:cs typeface="Segoe UI" pitchFamily="34" charset="-120"/>
              </a:rPr>
              <a:t>03</a:t>
            </a:r>
            <a:endParaRPr lang="en-US" sz="1000" dirty="0"/>
          </a:p>
        </p:txBody>
      </p:sp>
      <p:sp>
        <p:nvSpPr>
          <p:cNvPr id="20" name="Text 12"/>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E8D8BD"/>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37" presetClass="entr" presetSubtype="0" fill="hold" grpId="0" nodeType="withEffect">
                                  <p:stCondLst>
                                    <p:cond delay="28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600"/>
                                        <p:tgtEl>
                                          <p:spTgt spid="16"/>
                                        </p:tgtEl>
                                      </p:cBhvr>
                                    </p:animEffect>
                                    <p:anim calcmode="lin" valueType="num">
                                      <p:cBhvr>
                                        <p:cTn id="14" dur="600" fill="hold"/>
                                        <p:tgtEl>
                                          <p:spTgt spid="16"/>
                                        </p:tgtEl>
                                        <p:attrNameLst>
                                          <p:attrName>ppt_x</p:attrName>
                                        </p:attrNameLst>
                                      </p:cBhvr>
                                      <p:tavLst>
                                        <p:tav tm="0">
                                          <p:val>
                                            <p:strVal val="#ppt_x"/>
                                          </p:val>
                                        </p:tav>
                                        <p:tav tm="100000">
                                          <p:val>
                                            <p:strVal val="#ppt_x"/>
                                          </p:val>
                                        </p:tav>
                                      </p:tavLst>
                                    </p:anim>
                                    <p:anim calcmode="lin" valueType="num">
                                      <p:cBhvr>
                                        <p:cTn id="15" dur="540" decel="100000" fill="hold"/>
                                        <p:tgtEl>
                                          <p:spTgt spid="16"/>
                                        </p:tgtEl>
                                        <p:attrNameLst>
                                          <p:attrName>ppt_y</p:attrName>
                                        </p:attrNameLst>
                                      </p:cBhvr>
                                      <p:tavLst>
                                        <p:tav tm="0">
                                          <p:val>
                                            <p:strVal val="#ppt_y+1"/>
                                          </p:val>
                                        </p:tav>
                                        <p:tav tm="100000">
                                          <p:val>
                                            <p:strVal val="#ppt_y-.03"/>
                                          </p:val>
                                        </p:tav>
                                      </p:tavLst>
                                    </p:anim>
                                    <p:anim calcmode="lin" valueType="num">
                                      <p:cBhvr>
                                        <p:cTn id="16"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28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600"/>
                                        <p:tgtEl>
                                          <p:spTgt spid="17"/>
                                        </p:tgtEl>
                                      </p:cBhvr>
                                    </p:animEffect>
                                    <p:anim calcmode="lin" valueType="num">
                                      <p:cBhvr>
                                        <p:cTn id="20" dur="600" fill="hold"/>
                                        <p:tgtEl>
                                          <p:spTgt spid="17"/>
                                        </p:tgtEl>
                                        <p:attrNameLst>
                                          <p:attrName>ppt_x</p:attrName>
                                        </p:attrNameLst>
                                      </p:cBhvr>
                                      <p:tavLst>
                                        <p:tav tm="0">
                                          <p:val>
                                            <p:strVal val="#ppt_x"/>
                                          </p:val>
                                        </p:tav>
                                        <p:tav tm="100000">
                                          <p:val>
                                            <p:strVal val="#ppt_x"/>
                                          </p:val>
                                        </p:tav>
                                      </p:tavLst>
                                    </p:anim>
                                    <p:anim calcmode="lin" valueType="num">
                                      <p:cBhvr>
                                        <p:cTn id="21" dur="540" decel="100000" fill="hold"/>
                                        <p:tgtEl>
                                          <p:spTgt spid="17"/>
                                        </p:tgtEl>
                                        <p:attrNameLst>
                                          <p:attrName>ppt_y</p:attrName>
                                        </p:attrNameLst>
                                      </p:cBhvr>
                                      <p:tavLst>
                                        <p:tav tm="0">
                                          <p:val>
                                            <p:strVal val="#ppt_y+1"/>
                                          </p:val>
                                        </p:tav>
                                        <p:tav tm="100000">
                                          <p:val>
                                            <p:strVal val="#ppt_y-.03"/>
                                          </p:val>
                                        </p:tav>
                                      </p:tavLst>
                                    </p:anim>
                                    <p:anim calcmode="lin" valueType="num">
                                      <p:cBhvr>
                                        <p:cTn id="22"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23" presetID="53" presetClass="entr" presetSubtype="16" fill="hold" nodeType="withEffect">
                                  <p:stCondLst>
                                    <p:cond delay="56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par>
                                <p:cTn id="28" presetID="53" presetClass="entr" presetSubtype="16" fill="hold" nodeType="withEffect">
                                  <p:stCondLst>
                                    <p:cond delay="560"/>
                                  </p:stCondLst>
                                  <p:childTnLst>
                                    <p:set>
                                      <p:cBhvr>
                                        <p:cTn id="29" dur="1" fill="hold">
                                          <p:stCondLst>
                                            <p:cond delay="0"/>
                                          </p:stCondLst>
                                        </p:cTn>
                                        <p:tgtEl>
                                          <p:spTgt spid="5"/>
                                        </p:tgtEl>
                                        <p:attrNameLst>
                                          <p:attrName>style.visibility</p:attrName>
                                        </p:attrNameLst>
                                      </p:cBhvr>
                                      <p:to>
                                        <p:strVal val="visible"/>
                                      </p:to>
                                    </p:set>
                                    <p:anim calcmode="lin" valueType="num">
                                      <p:cBhvr>
                                        <p:cTn id="30" dur="500" fill="hold"/>
                                        <p:tgtEl>
                                          <p:spTgt spid="5"/>
                                        </p:tgtEl>
                                        <p:attrNameLst>
                                          <p:attrName>ppt_w</p:attrName>
                                        </p:attrNameLst>
                                      </p:cBhvr>
                                      <p:tavLst>
                                        <p:tav tm="0">
                                          <p:val>
                                            <p:fltVal val="0"/>
                                          </p:val>
                                        </p:tav>
                                        <p:tav tm="100000">
                                          <p:val>
                                            <p:strVal val="#ppt_w"/>
                                          </p:val>
                                        </p:tav>
                                      </p:tavLst>
                                    </p:anim>
                                    <p:anim calcmode="lin" valueType="num">
                                      <p:cBhvr>
                                        <p:cTn id="31" dur="500" fill="hold"/>
                                        <p:tgtEl>
                                          <p:spTgt spid="5"/>
                                        </p:tgtEl>
                                        <p:attrNameLst>
                                          <p:attrName>ppt_h</p:attrName>
                                        </p:attrNameLst>
                                      </p:cBhvr>
                                      <p:tavLst>
                                        <p:tav tm="0">
                                          <p:val>
                                            <p:fltVal val="0"/>
                                          </p:val>
                                        </p:tav>
                                        <p:tav tm="100000">
                                          <p:val>
                                            <p:strVal val="#ppt_h"/>
                                          </p:val>
                                        </p:tav>
                                      </p:tavLst>
                                    </p:anim>
                                    <p:animEffect transition="in" filter="fade">
                                      <p:cBhvr>
                                        <p:cTn id="32" dur="500"/>
                                        <p:tgtEl>
                                          <p:spTgt spid="5"/>
                                        </p:tgtEl>
                                      </p:cBhvr>
                                    </p:animEffect>
                                  </p:childTnLst>
                                </p:cTn>
                              </p:par>
                              <p:par>
                                <p:cTn id="33" presetID="53" presetClass="entr" presetSubtype="16" fill="hold" grpId="0" nodeType="withEffect">
                                  <p:stCondLst>
                                    <p:cond delay="56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par>
                                <p:cTn id="38" presetID="53" presetClass="entr" presetSubtype="16" fill="hold" nodeType="withEffect">
                                  <p:stCondLst>
                                    <p:cond delay="84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animEffect transition="in" filter="fade">
                                      <p:cBhvr>
                                        <p:cTn id="42" dur="500"/>
                                        <p:tgtEl>
                                          <p:spTgt spid="7"/>
                                        </p:tgtEl>
                                      </p:cBhvr>
                                    </p:animEffect>
                                  </p:childTnLst>
                                </p:cTn>
                              </p:par>
                              <p:par>
                                <p:cTn id="43" presetID="53" presetClass="entr" presetSubtype="16" fill="hold" nodeType="withEffect">
                                  <p:stCondLst>
                                    <p:cond delay="84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53" presetClass="entr" presetSubtype="16" fill="hold" grpId="0" nodeType="withEffect">
                                  <p:stCondLst>
                                    <p:cond delay="840"/>
                                  </p:stCondLst>
                                  <p:childTnLst>
                                    <p:set>
                                      <p:cBhvr>
                                        <p:cTn id="49" dur="1" fill="hold">
                                          <p:stCondLst>
                                            <p:cond delay="0"/>
                                          </p:stCondLst>
                                        </p:cTn>
                                        <p:tgtEl>
                                          <p:spTgt spid="9"/>
                                        </p:tgtEl>
                                        <p:attrNameLst>
                                          <p:attrName>style.visibility</p:attrName>
                                        </p:attrNameLst>
                                      </p:cBhvr>
                                      <p:to>
                                        <p:strVal val="visible"/>
                                      </p:to>
                                    </p:set>
                                    <p:anim calcmode="lin" valueType="num">
                                      <p:cBhvr>
                                        <p:cTn id="50" dur="500" fill="hold"/>
                                        <p:tgtEl>
                                          <p:spTgt spid="9"/>
                                        </p:tgtEl>
                                        <p:attrNameLst>
                                          <p:attrName>ppt_w</p:attrName>
                                        </p:attrNameLst>
                                      </p:cBhvr>
                                      <p:tavLst>
                                        <p:tav tm="0">
                                          <p:val>
                                            <p:fltVal val="0"/>
                                          </p:val>
                                        </p:tav>
                                        <p:tav tm="100000">
                                          <p:val>
                                            <p:strVal val="#ppt_w"/>
                                          </p:val>
                                        </p:tav>
                                      </p:tavLst>
                                    </p:anim>
                                    <p:anim calcmode="lin" valueType="num">
                                      <p:cBhvr>
                                        <p:cTn id="51" dur="500" fill="hold"/>
                                        <p:tgtEl>
                                          <p:spTgt spid="9"/>
                                        </p:tgtEl>
                                        <p:attrNameLst>
                                          <p:attrName>ppt_h</p:attrName>
                                        </p:attrNameLst>
                                      </p:cBhvr>
                                      <p:tavLst>
                                        <p:tav tm="0">
                                          <p:val>
                                            <p:fltVal val="0"/>
                                          </p:val>
                                        </p:tav>
                                        <p:tav tm="100000">
                                          <p:val>
                                            <p:strVal val="#ppt_h"/>
                                          </p:val>
                                        </p:tav>
                                      </p:tavLst>
                                    </p:anim>
                                    <p:animEffect transition="in" filter="fade">
                                      <p:cBhvr>
                                        <p:cTn id="52" dur="500"/>
                                        <p:tgtEl>
                                          <p:spTgt spid="9"/>
                                        </p:tgtEl>
                                      </p:cBhvr>
                                    </p:animEffect>
                                  </p:childTnLst>
                                </p:cTn>
                              </p:par>
                              <p:par>
                                <p:cTn id="53" presetID="53" presetClass="entr" presetSubtype="16" fill="hold" nodeType="withEffect">
                                  <p:stCondLst>
                                    <p:cond delay="112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 fill="hold"/>
                                        <p:tgtEl>
                                          <p:spTgt spid="10"/>
                                        </p:tgtEl>
                                        <p:attrNameLst>
                                          <p:attrName>ppt_w</p:attrName>
                                        </p:attrNameLst>
                                      </p:cBhvr>
                                      <p:tavLst>
                                        <p:tav tm="0">
                                          <p:val>
                                            <p:fltVal val="0"/>
                                          </p:val>
                                        </p:tav>
                                        <p:tav tm="100000">
                                          <p:val>
                                            <p:strVal val="#ppt_w"/>
                                          </p:val>
                                        </p:tav>
                                      </p:tavLst>
                                    </p:anim>
                                    <p:anim calcmode="lin" valueType="num">
                                      <p:cBhvr>
                                        <p:cTn id="56" dur="500" fill="hold"/>
                                        <p:tgtEl>
                                          <p:spTgt spid="10"/>
                                        </p:tgtEl>
                                        <p:attrNameLst>
                                          <p:attrName>ppt_h</p:attrName>
                                        </p:attrNameLst>
                                      </p:cBhvr>
                                      <p:tavLst>
                                        <p:tav tm="0">
                                          <p:val>
                                            <p:fltVal val="0"/>
                                          </p:val>
                                        </p:tav>
                                        <p:tav tm="100000">
                                          <p:val>
                                            <p:strVal val="#ppt_h"/>
                                          </p:val>
                                        </p:tav>
                                      </p:tavLst>
                                    </p:anim>
                                    <p:animEffect transition="in" filter="fade">
                                      <p:cBhvr>
                                        <p:cTn id="57" dur="500"/>
                                        <p:tgtEl>
                                          <p:spTgt spid="10"/>
                                        </p:tgtEl>
                                      </p:cBhvr>
                                    </p:animEffect>
                                  </p:childTnLst>
                                </p:cTn>
                              </p:par>
                              <p:par>
                                <p:cTn id="58" presetID="53" presetClass="entr" presetSubtype="16" fill="hold" nodeType="withEffect">
                                  <p:stCondLst>
                                    <p:cond delay="112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par>
                                <p:cTn id="63" presetID="53" presetClass="entr" presetSubtype="16" fill="hold" grpId="0" nodeType="withEffect">
                                  <p:stCondLst>
                                    <p:cond delay="112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par>
                                <p:cTn id="68" presetID="53" presetClass="entr" presetSubtype="16" fill="hold" nodeType="withEffect">
                                  <p:stCondLst>
                                    <p:cond delay="1400"/>
                                  </p:stCondLst>
                                  <p:childTnLst>
                                    <p:set>
                                      <p:cBhvr>
                                        <p:cTn id="69" dur="1" fill="hold">
                                          <p:stCondLst>
                                            <p:cond delay="0"/>
                                          </p:stCondLst>
                                        </p:cTn>
                                        <p:tgtEl>
                                          <p:spTgt spid="13"/>
                                        </p:tgtEl>
                                        <p:attrNameLst>
                                          <p:attrName>style.visibility</p:attrName>
                                        </p:attrNameLst>
                                      </p:cBhvr>
                                      <p:to>
                                        <p:strVal val="visible"/>
                                      </p:to>
                                    </p:set>
                                    <p:anim calcmode="lin" valueType="num">
                                      <p:cBhvr>
                                        <p:cTn id="70" dur="500" fill="hold"/>
                                        <p:tgtEl>
                                          <p:spTgt spid="13"/>
                                        </p:tgtEl>
                                        <p:attrNameLst>
                                          <p:attrName>ppt_w</p:attrName>
                                        </p:attrNameLst>
                                      </p:cBhvr>
                                      <p:tavLst>
                                        <p:tav tm="0">
                                          <p:val>
                                            <p:fltVal val="0"/>
                                          </p:val>
                                        </p:tav>
                                        <p:tav tm="100000">
                                          <p:val>
                                            <p:strVal val="#ppt_w"/>
                                          </p:val>
                                        </p:tav>
                                      </p:tavLst>
                                    </p:anim>
                                    <p:anim calcmode="lin" valueType="num">
                                      <p:cBhvr>
                                        <p:cTn id="71" dur="500" fill="hold"/>
                                        <p:tgtEl>
                                          <p:spTgt spid="13"/>
                                        </p:tgtEl>
                                        <p:attrNameLst>
                                          <p:attrName>ppt_h</p:attrName>
                                        </p:attrNameLst>
                                      </p:cBhvr>
                                      <p:tavLst>
                                        <p:tav tm="0">
                                          <p:val>
                                            <p:fltVal val="0"/>
                                          </p:val>
                                        </p:tav>
                                        <p:tav tm="100000">
                                          <p:val>
                                            <p:strVal val="#ppt_h"/>
                                          </p:val>
                                        </p:tav>
                                      </p:tavLst>
                                    </p:anim>
                                    <p:animEffect transition="in" filter="fade">
                                      <p:cBhvr>
                                        <p:cTn id="72" dur="500"/>
                                        <p:tgtEl>
                                          <p:spTgt spid="13"/>
                                        </p:tgtEl>
                                      </p:cBhvr>
                                    </p:animEffect>
                                  </p:childTnLst>
                                </p:cTn>
                              </p:par>
                              <p:par>
                                <p:cTn id="73" presetID="53" presetClass="entr" presetSubtype="16" fill="hold" nodeType="withEffect">
                                  <p:stCondLst>
                                    <p:cond delay="1400"/>
                                  </p:stCondLst>
                                  <p:childTnLst>
                                    <p:set>
                                      <p:cBhvr>
                                        <p:cTn id="74" dur="1" fill="hold">
                                          <p:stCondLst>
                                            <p:cond delay="0"/>
                                          </p:stCondLst>
                                        </p:cTn>
                                        <p:tgtEl>
                                          <p:spTgt spid="14"/>
                                        </p:tgtEl>
                                        <p:attrNameLst>
                                          <p:attrName>style.visibility</p:attrName>
                                        </p:attrNameLst>
                                      </p:cBhvr>
                                      <p:to>
                                        <p:strVal val="visible"/>
                                      </p:to>
                                    </p:set>
                                    <p:anim calcmode="lin" valueType="num">
                                      <p:cBhvr>
                                        <p:cTn id="75" dur="500" fill="hold"/>
                                        <p:tgtEl>
                                          <p:spTgt spid="14"/>
                                        </p:tgtEl>
                                        <p:attrNameLst>
                                          <p:attrName>ppt_w</p:attrName>
                                        </p:attrNameLst>
                                      </p:cBhvr>
                                      <p:tavLst>
                                        <p:tav tm="0">
                                          <p:val>
                                            <p:fltVal val="0"/>
                                          </p:val>
                                        </p:tav>
                                        <p:tav tm="100000">
                                          <p:val>
                                            <p:strVal val="#ppt_w"/>
                                          </p:val>
                                        </p:tav>
                                      </p:tavLst>
                                    </p:anim>
                                    <p:anim calcmode="lin" valueType="num">
                                      <p:cBhvr>
                                        <p:cTn id="76" dur="500" fill="hold"/>
                                        <p:tgtEl>
                                          <p:spTgt spid="14"/>
                                        </p:tgtEl>
                                        <p:attrNameLst>
                                          <p:attrName>ppt_h</p:attrName>
                                        </p:attrNameLst>
                                      </p:cBhvr>
                                      <p:tavLst>
                                        <p:tav tm="0">
                                          <p:val>
                                            <p:fltVal val="0"/>
                                          </p:val>
                                        </p:tav>
                                        <p:tav tm="100000">
                                          <p:val>
                                            <p:strVal val="#ppt_h"/>
                                          </p:val>
                                        </p:tav>
                                      </p:tavLst>
                                    </p:anim>
                                    <p:animEffect transition="in" filter="fade">
                                      <p:cBhvr>
                                        <p:cTn id="77" dur="500"/>
                                        <p:tgtEl>
                                          <p:spTgt spid="14"/>
                                        </p:tgtEl>
                                      </p:cBhvr>
                                    </p:animEffect>
                                  </p:childTnLst>
                                </p:cTn>
                              </p:par>
                              <p:par>
                                <p:cTn id="78" presetID="53" presetClass="entr" presetSubtype="16" fill="hold" grpId="0" nodeType="withEffect">
                                  <p:stCondLst>
                                    <p:cond delay="1400"/>
                                  </p:stCondLst>
                                  <p:childTnLst>
                                    <p:set>
                                      <p:cBhvr>
                                        <p:cTn id="79" dur="1" fill="hold">
                                          <p:stCondLst>
                                            <p:cond delay="0"/>
                                          </p:stCondLst>
                                        </p:cTn>
                                        <p:tgtEl>
                                          <p:spTgt spid="15"/>
                                        </p:tgtEl>
                                        <p:attrNameLst>
                                          <p:attrName>style.visibility</p:attrName>
                                        </p:attrNameLst>
                                      </p:cBhvr>
                                      <p:to>
                                        <p:strVal val="visible"/>
                                      </p:to>
                                    </p:set>
                                    <p:anim calcmode="lin" valueType="num">
                                      <p:cBhvr>
                                        <p:cTn id="80" dur="500" fill="hold"/>
                                        <p:tgtEl>
                                          <p:spTgt spid="15"/>
                                        </p:tgtEl>
                                        <p:attrNameLst>
                                          <p:attrName>ppt_w</p:attrName>
                                        </p:attrNameLst>
                                      </p:cBhvr>
                                      <p:tavLst>
                                        <p:tav tm="0">
                                          <p:val>
                                            <p:fltVal val="0"/>
                                          </p:val>
                                        </p:tav>
                                        <p:tav tm="100000">
                                          <p:val>
                                            <p:strVal val="#ppt_w"/>
                                          </p:val>
                                        </p:tav>
                                      </p:tavLst>
                                    </p:anim>
                                    <p:anim calcmode="lin" valueType="num">
                                      <p:cBhvr>
                                        <p:cTn id="81" dur="500" fill="hold"/>
                                        <p:tgtEl>
                                          <p:spTgt spid="15"/>
                                        </p:tgtEl>
                                        <p:attrNameLst>
                                          <p:attrName>ppt_h</p:attrName>
                                        </p:attrNameLst>
                                      </p:cBhvr>
                                      <p:tavLst>
                                        <p:tav tm="0">
                                          <p:val>
                                            <p:fltVal val="0"/>
                                          </p:val>
                                        </p:tav>
                                        <p:tav tm="100000">
                                          <p:val>
                                            <p:strVal val="#ppt_h"/>
                                          </p:val>
                                        </p:tav>
                                      </p:tavLst>
                                    </p:anim>
                                    <p:animEffect transition="in" filter="fade">
                                      <p:cBhvr>
                                        <p:cTn id="82" dur="500"/>
                                        <p:tgtEl>
                                          <p:spTgt spid="15"/>
                                        </p:tgtEl>
                                      </p:cBhvr>
                                    </p:animEffect>
                                  </p:childTnLst>
                                </p:cTn>
                              </p:par>
                              <p:par>
                                <p:cTn id="83" presetID="10" presetClass="entr" presetSubtype="0" fill="hold" grpId="0" nodeType="withEffect">
                                  <p:stCondLst>
                                    <p:cond delay="168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F11"/>
        </a:solidFill>
        <a:effectLst/>
      </p:bgPr>
    </p:bg>
    <p:spTree>
      <p:nvGrpSpPr>
        <p:cNvPr id="1" name=""/>
        <p:cNvGrpSpPr/>
        <p:nvPr/>
      </p:nvGrpSpPr>
      <p:grpSpPr>
        <a:xfrm>
          <a:off x="0" y="0"/>
          <a:ext cx="0" cy="0"/>
          <a:chOff x="0" y="0"/>
          <a:chExt cx="0" cy="0"/>
        </a:xfrm>
      </p:grpSpPr>
      <p:pic>
        <p:nvPicPr>
          <p:cNvPr id="2" name="anim|1|fade|48" descr="C:\Users\AL-NOOR\Downloads\app-research-lab\app-research-lab\presentation\assets\photos\story_team.jpg"/>
          <p:cNvPicPr>
            <a:picLocks noChangeAspect="1"/>
          </p:cNvPicPr>
          <p:nvPr/>
        </p:nvPicPr>
        <p:blipFill>
          <a:blip r:embed="rId3"/>
          <a:stretch>
            <a:fillRect/>
          </a:stretch>
        </p:blipFill>
        <p:spPr>
          <a:xfrm>
            <a:off x="0" y="0"/>
            <a:ext cx="12191695" cy="6858000"/>
          </a:xfrm>
          <a:prstGeom prst="rect">
            <a:avLst/>
          </a:prstGeom>
        </p:spPr>
      </p:pic>
      <p:pic>
        <p:nvPicPr>
          <p:cNvPr id="3" name="anim|1|fade|49" descr="C:\Users\AL-NOOR\Downloads\app-research-lab\app-research-lab\presentation\assets\photos\overlay_bottom.png"/>
          <p:cNvPicPr>
            <a:picLocks noChangeAspect="1"/>
          </p:cNvPicPr>
          <p:nvPr/>
        </p:nvPicPr>
        <p:blipFill>
          <a:blip r:embed="rId4"/>
          <a:stretch>
            <a:fillRect/>
          </a:stretch>
        </p:blipFill>
        <p:spPr>
          <a:xfrm>
            <a:off x="0" y="0"/>
            <a:ext cx="12191695" cy="6858000"/>
          </a:xfrm>
          <a:prstGeom prst="rect">
            <a:avLst/>
          </a:prstGeom>
        </p:spPr>
      </p:pic>
      <p:sp>
        <p:nvSpPr>
          <p:cNvPr id="4" name="anim|3|zoom|50"/>
          <p:cNvSpPr/>
          <p:nvPr/>
        </p:nvSpPr>
        <p:spPr>
          <a:xfrm>
            <a:off x="2011680" y="36576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5" name="anim|3|zoom|51" descr="C:\Users\AL-NOOR\Downloads\app-research-lab\app-research-lab\presentation\assets\icons\hall_maroon.png"/>
          <p:cNvPicPr>
            <a:picLocks noChangeAspect="1"/>
          </p:cNvPicPr>
          <p:nvPr/>
        </p:nvPicPr>
        <p:blipFill>
          <a:blip r:embed="rId5"/>
          <a:stretch>
            <a:fillRect/>
          </a:stretch>
        </p:blipFill>
        <p:spPr>
          <a:xfrm>
            <a:off x="3642970" y="497434"/>
            <a:ext cx="285293" cy="285293"/>
          </a:xfrm>
          <a:prstGeom prst="rect">
            <a:avLst/>
          </a:prstGeom>
        </p:spPr>
      </p:pic>
      <p:sp>
        <p:nvSpPr>
          <p:cNvPr id="6" name="anim|3|zoom|52"/>
          <p:cNvSpPr txBox="1"/>
          <p:nvPr/>
        </p:nvSpPr>
        <p:spPr>
          <a:xfrm>
            <a:off x="2194560" y="36576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القاعة؟</a:t>
            </a:r>
            <a:endParaRPr lang="ar-IQ" sz="1500" dirty="0"/>
          </a:p>
        </p:txBody>
      </p:sp>
      <p:sp>
        <p:nvSpPr>
          <p:cNvPr id="7" name="anim|4|zoom|53"/>
          <p:cNvSpPr/>
          <p:nvPr/>
        </p:nvSpPr>
        <p:spPr>
          <a:xfrm>
            <a:off x="4251960" y="36576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8" name="anim|4|zoom|54" descr="C:\Users\AL-NOOR\Downloads\app-research-lab\app-research-lab\presentation\assets\icons\camera_maroon.png"/>
          <p:cNvPicPr>
            <a:picLocks noChangeAspect="1"/>
          </p:cNvPicPr>
          <p:nvPr/>
        </p:nvPicPr>
        <p:blipFill>
          <a:blip r:embed="rId6"/>
          <a:stretch>
            <a:fillRect/>
          </a:stretch>
        </p:blipFill>
        <p:spPr>
          <a:xfrm>
            <a:off x="5883250" y="497434"/>
            <a:ext cx="285293" cy="285293"/>
          </a:xfrm>
          <a:prstGeom prst="rect">
            <a:avLst/>
          </a:prstGeom>
        </p:spPr>
      </p:pic>
      <p:sp>
        <p:nvSpPr>
          <p:cNvPr id="9" name="anim|4|zoom|55"/>
          <p:cNvSpPr txBox="1"/>
          <p:nvPr/>
        </p:nvSpPr>
        <p:spPr>
          <a:xfrm>
            <a:off x="4434840" y="36576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المصوّر؟</a:t>
            </a:r>
            <a:endParaRPr lang="ar-IQ" sz="1500" dirty="0"/>
          </a:p>
        </p:txBody>
      </p:sp>
      <p:sp>
        <p:nvSpPr>
          <p:cNvPr id="10" name="anim|5|zoom|56"/>
          <p:cNvSpPr/>
          <p:nvPr/>
        </p:nvSpPr>
        <p:spPr>
          <a:xfrm>
            <a:off x="6492240" y="365760"/>
            <a:ext cx="2103120" cy="54864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11" name="anim|5|zoom|57" descr="C:\Users\AL-NOOR\Downloads\app-research-lab\app-research-lab\presentation\assets\icons\rose_maroon.png"/>
          <p:cNvPicPr>
            <a:picLocks noChangeAspect="1"/>
          </p:cNvPicPr>
          <p:nvPr/>
        </p:nvPicPr>
        <p:blipFill>
          <a:blip r:embed="rId7"/>
          <a:stretch>
            <a:fillRect/>
          </a:stretch>
        </p:blipFill>
        <p:spPr>
          <a:xfrm>
            <a:off x="8123530" y="497434"/>
            <a:ext cx="285293" cy="285293"/>
          </a:xfrm>
          <a:prstGeom prst="rect">
            <a:avLst/>
          </a:prstGeom>
        </p:spPr>
      </p:pic>
      <p:sp>
        <p:nvSpPr>
          <p:cNvPr id="12" name="anim|5|zoom|58"/>
          <p:cNvSpPr txBox="1"/>
          <p:nvPr/>
        </p:nvSpPr>
        <p:spPr>
          <a:xfrm>
            <a:off x="6675120" y="36576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الورد؟</a:t>
            </a:r>
            <a:endParaRPr lang="ar-IQ" sz="1500" dirty="0"/>
          </a:p>
        </p:txBody>
      </p:sp>
      <p:sp>
        <p:nvSpPr>
          <p:cNvPr id="13" name="anim|6|zoom|59"/>
          <p:cNvSpPr/>
          <p:nvPr/>
        </p:nvSpPr>
        <p:spPr>
          <a:xfrm>
            <a:off x="8503920" y="1188720"/>
            <a:ext cx="2103120" cy="548640"/>
          </a:xfrm>
          <a:prstGeom prst="roundRect">
            <a:avLst>
              <a:gd name="adj" fmla="val 50000"/>
            </a:avLst>
          </a:prstGeom>
          <a:solidFill>
            <a:srgbClr val="B08D57"/>
          </a:solidFill>
          <a:ln w="12700">
            <a:solidFill>
              <a:srgbClr val="B08D57"/>
            </a:solidFill>
            <a:prstDash val="solid"/>
          </a:ln>
          <a:effectLst>
            <a:outerShdw blurRad="127000" dist="38100" dir="5400000" algn="bl" rotWithShape="0">
              <a:srgbClr val="000000">
                <a:alpha val="18000"/>
              </a:srgbClr>
            </a:outerShdw>
          </a:effectLst>
        </p:spPr>
      </p:sp>
      <p:pic>
        <p:nvPicPr>
          <p:cNvPr id="14" name="anim|6|zoom|60" descr="C:\Users\AL-NOOR\Downloads\app-research-lab\app-research-lab\presentation\assets\icons\clock_white.png"/>
          <p:cNvPicPr>
            <a:picLocks noChangeAspect="1"/>
          </p:cNvPicPr>
          <p:nvPr/>
        </p:nvPicPr>
        <p:blipFill>
          <a:blip r:embed="rId8"/>
          <a:stretch>
            <a:fillRect/>
          </a:stretch>
        </p:blipFill>
        <p:spPr>
          <a:xfrm>
            <a:off x="10135210" y="1320394"/>
            <a:ext cx="285293" cy="285293"/>
          </a:xfrm>
          <a:prstGeom prst="rect">
            <a:avLst/>
          </a:prstGeom>
        </p:spPr>
      </p:pic>
      <p:sp>
        <p:nvSpPr>
          <p:cNvPr id="15" name="anim|6|zoom|61"/>
          <p:cNvSpPr txBox="1"/>
          <p:nvPr/>
        </p:nvSpPr>
        <p:spPr>
          <a:xfrm>
            <a:off x="8686800" y="1188720"/>
            <a:ext cx="1338682" cy="548640"/>
          </a:xfrm>
          <a:prstGeom prst="rect">
            <a:avLst/>
          </a:prstGeom>
          <a:noFill/>
          <a:ln/>
        </p:spPr>
        <p:txBody>
          <a:bodyPr wrap="square" lIns="0" tIns="0" rIns="0" bIns="0" rtlCol="0" anchor="ctr"/>
          <a:lstStyle/>
          <a:p>
            <a:pPr marL="0" indent="0" algn="r" rtl="1">
              <a:buNone/>
            </a:pPr>
            <a:r>
              <a:rPr lang="ar-IQ" altLang="en-US" sz="1500" b="1" dirty="0">
                <a:solidFill>
                  <a:srgbClr val="FFFFFF"/>
                </a:solidFill>
                <a:latin typeface="Segoe UI" pitchFamily="34" charset="0"/>
                <a:ea typeface="Segoe UI" pitchFamily="34" charset="-122"/>
                <a:cs typeface="Segoe UI" pitchFamily="34" charset="-120"/>
              </a:rPr>
              <a:t>موعد قريب</a:t>
            </a:r>
            <a:endParaRPr lang="ar-IQ" sz="1500" dirty="0"/>
          </a:p>
        </p:txBody>
      </p:sp>
      <p:sp>
        <p:nvSpPr>
          <p:cNvPr id="16" name="anim|2|rise|62"/>
          <p:cNvSpPr txBox="1"/>
          <p:nvPr/>
        </p:nvSpPr>
        <p:spPr>
          <a:xfrm>
            <a:off x="3840480" y="4069080"/>
            <a:ext cx="7772400" cy="365760"/>
          </a:xfrm>
          <a:prstGeom prst="rect">
            <a:avLst/>
          </a:prstGeom>
          <a:noFill/>
          <a:ln/>
        </p:spPr>
        <p:txBody>
          <a:bodyPr wrap="square" lIns="0" tIns="0" rIns="0" bIns="0" rtlCol="0" anchor="t"/>
          <a:lstStyle/>
          <a:p>
            <a:pPr marL="0" indent="0" algn="r" rtl="1">
              <a:buNone/>
            </a:pPr>
            <a:r>
              <a:rPr lang="ar-IQ" altLang="en-US" sz="1500" b="1" dirty="0">
                <a:solidFill>
                  <a:srgbClr val="E8D8BD"/>
                </a:solidFill>
                <a:latin typeface="Segoe UI" pitchFamily="34" charset="0"/>
                <a:ea typeface="Segoe UI" pitchFamily="34" charset="-122"/>
                <a:cs typeface="Segoe UI" pitchFamily="34" charset="-120"/>
              </a:rPr>
              <a:t>القصة الثالثة</a:t>
            </a:r>
            <a:endParaRPr lang="ar-IQ" sz="1500" dirty="0"/>
          </a:p>
        </p:txBody>
      </p:sp>
      <p:sp>
        <p:nvSpPr>
          <p:cNvPr id="17" name="anim|2|rise|63"/>
          <p:cNvSpPr txBox="1"/>
          <p:nvPr/>
        </p:nvSpPr>
        <p:spPr>
          <a:xfrm>
            <a:off x="2926080" y="4434840"/>
            <a:ext cx="8686800" cy="914400"/>
          </a:xfrm>
          <a:prstGeom prst="rect">
            <a:avLst/>
          </a:prstGeom>
          <a:noFill/>
          <a:ln/>
        </p:spPr>
        <p:txBody>
          <a:bodyPr wrap="square" lIns="0" tIns="0" rIns="0" bIns="0" rtlCol="0" anchor="t"/>
          <a:lstStyle/>
          <a:p>
            <a:pPr marL="0" indent="0" algn="r" rtl="1">
              <a:buNone/>
            </a:pPr>
            <a:r>
              <a:rPr lang="ar-IQ" altLang="en-US" sz="4000" b="1" dirty="0">
                <a:solidFill>
                  <a:srgbClr val="FFFFFF"/>
                </a:solidFill>
                <a:latin typeface="Segoe UI" pitchFamily="34" charset="0"/>
                <a:ea typeface="Segoe UI" pitchFamily="34" charset="-122"/>
                <a:cs typeface="Segoe UI" pitchFamily="34" charset="-120"/>
              </a:rPr>
              <a:t>الشركة عدها Event، والفريق ضايع</a:t>
            </a:r>
            <a:endParaRPr lang="ar-IQ" sz="4000" dirty="0"/>
          </a:p>
        </p:txBody>
      </p:sp>
      <p:sp>
        <p:nvSpPr>
          <p:cNvPr id="18" name="anim|9|fade|64"/>
          <p:cNvSpPr txBox="1"/>
          <p:nvPr/>
        </p:nvSpPr>
        <p:spPr>
          <a:xfrm>
            <a:off x="3840480" y="5394960"/>
            <a:ext cx="7772400" cy="822960"/>
          </a:xfrm>
          <a:prstGeom prst="rect">
            <a:avLst/>
          </a:prstGeom>
          <a:noFill/>
          <a:ln/>
        </p:spPr>
        <p:txBody>
          <a:bodyPr wrap="square" lIns="0" tIns="0" rIns="0" bIns="0" rtlCol="0" anchor="t"/>
          <a:lstStyle/>
          <a:p>
            <a:pPr marL="0" indent="0" algn="r" rtl="1">
              <a:buNone/>
            </a:pPr>
            <a:r>
              <a:rPr lang="ar-IQ" altLang="en-US" sz="1800" dirty="0">
                <a:solidFill>
                  <a:srgbClr val="E8D8BD"/>
                </a:solidFill>
                <a:latin typeface="Segoe UI" pitchFamily="34" charset="0"/>
                <a:ea typeface="Segoe UI" pitchFamily="34" charset="-122"/>
                <a:cs typeface="Segoe UI" pitchFamily="34" charset="-120"/>
              </a:rPr>
              <a:t>قاعة ومصوّر وورد وسيارات، وكل واحد بالفريق يدوّر بمكان.</a:t>
            </a:r>
            <a:endParaRPr lang="ar-IQ" sz="1800" dirty="0"/>
          </a:p>
        </p:txBody>
      </p:sp>
      <p:sp>
        <p:nvSpPr>
          <p:cNvPr id="19" name="Text 11"/>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E8D8BD"/>
                </a:solidFill>
                <a:latin typeface="Segoe UI" pitchFamily="34" charset="0"/>
                <a:ea typeface="Segoe UI" pitchFamily="34" charset="-122"/>
                <a:cs typeface="Segoe UI" pitchFamily="34" charset="-120"/>
              </a:rPr>
              <a:t>04</a:t>
            </a:r>
            <a:endParaRPr lang="en-US" sz="1000" dirty="0"/>
          </a:p>
        </p:txBody>
      </p:sp>
      <p:sp>
        <p:nvSpPr>
          <p:cNvPr id="20" name="Text 12"/>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E8D8BD"/>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37" presetClass="entr" presetSubtype="0" fill="hold" grpId="0" nodeType="withEffect">
                                  <p:stCondLst>
                                    <p:cond delay="28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600"/>
                                        <p:tgtEl>
                                          <p:spTgt spid="16"/>
                                        </p:tgtEl>
                                      </p:cBhvr>
                                    </p:animEffect>
                                    <p:anim calcmode="lin" valueType="num">
                                      <p:cBhvr>
                                        <p:cTn id="14" dur="600" fill="hold"/>
                                        <p:tgtEl>
                                          <p:spTgt spid="16"/>
                                        </p:tgtEl>
                                        <p:attrNameLst>
                                          <p:attrName>ppt_x</p:attrName>
                                        </p:attrNameLst>
                                      </p:cBhvr>
                                      <p:tavLst>
                                        <p:tav tm="0">
                                          <p:val>
                                            <p:strVal val="#ppt_x"/>
                                          </p:val>
                                        </p:tav>
                                        <p:tav tm="100000">
                                          <p:val>
                                            <p:strVal val="#ppt_x"/>
                                          </p:val>
                                        </p:tav>
                                      </p:tavLst>
                                    </p:anim>
                                    <p:anim calcmode="lin" valueType="num">
                                      <p:cBhvr>
                                        <p:cTn id="15" dur="540" decel="100000" fill="hold"/>
                                        <p:tgtEl>
                                          <p:spTgt spid="16"/>
                                        </p:tgtEl>
                                        <p:attrNameLst>
                                          <p:attrName>ppt_y</p:attrName>
                                        </p:attrNameLst>
                                      </p:cBhvr>
                                      <p:tavLst>
                                        <p:tav tm="0">
                                          <p:val>
                                            <p:strVal val="#ppt_y+1"/>
                                          </p:val>
                                        </p:tav>
                                        <p:tav tm="100000">
                                          <p:val>
                                            <p:strVal val="#ppt_y-.03"/>
                                          </p:val>
                                        </p:tav>
                                      </p:tavLst>
                                    </p:anim>
                                    <p:anim calcmode="lin" valueType="num">
                                      <p:cBhvr>
                                        <p:cTn id="16"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28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600"/>
                                        <p:tgtEl>
                                          <p:spTgt spid="17"/>
                                        </p:tgtEl>
                                      </p:cBhvr>
                                    </p:animEffect>
                                    <p:anim calcmode="lin" valueType="num">
                                      <p:cBhvr>
                                        <p:cTn id="20" dur="600" fill="hold"/>
                                        <p:tgtEl>
                                          <p:spTgt spid="17"/>
                                        </p:tgtEl>
                                        <p:attrNameLst>
                                          <p:attrName>ppt_x</p:attrName>
                                        </p:attrNameLst>
                                      </p:cBhvr>
                                      <p:tavLst>
                                        <p:tav tm="0">
                                          <p:val>
                                            <p:strVal val="#ppt_x"/>
                                          </p:val>
                                        </p:tav>
                                        <p:tav tm="100000">
                                          <p:val>
                                            <p:strVal val="#ppt_x"/>
                                          </p:val>
                                        </p:tav>
                                      </p:tavLst>
                                    </p:anim>
                                    <p:anim calcmode="lin" valueType="num">
                                      <p:cBhvr>
                                        <p:cTn id="21" dur="540" decel="100000" fill="hold"/>
                                        <p:tgtEl>
                                          <p:spTgt spid="17"/>
                                        </p:tgtEl>
                                        <p:attrNameLst>
                                          <p:attrName>ppt_y</p:attrName>
                                        </p:attrNameLst>
                                      </p:cBhvr>
                                      <p:tavLst>
                                        <p:tav tm="0">
                                          <p:val>
                                            <p:strVal val="#ppt_y+1"/>
                                          </p:val>
                                        </p:tav>
                                        <p:tav tm="100000">
                                          <p:val>
                                            <p:strVal val="#ppt_y-.03"/>
                                          </p:val>
                                        </p:tav>
                                      </p:tavLst>
                                    </p:anim>
                                    <p:anim calcmode="lin" valueType="num">
                                      <p:cBhvr>
                                        <p:cTn id="22"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23" presetID="53" presetClass="entr" presetSubtype="16" fill="hold" nodeType="withEffect">
                                  <p:stCondLst>
                                    <p:cond delay="56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Effect transition="in" filter="fade">
                                      <p:cBhvr>
                                        <p:cTn id="27" dur="500"/>
                                        <p:tgtEl>
                                          <p:spTgt spid="4"/>
                                        </p:tgtEl>
                                      </p:cBhvr>
                                    </p:animEffect>
                                  </p:childTnLst>
                                </p:cTn>
                              </p:par>
                              <p:par>
                                <p:cTn id="28" presetID="53" presetClass="entr" presetSubtype="16" fill="hold" nodeType="withEffect">
                                  <p:stCondLst>
                                    <p:cond delay="560"/>
                                  </p:stCondLst>
                                  <p:childTnLst>
                                    <p:set>
                                      <p:cBhvr>
                                        <p:cTn id="29" dur="1" fill="hold">
                                          <p:stCondLst>
                                            <p:cond delay="0"/>
                                          </p:stCondLst>
                                        </p:cTn>
                                        <p:tgtEl>
                                          <p:spTgt spid="5"/>
                                        </p:tgtEl>
                                        <p:attrNameLst>
                                          <p:attrName>style.visibility</p:attrName>
                                        </p:attrNameLst>
                                      </p:cBhvr>
                                      <p:to>
                                        <p:strVal val="visible"/>
                                      </p:to>
                                    </p:set>
                                    <p:anim calcmode="lin" valueType="num">
                                      <p:cBhvr>
                                        <p:cTn id="30" dur="500" fill="hold"/>
                                        <p:tgtEl>
                                          <p:spTgt spid="5"/>
                                        </p:tgtEl>
                                        <p:attrNameLst>
                                          <p:attrName>ppt_w</p:attrName>
                                        </p:attrNameLst>
                                      </p:cBhvr>
                                      <p:tavLst>
                                        <p:tav tm="0">
                                          <p:val>
                                            <p:fltVal val="0"/>
                                          </p:val>
                                        </p:tav>
                                        <p:tav tm="100000">
                                          <p:val>
                                            <p:strVal val="#ppt_w"/>
                                          </p:val>
                                        </p:tav>
                                      </p:tavLst>
                                    </p:anim>
                                    <p:anim calcmode="lin" valueType="num">
                                      <p:cBhvr>
                                        <p:cTn id="31" dur="500" fill="hold"/>
                                        <p:tgtEl>
                                          <p:spTgt spid="5"/>
                                        </p:tgtEl>
                                        <p:attrNameLst>
                                          <p:attrName>ppt_h</p:attrName>
                                        </p:attrNameLst>
                                      </p:cBhvr>
                                      <p:tavLst>
                                        <p:tav tm="0">
                                          <p:val>
                                            <p:fltVal val="0"/>
                                          </p:val>
                                        </p:tav>
                                        <p:tav tm="100000">
                                          <p:val>
                                            <p:strVal val="#ppt_h"/>
                                          </p:val>
                                        </p:tav>
                                      </p:tavLst>
                                    </p:anim>
                                    <p:animEffect transition="in" filter="fade">
                                      <p:cBhvr>
                                        <p:cTn id="32" dur="500"/>
                                        <p:tgtEl>
                                          <p:spTgt spid="5"/>
                                        </p:tgtEl>
                                      </p:cBhvr>
                                    </p:animEffect>
                                  </p:childTnLst>
                                </p:cTn>
                              </p:par>
                              <p:par>
                                <p:cTn id="33" presetID="53" presetClass="entr" presetSubtype="16" fill="hold" grpId="0" nodeType="withEffect">
                                  <p:stCondLst>
                                    <p:cond delay="56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par>
                                <p:cTn id="38" presetID="53" presetClass="entr" presetSubtype="16" fill="hold" nodeType="withEffect">
                                  <p:stCondLst>
                                    <p:cond delay="84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animEffect transition="in" filter="fade">
                                      <p:cBhvr>
                                        <p:cTn id="42" dur="500"/>
                                        <p:tgtEl>
                                          <p:spTgt spid="7"/>
                                        </p:tgtEl>
                                      </p:cBhvr>
                                    </p:animEffect>
                                  </p:childTnLst>
                                </p:cTn>
                              </p:par>
                              <p:par>
                                <p:cTn id="43" presetID="53" presetClass="entr" presetSubtype="16" fill="hold" nodeType="withEffect">
                                  <p:stCondLst>
                                    <p:cond delay="84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53" presetClass="entr" presetSubtype="16" fill="hold" grpId="0" nodeType="withEffect">
                                  <p:stCondLst>
                                    <p:cond delay="840"/>
                                  </p:stCondLst>
                                  <p:childTnLst>
                                    <p:set>
                                      <p:cBhvr>
                                        <p:cTn id="49" dur="1" fill="hold">
                                          <p:stCondLst>
                                            <p:cond delay="0"/>
                                          </p:stCondLst>
                                        </p:cTn>
                                        <p:tgtEl>
                                          <p:spTgt spid="9"/>
                                        </p:tgtEl>
                                        <p:attrNameLst>
                                          <p:attrName>style.visibility</p:attrName>
                                        </p:attrNameLst>
                                      </p:cBhvr>
                                      <p:to>
                                        <p:strVal val="visible"/>
                                      </p:to>
                                    </p:set>
                                    <p:anim calcmode="lin" valueType="num">
                                      <p:cBhvr>
                                        <p:cTn id="50" dur="500" fill="hold"/>
                                        <p:tgtEl>
                                          <p:spTgt spid="9"/>
                                        </p:tgtEl>
                                        <p:attrNameLst>
                                          <p:attrName>ppt_w</p:attrName>
                                        </p:attrNameLst>
                                      </p:cBhvr>
                                      <p:tavLst>
                                        <p:tav tm="0">
                                          <p:val>
                                            <p:fltVal val="0"/>
                                          </p:val>
                                        </p:tav>
                                        <p:tav tm="100000">
                                          <p:val>
                                            <p:strVal val="#ppt_w"/>
                                          </p:val>
                                        </p:tav>
                                      </p:tavLst>
                                    </p:anim>
                                    <p:anim calcmode="lin" valueType="num">
                                      <p:cBhvr>
                                        <p:cTn id="51" dur="500" fill="hold"/>
                                        <p:tgtEl>
                                          <p:spTgt spid="9"/>
                                        </p:tgtEl>
                                        <p:attrNameLst>
                                          <p:attrName>ppt_h</p:attrName>
                                        </p:attrNameLst>
                                      </p:cBhvr>
                                      <p:tavLst>
                                        <p:tav tm="0">
                                          <p:val>
                                            <p:fltVal val="0"/>
                                          </p:val>
                                        </p:tav>
                                        <p:tav tm="100000">
                                          <p:val>
                                            <p:strVal val="#ppt_h"/>
                                          </p:val>
                                        </p:tav>
                                      </p:tavLst>
                                    </p:anim>
                                    <p:animEffect transition="in" filter="fade">
                                      <p:cBhvr>
                                        <p:cTn id="52" dur="500"/>
                                        <p:tgtEl>
                                          <p:spTgt spid="9"/>
                                        </p:tgtEl>
                                      </p:cBhvr>
                                    </p:animEffect>
                                  </p:childTnLst>
                                </p:cTn>
                              </p:par>
                              <p:par>
                                <p:cTn id="53" presetID="53" presetClass="entr" presetSubtype="16" fill="hold" nodeType="withEffect">
                                  <p:stCondLst>
                                    <p:cond delay="1120"/>
                                  </p:stCondLst>
                                  <p:childTnLst>
                                    <p:set>
                                      <p:cBhvr>
                                        <p:cTn id="54" dur="1" fill="hold">
                                          <p:stCondLst>
                                            <p:cond delay="0"/>
                                          </p:stCondLst>
                                        </p:cTn>
                                        <p:tgtEl>
                                          <p:spTgt spid="10"/>
                                        </p:tgtEl>
                                        <p:attrNameLst>
                                          <p:attrName>style.visibility</p:attrName>
                                        </p:attrNameLst>
                                      </p:cBhvr>
                                      <p:to>
                                        <p:strVal val="visible"/>
                                      </p:to>
                                    </p:set>
                                    <p:anim calcmode="lin" valueType="num">
                                      <p:cBhvr>
                                        <p:cTn id="55" dur="500" fill="hold"/>
                                        <p:tgtEl>
                                          <p:spTgt spid="10"/>
                                        </p:tgtEl>
                                        <p:attrNameLst>
                                          <p:attrName>ppt_w</p:attrName>
                                        </p:attrNameLst>
                                      </p:cBhvr>
                                      <p:tavLst>
                                        <p:tav tm="0">
                                          <p:val>
                                            <p:fltVal val="0"/>
                                          </p:val>
                                        </p:tav>
                                        <p:tav tm="100000">
                                          <p:val>
                                            <p:strVal val="#ppt_w"/>
                                          </p:val>
                                        </p:tav>
                                      </p:tavLst>
                                    </p:anim>
                                    <p:anim calcmode="lin" valueType="num">
                                      <p:cBhvr>
                                        <p:cTn id="56" dur="500" fill="hold"/>
                                        <p:tgtEl>
                                          <p:spTgt spid="10"/>
                                        </p:tgtEl>
                                        <p:attrNameLst>
                                          <p:attrName>ppt_h</p:attrName>
                                        </p:attrNameLst>
                                      </p:cBhvr>
                                      <p:tavLst>
                                        <p:tav tm="0">
                                          <p:val>
                                            <p:fltVal val="0"/>
                                          </p:val>
                                        </p:tav>
                                        <p:tav tm="100000">
                                          <p:val>
                                            <p:strVal val="#ppt_h"/>
                                          </p:val>
                                        </p:tav>
                                      </p:tavLst>
                                    </p:anim>
                                    <p:animEffect transition="in" filter="fade">
                                      <p:cBhvr>
                                        <p:cTn id="57" dur="500"/>
                                        <p:tgtEl>
                                          <p:spTgt spid="10"/>
                                        </p:tgtEl>
                                      </p:cBhvr>
                                    </p:animEffect>
                                  </p:childTnLst>
                                </p:cTn>
                              </p:par>
                              <p:par>
                                <p:cTn id="58" presetID="53" presetClass="entr" presetSubtype="16" fill="hold" nodeType="withEffect">
                                  <p:stCondLst>
                                    <p:cond delay="112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par>
                                <p:cTn id="63" presetID="53" presetClass="entr" presetSubtype="16" fill="hold" grpId="0" nodeType="withEffect">
                                  <p:stCondLst>
                                    <p:cond delay="112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par>
                                <p:cTn id="68" presetID="53" presetClass="entr" presetSubtype="16" fill="hold" nodeType="withEffect">
                                  <p:stCondLst>
                                    <p:cond delay="1400"/>
                                  </p:stCondLst>
                                  <p:childTnLst>
                                    <p:set>
                                      <p:cBhvr>
                                        <p:cTn id="69" dur="1" fill="hold">
                                          <p:stCondLst>
                                            <p:cond delay="0"/>
                                          </p:stCondLst>
                                        </p:cTn>
                                        <p:tgtEl>
                                          <p:spTgt spid="13"/>
                                        </p:tgtEl>
                                        <p:attrNameLst>
                                          <p:attrName>style.visibility</p:attrName>
                                        </p:attrNameLst>
                                      </p:cBhvr>
                                      <p:to>
                                        <p:strVal val="visible"/>
                                      </p:to>
                                    </p:set>
                                    <p:anim calcmode="lin" valueType="num">
                                      <p:cBhvr>
                                        <p:cTn id="70" dur="500" fill="hold"/>
                                        <p:tgtEl>
                                          <p:spTgt spid="13"/>
                                        </p:tgtEl>
                                        <p:attrNameLst>
                                          <p:attrName>ppt_w</p:attrName>
                                        </p:attrNameLst>
                                      </p:cBhvr>
                                      <p:tavLst>
                                        <p:tav tm="0">
                                          <p:val>
                                            <p:fltVal val="0"/>
                                          </p:val>
                                        </p:tav>
                                        <p:tav tm="100000">
                                          <p:val>
                                            <p:strVal val="#ppt_w"/>
                                          </p:val>
                                        </p:tav>
                                      </p:tavLst>
                                    </p:anim>
                                    <p:anim calcmode="lin" valueType="num">
                                      <p:cBhvr>
                                        <p:cTn id="71" dur="500" fill="hold"/>
                                        <p:tgtEl>
                                          <p:spTgt spid="13"/>
                                        </p:tgtEl>
                                        <p:attrNameLst>
                                          <p:attrName>ppt_h</p:attrName>
                                        </p:attrNameLst>
                                      </p:cBhvr>
                                      <p:tavLst>
                                        <p:tav tm="0">
                                          <p:val>
                                            <p:fltVal val="0"/>
                                          </p:val>
                                        </p:tav>
                                        <p:tav tm="100000">
                                          <p:val>
                                            <p:strVal val="#ppt_h"/>
                                          </p:val>
                                        </p:tav>
                                      </p:tavLst>
                                    </p:anim>
                                    <p:animEffect transition="in" filter="fade">
                                      <p:cBhvr>
                                        <p:cTn id="72" dur="500"/>
                                        <p:tgtEl>
                                          <p:spTgt spid="13"/>
                                        </p:tgtEl>
                                      </p:cBhvr>
                                    </p:animEffect>
                                  </p:childTnLst>
                                </p:cTn>
                              </p:par>
                              <p:par>
                                <p:cTn id="73" presetID="53" presetClass="entr" presetSubtype="16" fill="hold" nodeType="withEffect">
                                  <p:stCondLst>
                                    <p:cond delay="1400"/>
                                  </p:stCondLst>
                                  <p:childTnLst>
                                    <p:set>
                                      <p:cBhvr>
                                        <p:cTn id="74" dur="1" fill="hold">
                                          <p:stCondLst>
                                            <p:cond delay="0"/>
                                          </p:stCondLst>
                                        </p:cTn>
                                        <p:tgtEl>
                                          <p:spTgt spid="14"/>
                                        </p:tgtEl>
                                        <p:attrNameLst>
                                          <p:attrName>style.visibility</p:attrName>
                                        </p:attrNameLst>
                                      </p:cBhvr>
                                      <p:to>
                                        <p:strVal val="visible"/>
                                      </p:to>
                                    </p:set>
                                    <p:anim calcmode="lin" valueType="num">
                                      <p:cBhvr>
                                        <p:cTn id="75" dur="500" fill="hold"/>
                                        <p:tgtEl>
                                          <p:spTgt spid="14"/>
                                        </p:tgtEl>
                                        <p:attrNameLst>
                                          <p:attrName>ppt_w</p:attrName>
                                        </p:attrNameLst>
                                      </p:cBhvr>
                                      <p:tavLst>
                                        <p:tav tm="0">
                                          <p:val>
                                            <p:fltVal val="0"/>
                                          </p:val>
                                        </p:tav>
                                        <p:tav tm="100000">
                                          <p:val>
                                            <p:strVal val="#ppt_w"/>
                                          </p:val>
                                        </p:tav>
                                      </p:tavLst>
                                    </p:anim>
                                    <p:anim calcmode="lin" valueType="num">
                                      <p:cBhvr>
                                        <p:cTn id="76" dur="500" fill="hold"/>
                                        <p:tgtEl>
                                          <p:spTgt spid="14"/>
                                        </p:tgtEl>
                                        <p:attrNameLst>
                                          <p:attrName>ppt_h</p:attrName>
                                        </p:attrNameLst>
                                      </p:cBhvr>
                                      <p:tavLst>
                                        <p:tav tm="0">
                                          <p:val>
                                            <p:fltVal val="0"/>
                                          </p:val>
                                        </p:tav>
                                        <p:tav tm="100000">
                                          <p:val>
                                            <p:strVal val="#ppt_h"/>
                                          </p:val>
                                        </p:tav>
                                      </p:tavLst>
                                    </p:anim>
                                    <p:animEffect transition="in" filter="fade">
                                      <p:cBhvr>
                                        <p:cTn id="77" dur="500"/>
                                        <p:tgtEl>
                                          <p:spTgt spid="14"/>
                                        </p:tgtEl>
                                      </p:cBhvr>
                                    </p:animEffect>
                                  </p:childTnLst>
                                </p:cTn>
                              </p:par>
                              <p:par>
                                <p:cTn id="78" presetID="53" presetClass="entr" presetSubtype="16" fill="hold" grpId="0" nodeType="withEffect">
                                  <p:stCondLst>
                                    <p:cond delay="1400"/>
                                  </p:stCondLst>
                                  <p:childTnLst>
                                    <p:set>
                                      <p:cBhvr>
                                        <p:cTn id="79" dur="1" fill="hold">
                                          <p:stCondLst>
                                            <p:cond delay="0"/>
                                          </p:stCondLst>
                                        </p:cTn>
                                        <p:tgtEl>
                                          <p:spTgt spid="15"/>
                                        </p:tgtEl>
                                        <p:attrNameLst>
                                          <p:attrName>style.visibility</p:attrName>
                                        </p:attrNameLst>
                                      </p:cBhvr>
                                      <p:to>
                                        <p:strVal val="visible"/>
                                      </p:to>
                                    </p:set>
                                    <p:anim calcmode="lin" valueType="num">
                                      <p:cBhvr>
                                        <p:cTn id="80" dur="500" fill="hold"/>
                                        <p:tgtEl>
                                          <p:spTgt spid="15"/>
                                        </p:tgtEl>
                                        <p:attrNameLst>
                                          <p:attrName>ppt_w</p:attrName>
                                        </p:attrNameLst>
                                      </p:cBhvr>
                                      <p:tavLst>
                                        <p:tav tm="0">
                                          <p:val>
                                            <p:fltVal val="0"/>
                                          </p:val>
                                        </p:tav>
                                        <p:tav tm="100000">
                                          <p:val>
                                            <p:strVal val="#ppt_w"/>
                                          </p:val>
                                        </p:tav>
                                      </p:tavLst>
                                    </p:anim>
                                    <p:anim calcmode="lin" valueType="num">
                                      <p:cBhvr>
                                        <p:cTn id="81" dur="500" fill="hold"/>
                                        <p:tgtEl>
                                          <p:spTgt spid="15"/>
                                        </p:tgtEl>
                                        <p:attrNameLst>
                                          <p:attrName>ppt_h</p:attrName>
                                        </p:attrNameLst>
                                      </p:cBhvr>
                                      <p:tavLst>
                                        <p:tav tm="0">
                                          <p:val>
                                            <p:fltVal val="0"/>
                                          </p:val>
                                        </p:tav>
                                        <p:tav tm="100000">
                                          <p:val>
                                            <p:strVal val="#ppt_h"/>
                                          </p:val>
                                        </p:tav>
                                      </p:tavLst>
                                    </p:anim>
                                    <p:animEffect transition="in" filter="fade">
                                      <p:cBhvr>
                                        <p:cTn id="82" dur="500"/>
                                        <p:tgtEl>
                                          <p:spTgt spid="15"/>
                                        </p:tgtEl>
                                      </p:cBhvr>
                                    </p:animEffect>
                                  </p:childTnLst>
                                </p:cTn>
                              </p:par>
                              <p:par>
                                <p:cTn id="83" presetID="10" presetClass="entr" presetSubtype="0" fill="hold" grpId="0" nodeType="withEffect">
                                  <p:stCondLst>
                                    <p:cond delay="168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P spid="15" grpId="0" animBg="1"/>
      <p:bldP spid="16"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zoom|65"/>
          <p:cNvSpPr/>
          <p:nvPr/>
        </p:nvSpPr>
        <p:spPr>
          <a:xfrm>
            <a:off x="3566160" y="502920"/>
            <a:ext cx="1325880" cy="1325880"/>
          </a:xfrm>
          <a:prstGeom prst="ellipse">
            <a:avLst/>
          </a:prstGeom>
          <a:solidFill>
            <a:srgbClr val="E8D8BD"/>
          </a:solidFill>
          <a:ln w="12700">
            <a:solidFill>
              <a:srgbClr val="E8D8BD"/>
            </a:solidFill>
            <a:prstDash val="solid"/>
          </a:ln>
        </p:spPr>
      </p:sp>
      <p:pic>
        <p:nvPicPr>
          <p:cNvPr id="3" name="anim|1|zoom|66" descr="C:\Users\AL-NOOR\Downloads\app-research-lab\app-research-lab\presentation\assets\photos\thumb_team.jpg"/>
          <p:cNvPicPr>
            <a:picLocks noChangeAspect="1"/>
          </p:cNvPicPr>
          <p:nvPr/>
        </p:nvPicPr>
        <p:blipFill>
          <a:blip r:embed="rId4"/>
          <a:stretch>
            <a:fillRect/>
          </a:stretch>
        </p:blipFill>
        <p:spPr>
          <a:xfrm>
            <a:off x="3611880" y="548640"/>
            <a:ext cx="1234440" cy="1234440"/>
          </a:xfrm>
          <a:prstGeom prst="ellipse">
            <a:avLst/>
          </a:prstGeom>
        </p:spPr>
      </p:pic>
      <p:sp>
        <p:nvSpPr>
          <p:cNvPr id="4" name="anim|1|zoom|67"/>
          <p:cNvSpPr/>
          <p:nvPr/>
        </p:nvSpPr>
        <p:spPr>
          <a:xfrm>
            <a:off x="5349240" y="502920"/>
            <a:ext cx="1325880" cy="1325880"/>
          </a:xfrm>
          <a:prstGeom prst="ellipse">
            <a:avLst/>
          </a:prstGeom>
          <a:solidFill>
            <a:srgbClr val="E8D8BD"/>
          </a:solidFill>
          <a:ln w="12700">
            <a:solidFill>
              <a:srgbClr val="E8D8BD"/>
            </a:solidFill>
            <a:prstDash val="solid"/>
          </a:ln>
        </p:spPr>
      </p:sp>
      <p:pic>
        <p:nvPicPr>
          <p:cNvPr id="5" name="anim|1|zoom|68" descr="C:\Users\AL-NOOR\Downloads\app-research-lab\app-research-lab\presentation\assets\photos\thumb_students.jpg"/>
          <p:cNvPicPr>
            <a:picLocks noChangeAspect="1"/>
          </p:cNvPicPr>
          <p:nvPr/>
        </p:nvPicPr>
        <p:blipFill>
          <a:blip r:embed="rId5"/>
          <a:stretch>
            <a:fillRect/>
          </a:stretch>
        </p:blipFill>
        <p:spPr>
          <a:xfrm>
            <a:off x="5394960" y="548640"/>
            <a:ext cx="1234440" cy="1234440"/>
          </a:xfrm>
          <a:prstGeom prst="ellipse">
            <a:avLst/>
          </a:prstGeom>
        </p:spPr>
      </p:pic>
      <p:sp>
        <p:nvSpPr>
          <p:cNvPr id="6" name="anim|1|zoom|69"/>
          <p:cNvSpPr/>
          <p:nvPr/>
        </p:nvSpPr>
        <p:spPr>
          <a:xfrm>
            <a:off x="7132320" y="502920"/>
            <a:ext cx="1325880" cy="1325880"/>
          </a:xfrm>
          <a:prstGeom prst="ellipse">
            <a:avLst/>
          </a:prstGeom>
          <a:solidFill>
            <a:srgbClr val="E8D8BD"/>
          </a:solidFill>
          <a:ln w="12700">
            <a:solidFill>
              <a:srgbClr val="E8D8BD"/>
            </a:solidFill>
            <a:prstDash val="solid"/>
          </a:ln>
        </p:spPr>
      </p:sp>
      <p:pic>
        <p:nvPicPr>
          <p:cNvPr id="7" name="anim|1|zoom|70" descr="C:\Users\AL-NOOR\Downloads\app-research-lab\app-research-lab\presentation\assets\photos\thumb_bride.jpg"/>
          <p:cNvPicPr>
            <a:picLocks noChangeAspect="1"/>
          </p:cNvPicPr>
          <p:nvPr/>
        </p:nvPicPr>
        <p:blipFill>
          <a:blip r:embed="rId6"/>
          <a:stretch>
            <a:fillRect/>
          </a:stretch>
        </p:blipFill>
        <p:spPr>
          <a:xfrm>
            <a:off x="7178040" y="548640"/>
            <a:ext cx="1234440" cy="1234440"/>
          </a:xfrm>
          <a:prstGeom prst="ellipse">
            <a:avLst/>
          </a:prstGeom>
        </p:spPr>
      </p:pic>
      <p:sp>
        <p:nvSpPr>
          <p:cNvPr id="8" name="anim|2|fade|71"/>
          <p:cNvSpPr txBox="1"/>
          <p:nvPr/>
        </p:nvSpPr>
        <p:spPr>
          <a:xfrm>
            <a:off x="548640" y="2011680"/>
            <a:ext cx="11094415" cy="731520"/>
          </a:xfrm>
          <a:prstGeom prst="rect">
            <a:avLst/>
          </a:prstGeom>
          <a:noFill/>
          <a:ln/>
        </p:spPr>
        <p:txBody>
          <a:bodyPr wrap="square" lIns="0" tIns="0" rIns="0" bIns="0" rtlCol="0" anchor="t"/>
          <a:lstStyle/>
          <a:p>
            <a:pPr marL="0" indent="0" algn="ctr" rtl="1">
              <a:buNone/>
            </a:pPr>
            <a:r>
              <a:rPr lang="ar-IQ" altLang="en-US" sz="3000" dirty="0">
                <a:solidFill>
                  <a:srgbClr val="E8D8BD"/>
                </a:solidFill>
                <a:latin typeface="Segoe UI" pitchFamily="34" charset="0"/>
                <a:ea typeface="Segoe UI" pitchFamily="34" charset="-122"/>
                <a:cs typeface="Segoe UI" pitchFamily="34" charset="-120"/>
              </a:rPr>
              <a:t>ثلاث قصص مختلفة...</a:t>
            </a:r>
            <a:endParaRPr lang="ar-IQ" sz="3000" dirty="0"/>
          </a:p>
        </p:txBody>
      </p:sp>
      <p:sp>
        <p:nvSpPr>
          <p:cNvPr id="9" name="anim|3|zoom|72"/>
          <p:cNvSpPr txBox="1"/>
          <p:nvPr/>
        </p:nvSpPr>
        <p:spPr>
          <a:xfrm>
            <a:off x="548640" y="2651760"/>
            <a:ext cx="11094415" cy="1005840"/>
          </a:xfrm>
          <a:prstGeom prst="rect">
            <a:avLst/>
          </a:prstGeom>
          <a:noFill/>
          <a:ln/>
        </p:spPr>
        <p:txBody>
          <a:bodyPr wrap="square" lIns="0" tIns="0" rIns="0" bIns="0" rtlCol="0" anchor="t"/>
          <a:lstStyle/>
          <a:p>
            <a:pPr marL="0" indent="0" algn="ctr" rtl="1">
              <a:buNone/>
            </a:pPr>
            <a:r>
              <a:rPr lang="ar-IQ" altLang="en-US" sz="5200" b="1" dirty="0">
                <a:solidFill>
                  <a:srgbClr val="FFFFFF"/>
                </a:solidFill>
                <a:latin typeface="Segoe UI" pitchFamily="34" charset="0"/>
                <a:ea typeface="Segoe UI" pitchFamily="34" charset="-122"/>
                <a:cs typeface="Segoe UI" pitchFamily="34" charset="-120"/>
              </a:rPr>
              <a:t>لكن المشكلة واحدة.</a:t>
            </a:r>
            <a:endParaRPr lang="ar-IQ" sz="5200" dirty="0"/>
          </a:p>
        </p:txBody>
      </p:sp>
      <p:sp>
        <p:nvSpPr>
          <p:cNvPr id="10" name="anim|4|rise|73"/>
          <p:cNvSpPr/>
          <p:nvPr/>
        </p:nvSpPr>
        <p:spPr>
          <a:xfrm>
            <a:off x="9181948" y="4206240"/>
            <a:ext cx="2331720" cy="1783080"/>
          </a:xfrm>
          <a:prstGeom prst="roundRect">
            <a:avLst>
              <a:gd name="adj" fmla="val 11282"/>
            </a:avLst>
          </a:prstGeom>
          <a:solidFill>
            <a:srgbClr val="FFFFFF">
              <a:alpha val="10000"/>
            </a:srgbClr>
          </a:solidFill>
          <a:ln w="9525">
            <a:solidFill>
              <a:srgbClr val="E8D8BD">
                <a:alpha val="50000"/>
              </a:srgbClr>
            </a:solidFill>
            <a:prstDash val="solid"/>
          </a:ln>
        </p:spPr>
      </p:sp>
      <p:sp>
        <p:nvSpPr>
          <p:cNvPr id="11" name="anim|4|rise|74"/>
          <p:cNvSpPr/>
          <p:nvPr/>
        </p:nvSpPr>
        <p:spPr>
          <a:xfrm>
            <a:off x="9963760" y="4434840"/>
            <a:ext cx="768096" cy="768096"/>
          </a:xfrm>
          <a:prstGeom prst="ellipse">
            <a:avLst/>
          </a:prstGeom>
          <a:solidFill>
            <a:srgbClr val="6E1E33"/>
          </a:solidFill>
          <a:ln w="12700">
            <a:solidFill>
              <a:srgbClr val="6E1E33"/>
            </a:solidFill>
            <a:prstDash val="solid"/>
          </a:ln>
        </p:spPr>
      </p:sp>
      <p:pic>
        <p:nvPicPr>
          <p:cNvPr id="12" name="anim|4|rise|75" descr="C:\Users\AL-NOOR\Downloads\app-research-lab\app-research-lab\presentation\assets\icons\clock_white.png"/>
          <p:cNvPicPr>
            <a:picLocks noChangeAspect="1"/>
          </p:cNvPicPr>
          <p:nvPr/>
        </p:nvPicPr>
        <p:blipFill>
          <a:blip r:embed="rId7"/>
          <a:stretch>
            <a:fillRect/>
          </a:stretch>
        </p:blipFill>
        <p:spPr>
          <a:xfrm>
            <a:off x="10163465" y="4634545"/>
            <a:ext cx="368686" cy="368686"/>
          </a:xfrm>
          <a:prstGeom prst="rect">
            <a:avLst/>
          </a:prstGeom>
        </p:spPr>
      </p:pic>
      <p:sp>
        <p:nvSpPr>
          <p:cNvPr id="13" name="anim|4|rise|76"/>
          <p:cNvSpPr txBox="1"/>
          <p:nvPr/>
        </p:nvSpPr>
        <p:spPr>
          <a:xfrm>
            <a:off x="9181948" y="5349240"/>
            <a:ext cx="2331720" cy="457200"/>
          </a:xfrm>
          <a:prstGeom prst="rect">
            <a:avLst/>
          </a:prstGeom>
          <a:noFill/>
          <a:ln/>
        </p:spPr>
        <p:txBody>
          <a:bodyPr wrap="square" lIns="0" tIns="0" rIns="0" bIns="0" rtlCol="0" anchor="t"/>
          <a:lstStyle/>
          <a:p>
            <a:pPr marL="0" indent="0" algn="ctr" rtl="1">
              <a:buNone/>
            </a:pPr>
            <a:r>
              <a:rPr lang="ar-IQ" altLang="en-US" sz="1800" b="1" dirty="0">
                <a:solidFill>
                  <a:srgbClr val="FFFFFF"/>
                </a:solidFill>
                <a:latin typeface="Segoe UI" pitchFamily="34" charset="0"/>
                <a:ea typeface="Segoe UI" pitchFamily="34" charset="-122"/>
                <a:cs typeface="Segoe UI" pitchFamily="34" charset="-120"/>
              </a:rPr>
              <a:t>وقت ضائع</a:t>
            </a:r>
            <a:endParaRPr lang="ar-IQ" sz="1800" dirty="0"/>
          </a:p>
        </p:txBody>
      </p:sp>
      <p:sp>
        <p:nvSpPr>
          <p:cNvPr id="14" name="anim|4|rise|77"/>
          <p:cNvSpPr txBox="1"/>
          <p:nvPr/>
        </p:nvSpPr>
        <p:spPr>
          <a:xfrm>
            <a:off x="8679028" y="4754880"/>
            <a:ext cx="502920" cy="640080"/>
          </a:xfrm>
          <a:prstGeom prst="rect">
            <a:avLst/>
          </a:prstGeom>
          <a:noFill/>
          <a:ln/>
        </p:spPr>
        <p:txBody>
          <a:bodyPr wrap="square" lIns="0" tIns="0" rIns="0" bIns="0" rtlCol="0" anchor="t"/>
          <a:lstStyle/>
          <a:p>
            <a:pPr marL="0" indent="0" algn="ctr">
              <a:buNone/>
            </a:pPr>
            <a:r>
              <a:rPr lang="en-US" altLang="en-US" sz="3000" b="1" dirty="0">
                <a:solidFill>
                  <a:srgbClr val="B08D57"/>
                </a:solidFill>
                <a:latin typeface="Segoe UI" pitchFamily="34" charset="0"/>
                <a:ea typeface="Segoe UI" pitchFamily="34" charset="-122"/>
                <a:cs typeface="Segoe UI" pitchFamily="34" charset="-120"/>
              </a:rPr>
              <a:t>+</a:t>
            </a:r>
            <a:endParaRPr lang="en-US" sz="3000" dirty="0"/>
          </a:p>
        </p:txBody>
      </p:sp>
      <p:sp>
        <p:nvSpPr>
          <p:cNvPr id="15" name="anim|5|rise|78"/>
          <p:cNvSpPr/>
          <p:nvPr/>
        </p:nvSpPr>
        <p:spPr>
          <a:xfrm>
            <a:off x="6347308" y="4206240"/>
            <a:ext cx="2331720" cy="1783080"/>
          </a:xfrm>
          <a:prstGeom prst="roundRect">
            <a:avLst>
              <a:gd name="adj" fmla="val 11282"/>
            </a:avLst>
          </a:prstGeom>
          <a:solidFill>
            <a:srgbClr val="FFFFFF">
              <a:alpha val="10000"/>
            </a:srgbClr>
          </a:solidFill>
          <a:ln w="9525">
            <a:solidFill>
              <a:srgbClr val="E8D8BD">
                <a:alpha val="50000"/>
              </a:srgbClr>
            </a:solidFill>
            <a:prstDash val="solid"/>
          </a:ln>
        </p:spPr>
      </p:sp>
      <p:sp>
        <p:nvSpPr>
          <p:cNvPr id="16" name="anim|5|rise|79"/>
          <p:cNvSpPr/>
          <p:nvPr/>
        </p:nvSpPr>
        <p:spPr>
          <a:xfrm>
            <a:off x="7129120" y="4434840"/>
            <a:ext cx="768096" cy="768096"/>
          </a:xfrm>
          <a:prstGeom prst="ellipse">
            <a:avLst/>
          </a:prstGeom>
          <a:solidFill>
            <a:srgbClr val="6E1E33"/>
          </a:solidFill>
          <a:ln w="12700">
            <a:solidFill>
              <a:srgbClr val="6E1E33"/>
            </a:solidFill>
            <a:prstDash val="solid"/>
          </a:ln>
        </p:spPr>
      </p:sp>
      <p:pic>
        <p:nvPicPr>
          <p:cNvPr id="17" name="anim|5|rise|80" descr="C:\Users\AL-NOOR\Downloads\app-research-lab\app-research-lab\presentation\assets\icons\layers_white.png"/>
          <p:cNvPicPr>
            <a:picLocks noChangeAspect="1"/>
          </p:cNvPicPr>
          <p:nvPr/>
        </p:nvPicPr>
        <p:blipFill>
          <a:blip r:embed="rId8"/>
          <a:stretch>
            <a:fillRect/>
          </a:stretch>
        </p:blipFill>
        <p:spPr>
          <a:xfrm>
            <a:off x="7328825" y="4634545"/>
            <a:ext cx="368686" cy="368686"/>
          </a:xfrm>
          <a:prstGeom prst="rect">
            <a:avLst/>
          </a:prstGeom>
        </p:spPr>
      </p:pic>
      <p:sp>
        <p:nvSpPr>
          <p:cNvPr id="18" name="anim|5|rise|81"/>
          <p:cNvSpPr txBox="1"/>
          <p:nvPr/>
        </p:nvSpPr>
        <p:spPr>
          <a:xfrm>
            <a:off x="6347308" y="5349240"/>
            <a:ext cx="2331720" cy="457200"/>
          </a:xfrm>
          <a:prstGeom prst="rect">
            <a:avLst/>
          </a:prstGeom>
          <a:noFill/>
          <a:ln/>
        </p:spPr>
        <p:txBody>
          <a:bodyPr wrap="square" lIns="0" tIns="0" rIns="0" bIns="0" rtlCol="0" anchor="t"/>
          <a:lstStyle/>
          <a:p>
            <a:pPr marL="0" indent="0" algn="ctr" rtl="1">
              <a:buNone/>
            </a:pPr>
            <a:r>
              <a:rPr lang="ar-IQ" altLang="en-US" sz="1800" b="1" dirty="0">
                <a:solidFill>
                  <a:srgbClr val="FFFFFF"/>
                </a:solidFill>
                <a:latin typeface="Segoe UI" pitchFamily="34" charset="0"/>
                <a:ea typeface="Segoe UI" pitchFamily="34" charset="-122"/>
                <a:cs typeface="Segoe UI" pitchFamily="34" charset="-120"/>
              </a:rPr>
              <a:t>معلومات متفرقة</a:t>
            </a:r>
            <a:endParaRPr lang="ar-IQ" sz="1800" dirty="0"/>
          </a:p>
        </p:txBody>
      </p:sp>
      <p:sp>
        <p:nvSpPr>
          <p:cNvPr id="19" name="anim|5|rise|82"/>
          <p:cNvSpPr txBox="1"/>
          <p:nvPr/>
        </p:nvSpPr>
        <p:spPr>
          <a:xfrm>
            <a:off x="5844388" y="4754880"/>
            <a:ext cx="502920" cy="640080"/>
          </a:xfrm>
          <a:prstGeom prst="rect">
            <a:avLst/>
          </a:prstGeom>
          <a:noFill/>
          <a:ln/>
        </p:spPr>
        <p:txBody>
          <a:bodyPr wrap="square" lIns="0" tIns="0" rIns="0" bIns="0" rtlCol="0" anchor="t"/>
          <a:lstStyle/>
          <a:p>
            <a:pPr marL="0" indent="0" algn="ctr">
              <a:buNone/>
            </a:pPr>
            <a:r>
              <a:rPr lang="en-US" altLang="en-US" sz="3000" b="1" dirty="0">
                <a:solidFill>
                  <a:srgbClr val="B08D57"/>
                </a:solidFill>
                <a:latin typeface="Segoe UI" pitchFamily="34" charset="0"/>
                <a:ea typeface="Segoe UI" pitchFamily="34" charset="-122"/>
                <a:cs typeface="Segoe UI" pitchFamily="34" charset="-120"/>
              </a:rPr>
              <a:t>+</a:t>
            </a:r>
            <a:endParaRPr lang="en-US" sz="3000" dirty="0"/>
          </a:p>
        </p:txBody>
      </p:sp>
      <p:sp>
        <p:nvSpPr>
          <p:cNvPr id="20" name="anim|6|rise|83"/>
          <p:cNvSpPr/>
          <p:nvPr/>
        </p:nvSpPr>
        <p:spPr>
          <a:xfrm>
            <a:off x="3512668" y="4206240"/>
            <a:ext cx="2331720" cy="1783080"/>
          </a:xfrm>
          <a:prstGeom prst="roundRect">
            <a:avLst>
              <a:gd name="adj" fmla="val 11282"/>
            </a:avLst>
          </a:prstGeom>
          <a:solidFill>
            <a:srgbClr val="FFFFFF">
              <a:alpha val="10000"/>
            </a:srgbClr>
          </a:solidFill>
          <a:ln w="9525">
            <a:solidFill>
              <a:srgbClr val="E8D8BD">
                <a:alpha val="50000"/>
              </a:srgbClr>
            </a:solidFill>
            <a:prstDash val="solid"/>
          </a:ln>
        </p:spPr>
      </p:sp>
      <p:sp>
        <p:nvSpPr>
          <p:cNvPr id="21" name="anim|6|rise|84"/>
          <p:cNvSpPr/>
          <p:nvPr/>
        </p:nvSpPr>
        <p:spPr>
          <a:xfrm>
            <a:off x="4294480" y="4434840"/>
            <a:ext cx="768096" cy="768096"/>
          </a:xfrm>
          <a:prstGeom prst="ellipse">
            <a:avLst/>
          </a:prstGeom>
          <a:solidFill>
            <a:srgbClr val="6E1E33"/>
          </a:solidFill>
          <a:ln w="12700">
            <a:solidFill>
              <a:srgbClr val="6E1E33"/>
            </a:solidFill>
            <a:prstDash val="solid"/>
          </a:ln>
        </p:spPr>
      </p:sp>
      <p:pic>
        <p:nvPicPr>
          <p:cNvPr id="22" name="anim|6|rise|85" descr="C:\Users\AL-NOOR\Downloads\app-research-lab\app-research-lab\presentation\assets\icons\grid_white.png"/>
          <p:cNvPicPr>
            <a:picLocks noChangeAspect="1"/>
          </p:cNvPicPr>
          <p:nvPr/>
        </p:nvPicPr>
        <p:blipFill>
          <a:blip r:embed="rId9"/>
          <a:stretch>
            <a:fillRect/>
          </a:stretch>
        </p:blipFill>
        <p:spPr>
          <a:xfrm>
            <a:off x="4494185" y="4634545"/>
            <a:ext cx="368686" cy="368686"/>
          </a:xfrm>
          <a:prstGeom prst="rect">
            <a:avLst/>
          </a:prstGeom>
        </p:spPr>
      </p:pic>
      <p:sp>
        <p:nvSpPr>
          <p:cNvPr id="23" name="anim|6|rise|86"/>
          <p:cNvSpPr txBox="1"/>
          <p:nvPr/>
        </p:nvSpPr>
        <p:spPr>
          <a:xfrm>
            <a:off x="3512668" y="5349240"/>
            <a:ext cx="2331720" cy="457200"/>
          </a:xfrm>
          <a:prstGeom prst="rect">
            <a:avLst/>
          </a:prstGeom>
          <a:noFill/>
          <a:ln/>
        </p:spPr>
        <p:txBody>
          <a:bodyPr wrap="square" lIns="0" tIns="0" rIns="0" bIns="0" rtlCol="0" anchor="t"/>
          <a:lstStyle/>
          <a:p>
            <a:pPr marL="0" indent="0" algn="ctr" rtl="1">
              <a:buNone/>
            </a:pPr>
            <a:r>
              <a:rPr lang="ar-IQ" altLang="en-US" sz="1800" b="1" dirty="0">
                <a:solidFill>
                  <a:srgbClr val="FFFFFF"/>
                </a:solidFill>
                <a:latin typeface="Segoe UI" pitchFamily="34" charset="0"/>
                <a:ea typeface="Segoe UI" pitchFamily="34" charset="-122"/>
                <a:cs typeface="Segoe UI" pitchFamily="34" charset="-120"/>
              </a:rPr>
              <a:t>خيارات كثيرة</a:t>
            </a:r>
            <a:endParaRPr lang="ar-IQ" sz="1800" dirty="0"/>
          </a:p>
        </p:txBody>
      </p:sp>
      <p:sp>
        <p:nvSpPr>
          <p:cNvPr id="24" name="anim|6|rise|87"/>
          <p:cNvSpPr txBox="1"/>
          <p:nvPr/>
        </p:nvSpPr>
        <p:spPr>
          <a:xfrm>
            <a:off x="3009748" y="4754880"/>
            <a:ext cx="502920" cy="640080"/>
          </a:xfrm>
          <a:prstGeom prst="rect">
            <a:avLst/>
          </a:prstGeom>
          <a:noFill/>
          <a:ln/>
        </p:spPr>
        <p:txBody>
          <a:bodyPr wrap="square" lIns="0" tIns="0" rIns="0" bIns="0" rtlCol="0" anchor="t"/>
          <a:lstStyle/>
          <a:p>
            <a:pPr marL="0" indent="0" algn="ctr">
              <a:buNone/>
            </a:pPr>
            <a:r>
              <a:rPr lang="en-US" altLang="en-US" sz="3000" b="1" dirty="0">
                <a:solidFill>
                  <a:srgbClr val="B08D57"/>
                </a:solidFill>
                <a:latin typeface="Segoe UI" pitchFamily="34" charset="0"/>
                <a:ea typeface="Segoe UI" pitchFamily="34" charset="-122"/>
                <a:cs typeface="Segoe UI" pitchFamily="34" charset="-120"/>
              </a:rPr>
              <a:t>+</a:t>
            </a:r>
            <a:endParaRPr lang="en-US" sz="3000" dirty="0"/>
          </a:p>
        </p:txBody>
      </p:sp>
      <p:sp>
        <p:nvSpPr>
          <p:cNvPr id="25" name="anim|7|rise|88"/>
          <p:cNvSpPr/>
          <p:nvPr/>
        </p:nvSpPr>
        <p:spPr>
          <a:xfrm>
            <a:off x="678028" y="4206240"/>
            <a:ext cx="2331720" cy="1783080"/>
          </a:xfrm>
          <a:prstGeom prst="roundRect">
            <a:avLst>
              <a:gd name="adj" fmla="val 11282"/>
            </a:avLst>
          </a:prstGeom>
          <a:solidFill>
            <a:srgbClr val="FFFFFF">
              <a:alpha val="10000"/>
            </a:srgbClr>
          </a:solidFill>
          <a:ln w="9525">
            <a:solidFill>
              <a:srgbClr val="E8D8BD">
                <a:alpha val="50000"/>
              </a:srgbClr>
            </a:solidFill>
            <a:prstDash val="solid"/>
          </a:ln>
        </p:spPr>
      </p:sp>
      <p:sp>
        <p:nvSpPr>
          <p:cNvPr id="26" name="anim|7|rise|89"/>
          <p:cNvSpPr/>
          <p:nvPr/>
        </p:nvSpPr>
        <p:spPr>
          <a:xfrm>
            <a:off x="1459840" y="4434840"/>
            <a:ext cx="768096" cy="768096"/>
          </a:xfrm>
          <a:prstGeom prst="ellipse">
            <a:avLst/>
          </a:prstGeom>
          <a:solidFill>
            <a:srgbClr val="6E1E33"/>
          </a:solidFill>
          <a:ln w="12700">
            <a:solidFill>
              <a:srgbClr val="6E1E33"/>
            </a:solidFill>
            <a:prstDash val="solid"/>
          </a:ln>
        </p:spPr>
      </p:sp>
      <p:pic>
        <p:nvPicPr>
          <p:cNvPr id="27" name="anim|7|rise|90" descr="C:\Users\AL-NOOR\Downloads\app-research-lab\app-research-lab\presentation\assets\icons\phone_white.png"/>
          <p:cNvPicPr>
            <a:picLocks noChangeAspect="1"/>
          </p:cNvPicPr>
          <p:nvPr/>
        </p:nvPicPr>
        <p:blipFill>
          <a:blip r:embed="rId10"/>
          <a:stretch>
            <a:fillRect/>
          </a:stretch>
        </p:blipFill>
        <p:spPr>
          <a:xfrm>
            <a:off x="1659545" y="4634545"/>
            <a:ext cx="368686" cy="368686"/>
          </a:xfrm>
          <a:prstGeom prst="rect">
            <a:avLst/>
          </a:prstGeom>
        </p:spPr>
      </p:pic>
      <p:sp>
        <p:nvSpPr>
          <p:cNvPr id="28" name="anim|7|rise|91"/>
          <p:cNvSpPr txBox="1"/>
          <p:nvPr/>
        </p:nvSpPr>
        <p:spPr>
          <a:xfrm>
            <a:off x="678028" y="5349240"/>
            <a:ext cx="2331720" cy="457200"/>
          </a:xfrm>
          <a:prstGeom prst="rect">
            <a:avLst/>
          </a:prstGeom>
          <a:noFill/>
          <a:ln/>
        </p:spPr>
        <p:txBody>
          <a:bodyPr wrap="square" lIns="0" tIns="0" rIns="0" bIns="0" rtlCol="0" anchor="t"/>
          <a:lstStyle/>
          <a:p>
            <a:pPr marL="0" indent="0" algn="ctr" rtl="1">
              <a:buNone/>
            </a:pPr>
            <a:r>
              <a:rPr lang="ar-IQ" altLang="en-US" sz="1800" b="1" dirty="0">
                <a:solidFill>
                  <a:srgbClr val="FFFFFF"/>
                </a:solidFill>
                <a:latin typeface="Segoe UI" pitchFamily="34" charset="0"/>
                <a:ea typeface="Segoe UI" pitchFamily="34" charset="-122"/>
                <a:cs typeface="Segoe UI" pitchFamily="34" charset="-120"/>
              </a:rPr>
              <a:t>اتصالات لا تنتهي</a:t>
            </a:r>
            <a:endParaRPr lang="ar-IQ" sz="1800" dirty="0"/>
          </a:p>
        </p:txBody>
      </p:sp>
      <p:sp>
        <p:nvSpPr>
          <p:cNvPr id="29" name="Text 20"/>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E8D8BD"/>
                </a:solidFill>
                <a:latin typeface="Segoe UI" pitchFamily="34" charset="0"/>
                <a:ea typeface="Segoe UI" pitchFamily="34" charset="-122"/>
                <a:cs typeface="Segoe UI" pitchFamily="34" charset="-120"/>
              </a:rPr>
              <a:t>05</a:t>
            </a:r>
            <a:endParaRPr lang="en-US" sz="1000" dirty="0"/>
          </a:p>
        </p:txBody>
      </p:sp>
      <p:sp>
        <p:nvSpPr>
          <p:cNvPr id="30" name="Text 21"/>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E8D8BD"/>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par>
                                <p:cTn id="35" presetID="10" presetClass="entr" presetSubtype="0" fill="hold" grpId="0" nodeType="withEffect">
                                  <p:stCondLst>
                                    <p:cond delay="28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childTnLst>
                                </p:cTn>
                              </p:par>
                              <p:par>
                                <p:cTn id="38" presetID="53" presetClass="entr" presetSubtype="16" fill="hold" grpId="0" nodeType="withEffect">
                                  <p:stCondLst>
                                    <p:cond delay="560"/>
                                  </p:stCondLst>
                                  <p:childTnLst>
                                    <p:set>
                                      <p:cBhvr>
                                        <p:cTn id="39" dur="1" fill="hold">
                                          <p:stCondLst>
                                            <p:cond delay="0"/>
                                          </p:stCondLst>
                                        </p:cTn>
                                        <p:tgtEl>
                                          <p:spTgt spid="9"/>
                                        </p:tgtEl>
                                        <p:attrNameLst>
                                          <p:attrName>style.visibility</p:attrName>
                                        </p:attrNameLst>
                                      </p:cBhvr>
                                      <p:to>
                                        <p:strVal val="visible"/>
                                      </p:to>
                                    </p:set>
                                    <p:anim calcmode="lin" valueType="num">
                                      <p:cBhvr>
                                        <p:cTn id="40" dur="500" fill="hold"/>
                                        <p:tgtEl>
                                          <p:spTgt spid="9"/>
                                        </p:tgtEl>
                                        <p:attrNameLst>
                                          <p:attrName>ppt_w</p:attrName>
                                        </p:attrNameLst>
                                      </p:cBhvr>
                                      <p:tavLst>
                                        <p:tav tm="0">
                                          <p:val>
                                            <p:fltVal val="0"/>
                                          </p:val>
                                        </p:tav>
                                        <p:tav tm="100000">
                                          <p:val>
                                            <p:strVal val="#ppt_w"/>
                                          </p:val>
                                        </p:tav>
                                      </p:tavLst>
                                    </p:anim>
                                    <p:anim calcmode="lin" valueType="num">
                                      <p:cBhvr>
                                        <p:cTn id="41" dur="500" fill="hold"/>
                                        <p:tgtEl>
                                          <p:spTgt spid="9"/>
                                        </p:tgtEl>
                                        <p:attrNameLst>
                                          <p:attrName>ppt_h</p:attrName>
                                        </p:attrNameLst>
                                      </p:cBhvr>
                                      <p:tavLst>
                                        <p:tav tm="0">
                                          <p:val>
                                            <p:fltVal val="0"/>
                                          </p:val>
                                        </p:tav>
                                        <p:tav tm="100000">
                                          <p:val>
                                            <p:strVal val="#ppt_h"/>
                                          </p:val>
                                        </p:tav>
                                      </p:tavLst>
                                    </p:anim>
                                    <p:animEffect transition="in" filter="fade">
                                      <p:cBhvr>
                                        <p:cTn id="42" dur="500"/>
                                        <p:tgtEl>
                                          <p:spTgt spid="9"/>
                                        </p:tgtEl>
                                      </p:cBhvr>
                                    </p:animEffect>
                                  </p:childTnLst>
                                </p:cTn>
                              </p:par>
                              <p:par>
                                <p:cTn id="43" presetID="37" presetClass="entr" presetSubtype="0" fill="hold" nodeType="withEffect">
                                  <p:stCondLst>
                                    <p:cond delay="84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600"/>
                                        <p:tgtEl>
                                          <p:spTgt spid="10"/>
                                        </p:tgtEl>
                                      </p:cBhvr>
                                    </p:animEffect>
                                    <p:anim calcmode="lin" valueType="num">
                                      <p:cBhvr>
                                        <p:cTn id="46" dur="600" fill="hold"/>
                                        <p:tgtEl>
                                          <p:spTgt spid="10"/>
                                        </p:tgtEl>
                                        <p:attrNameLst>
                                          <p:attrName>ppt_x</p:attrName>
                                        </p:attrNameLst>
                                      </p:cBhvr>
                                      <p:tavLst>
                                        <p:tav tm="0">
                                          <p:val>
                                            <p:strVal val="#ppt_x"/>
                                          </p:val>
                                        </p:tav>
                                        <p:tav tm="100000">
                                          <p:val>
                                            <p:strVal val="#ppt_x"/>
                                          </p:val>
                                        </p:tav>
                                      </p:tavLst>
                                    </p:anim>
                                    <p:anim calcmode="lin" valueType="num">
                                      <p:cBhvr>
                                        <p:cTn id="47" dur="540" decel="100000" fill="hold"/>
                                        <p:tgtEl>
                                          <p:spTgt spid="10"/>
                                        </p:tgtEl>
                                        <p:attrNameLst>
                                          <p:attrName>ppt_y</p:attrName>
                                        </p:attrNameLst>
                                      </p:cBhvr>
                                      <p:tavLst>
                                        <p:tav tm="0">
                                          <p:val>
                                            <p:strVal val="#ppt_y+1"/>
                                          </p:val>
                                        </p:tav>
                                        <p:tav tm="100000">
                                          <p:val>
                                            <p:strVal val="#ppt_y-.03"/>
                                          </p:val>
                                        </p:tav>
                                      </p:tavLst>
                                    </p:anim>
                                    <p:anim calcmode="lin" valueType="num">
                                      <p:cBhvr>
                                        <p:cTn id="48" dur="60" accel="100000" fill="hold">
                                          <p:stCondLst>
                                            <p:cond delay="540"/>
                                          </p:stCondLst>
                                        </p:cTn>
                                        <p:tgtEl>
                                          <p:spTgt spid="10"/>
                                        </p:tgtEl>
                                        <p:attrNameLst>
                                          <p:attrName>ppt_y</p:attrName>
                                        </p:attrNameLst>
                                      </p:cBhvr>
                                      <p:tavLst>
                                        <p:tav tm="0">
                                          <p:val>
                                            <p:strVal val="#ppt_y-.03"/>
                                          </p:val>
                                        </p:tav>
                                        <p:tav tm="100000">
                                          <p:val>
                                            <p:strVal val="#ppt_y"/>
                                          </p:val>
                                        </p:tav>
                                      </p:tavLst>
                                    </p:anim>
                                  </p:childTnLst>
                                </p:cTn>
                              </p:par>
                              <p:par>
                                <p:cTn id="49" presetID="37" presetClass="entr" presetSubtype="0" fill="hold" nodeType="withEffect">
                                  <p:stCondLst>
                                    <p:cond delay="84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fill="hold"/>
                                        <p:tgtEl>
                                          <p:spTgt spid="11"/>
                                        </p:tgtEl>
                                        <p:attrNameLst>
                                          <p:attrName>ppt_x</p:attrName>
                                        </p:attrNameLst>
                                      </p:cBhvr>
                                      <p:tavLst>
                                        <p:tav tm="0">
                                          <p:val>
                                            <p:strVal val="#ppt_x"/>
                                          </p:val>
                                        </p:tav>
                                        <p:tav tm="100000">
                                          <p:val>
                                            <p:strVal val="#ppt_x"/>
                                          </p:val>
                                        </p:tav>
                                      </p:tavLst>
                                    </p:anim>
                                    <p:anim calcmode="lin" valueType="num">
                                      <p:cBhvr>
                                        <p:cTn id="53" dur="540" decel="100000" fill="hold"/>
                                        <p:tgtEl>
                                          <p:spTgt spid="11"/>
                                        </p:tgtEl>
                                        <p:attrNameLst>
                                          <p:attrName>ppt_y</p:attrName>
                                        </p:attrNameLst>
                                      </p:cBhvr>
                                      <p:tavLst>
                                        <p:tav tm="0">
                                          <p:val>
                                            <p:strVal val="#ppt_y+1"/>
                                          </p:val>
                                        </p:tav>
                                        <p:tav tm="100000">
                                          <p:val>
                                            <p:strVal val="#ppt_y-.03"/>
                                          </p:val>
                                        </p:tav>
                                      </p:tavLst>
                                    </p:anim>
                                    <p:anim calcmode="lin" valueType="num">
                                      <p:cBhvr>
                                        <p:cTn id="54" dur="60" accel="100000" fill="hold">
                                          <p:stCondLst>
                                            <p:cond delay="540"/>
                                          </p:stCondLst>
                                        </p:cTn>
                                        <p:tgtEl>
                                          <p:spTgt spid="11"/>
                                        </p:tgtEl>
                                        <p:attrNameLst>
                                          <p:attrName>ppt_y</p:attrName>
                                        </p:attrNameLst>
                                      </p:cBhvr>
                                      <p:tavLst>
                                        <p:tav tm="0">
                                          <p:val>
                                            <p:strVal val="#ppt_y-.03"/>
                                          </p:val>
                                        </p:tav>
                                        <p:tav tm="100000">
                                          <p:val>
                                            <p:strVal val="#ppt_y"/>
                                          </p:val>
                                        </p:tav>
                                      </p:tavLst>
                                    </p:anim>
                                  </p:childTnLst>
                                </p:cTn>
                              </p:par>
                              <p:par>
                                <p:cTn id="55" presetID="37" presetClass="entr" presetSubtype="0" fill="hold" nodeType="withEffect">
                                  <p:stCondLst>
                                    <p:cond delay="84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540" decel="100000" fill="hold"/>
                                        <p:tgtEl>
                                          <p:spTgt spid="12"/>
                                        </p:tgtEl>
                                        <p:attrNameLst>
                                          <p:attrName>ppt_y</p:attrName>
                                        </p:attrNameLst>
                                      </p:cBhvr>
                                      <p:tavLst>
                                        <p:tav tm="0">
                                          <p:val>
                                            <p:strVal val="#ppt_y+1"/>
                                          </p:val>
                                        </p:tav>
                                        <p:tav tm="100000">
                                          <p:val>
                                            <p:strVal val="#ppt_y-.03"/>
                                          </p:val>
                                        </p:tav>
                                      </p:tavLst>
                                    </p:anim>
                                    <p:anim calcmode="lin" valueType="num">
                                      <p:cBhvr>
                                        <p:cTn id="60" dur="60" accel="100000" fill="hold">
                                          <p:stCondLst>
                                            <p:cond delay="540"/>
                                          </p:stCondLst>
                                        </p:cTn>
                                        <p:tgtEl>
                                          <p:spTgt spid="12"/>
                                        </p:tgtEl>
                                        <p:attrNameLst>
                                          <p:attrName>ppt_y</p:attrName>
                                        </p:attrNameLst>
                                      </p:cBhvr>
                                      <p:tavLst>
                                        <p:tav tm="0">
                                          <p:val>
                                            <p:strVal val="#ppt_y-.03"/>
                                          </p:val>
                                        </p:tav>
                                        <p:tav tm="100000">
                                          <p:val>
                                            <p:strVal val="#ppt_y"/>
                                          </p:val>
                                        </p:tav>
                                      </p:tavLst>
                                    </p:anim>
                                  </p:childTnLst>
                                </p:cTn>
                              </p:par>
                              <p:par>
                                <p:cTn id="61" presetID="37" presetClass="entr" presetSubtype="0" fill="hold" grpId="0" nodeType="withEffect">
                                  <p:stCondLst>
                                    <p:cond delay="84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600"/>
                                        <p:tgtEl>
                                          <p:spTgt spid="13"/>
                                        </p:tgtEl>
                                      </p:cBhvr>
                                    </p:animEffect>
                                    <p:anim calcmode="lin" valueType="num">
                                      <p:cBhvr>
                                        <p:cTn id="64" dur="600" fill="hold"/>
                                        <p:tgtEl>
                                          <p:spTgt spid="13"/>
                                        </p:tgtEl>
                                        <p:attrNameLst>
                                          <p:attrName>ppt_x</p:attrName>
                                        </p:attrNameLst>
                                      </p:cBhvr>
                                      <p:tavLst>
                                        <p:tav tm="0">
                                          <p:val>
                                            <p:strVal val="#ppt_x"/>
                                          </p:val>
                                        </p:tav>
                                        <p:tav tm="100000">
                                          <p:val>
                                            <p:strVal val="#ppt_x"/>
                                          </p:val>
                                        </p:tav>
                                      </p:tavLst>
                                    </p:anim>
                                    <p:anim calcmode="lin" valueType="num">
                                      <p:cBhvr>
                                        <p:cTn id="65" dur="540" decel="100000" fill="hold"/>
                                        <p:tgtEl>
                                          <p:spTgt spid="13"/>
                                        </p:tgtEl>
                                        <p:attrNameLst>
                                          <p:attrName>ppt_y</p:attrName>
                                        </p:attrNameLst>
                                      </p:cBhvr>
                                      <p:tavLst>
                                        <p:tav tm="0">
                                          <p:val>
                                            <p:strVal val="#ppt_y+1"/>
                                          </p:val>
                                        </p:tav>
                                        <p:tav tm="100000">
                                          <p:val>
                                            <p:strVal val="#ppt_y-.03"/>
                                          </p:val>
                                        </p:tav>
                                      </p:tavLst>
                                    </p:anim>
                                    <p:anim calcmode="lin" valueType="num">
                                      <p:cBhvr>
                                        <p:cTn id="66" dur="60" accel="100000" fill="hold">
                                          <p:stCondLst>
                                            <p:cond delay="540"/>
                                          </p:stCondLst>
                                        </p:cTn>
                                        <p:tgtEl>
                                          <p:spTgt spid="13"/>
                                        </p:tgtEl>
                                        <p:attrNameLst>
                                          <p:attrName>ppt_y</p:attrName>
                                        </p:attrNameLst>
                                      </p:cBhvr>
                                      <p:tavLst>
                                        <p:tav tm="0">
                                          <p:val>
                                            <p:strVal val="#ppt_y-.03"/>
                                          </p:val>
                                        </p:tav>
                                        <p:tav tm="100000">
                                          <p:val>
                                            <p:strVal val="#ppt_y"/>
                                          </p:val>
                                        </p:tav>
                                      </p:tavLst>
                                    </p:anim>
                                  </p:childTnLst>
                                </p:cTn>
                              </p:par>
                              <p:par>
                                <p:cTn id="67" presetID="37" presetClass="entr" presetSubtype="0" fill="hold" grpId="0" nodeType="withEffect">
                                  <p:stCondLst>
                                    <p:cond delay="84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600"/>
                                        <p:tgtEl>
                                          <p:spTgt spid="14"/>
                                        </p:tgtEl>
                                      </p:cBhvr>
                                    </p:animEffect>
                                    <p:anim calcmode="lin" valueType="num">
                                      <p:cBhvr>
                                        <p:cTn id="70" dur="600" fill="hold"/>
                                        <p:tgtEl>
                                          <p:spTgt spid="14"/>
                                        </p:tgtEl>
                                        <p:attrNameLst>
                                          <p:attrName>ppt_x</p:attrName>
                                        </p:attrNameLst>
                                      </p:cBhvr>
                                      <p:tavLst>
                                        <p:tav tm="0">
                                          <p:val>
                                            <p:strVal val="#ppt_x"/>
                                          </p:val>
                                        </p:tav>
                                        <p:tav tm="100000">
                                          <p:val>
                                            <p:strVal val="#ppt_x"/>
                                          </p:val>
                                        </p:tav>
                                      </p:tavLst>
                                    </p:anim>
                                    <p:anim calcmode="lin" valueType="num">
                                      <p:cBhvr>
                                        <p:cTn id="71" dur="540" decel="100000" fill="hold"/>
                                        <p:tgtEl>
                                          <p:spTgt spid="14"/>
                                        </p:tgtEl>
                                        <p:attrNameLst>
                                          <p:attrName>ppt_y</p:attrName>
                                        </p:attrNameLst>
                                      </p:cBhvr>
                                      <p:tavLst>
                                        <p:tav tm="0">
                                          <p:val>
                                            <p:strVal val="#ppt_y+1"/>
                                          </p:val>
                                        </p:tav>
                                        <p:tav tm="100000">
                                          <p:val>
                                            <p:strVal val="#ppt_y-.03"/>
                                          </p:val>
                                        </p:tav>
                                      </p:tavLst>
                                    </p:anim>
                                    <p:anim calcmode="lin" valueType="num">
                                      <p:cBhvr>
                                        <p:cTn id="72"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par>
                                <p:cTn id="73" presetID="37" presetClass="entr" presetSubtype="0" fill="hold" nodeType="withEffect">
                                  <p:stCondLst>
                                    <p:cond delay="112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600"/>
                                        <p:tgtEl>
                                          <p:spTgt spid="15"/>
                                        </p:tgtEl>
                                      </p:cBhvr>
                                    </p:animEffect>
                                    <p:anim calcmode="lin" valueType="num">
                                      <p:cBhvr>
                                        <p:cTn id="76" dur="600" fill="hold"/>
                                        <p:tgtEl>
                                          <p:spTgt spid="15"/>
                                        </p:tgtEl>
                                        <p:attrNameLst>
                                          <p:attrName>ppt_x</p:attrName>
                                        </p:attrNameLst>
                                      </p:cBhvr>
                                      <p:tavLst>
                                        <p:tav tm="0">
                                          <p:val>
                                            <p:strVal val="#ppt_x"/>
                                          </p:val>
                                        </p:tav>
                                        <p:tav tm="100000">
                                          <p:val>
                                            <p:strVal val="#ppt_x"/>
                                          </p:val>
                                        </p:tav>
                                      </p:tavLst>
                                    </p:anim>
                                    <p:anim calcmode="lin" valueType="num">
                                      <p:cBhvr>
                                        <p:cTn id="77" dur="540" decel="100000" fill="hold"/>
                                        <p:tgtEl>
                                          <p:spTgt spid="15"/>
                                        </p:tgtEl>
                                        <p:attrNameLst>
                                          <p:attrName>ppt_y</p:attrName>
                                        </p:attrNameLst>
                                      </p:cBhvr>
                                      <p:tavLst>
                                        <p:tav tm="0">
                                          <p:val>
                                            <p:strVal val="#ppt_y+1"/>
                                          </p:val>
                                        </p:tav>
                                        <p:tav tm="100000">
                                          <p:val>
                                            <p:strVal val="#ppt_y-.03"/>
                                          </p:val>
                                        </p:tav>
                                      </p:tavLst>
                                    </p:anim>
                                    <p:anim calcmode="lin" valueType="num">
                                      <p:cBhvr>
                                        <p:cTn id="78"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par>
                                <p:cTn id="79" presetID="37" presetClass="entr" presetSubtype="0" fill="hold" nodeType="withEffect">
                                  <p:stCondLst>
                                    <p:cond delay="112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600"/>
                                        <p:tgtEl>
                                          <p:spTgt spid="16"/>
                                        </p:tgtEl>
                                      </p:cBhvr>
                                    </p:animEffect>
                                    <p:anim calcmode="lin" valueType="num">
                                      <p:cBhvr>
                                        <p:cTn id="82" dur="600" fill="hold"/>
                                        <p:tgtEl>
                                          <p:spTgt spid="16"/>
                                        </p:tgtEl>
                                        <p:attrNameLst>
                                          <p:attrName>ppt_x</p:attrName>
                                        </p:attrNameLst>
                                      </p:cBhvr>
                                      <p:tavLst>
                                        <p:tav tm="0">
                                          <p:val>
                                            <p:strVal val="#ppt_x"/>
                                          </p:val>
                                        </p:tav>
                                        <p:tav tm="100000">
                                          <p:val>
                                            <p:strVal val="#ppt_x"/>
                                          </p:val>
                                        </p:tav>
                                      </p:tavLst>
                                    </p:anim>
                                    <p:anim calcmode="lin" valueType="num">
                                      <p:cBhvr>
                                        <p:cTn id="83" dur="540" decel="100000" fill="hold"/>
                                        <p:tgtEl>
                                          <p:spTgt spid="16"/>
                                        </p:tgtEl>
                                        <p:attrNameLst>
                                          <p:attrName>ppt_y</p:attrName>
                                        </p:attrNameLst>
                                      </p:cBhvr>
                                      <p:tavLst>
                                        <p:tav tm="0">
                                          <p:val>
                                            <p:strVal val="#ppt_y+1"/>
                                          </p:val>
                                        </p:tav>
                                        <p:tav tm="100000">
                                          <p:val>
                                            <p:strVal val="#ppt_y-.03"/>
                                          </p:val>
                                        </p:tav>
                                      </p:tavLst>
                                    </p:anim>
                                    <p:anim calcmode="lin" valueType="num">
                                      <p:cBhvr>
                                        <p:cTn id="84"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85" presetID="37" presetClass="entr" presetSubtype="0" fill="hold" nodeType="withEffect">
                                  <p:stCondLst>
                                    <p:cond delay="112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600"/>
                                        <p:tgtEl>
                                          <p:spTgt spid="17"/>
                                        </p:tgtEl>
                                      </p:cBhvr>
                                    </p:animEffect>
                                    <p:anim calcmode="lin" valueType="num">
                                      <p:cBhvr>
                                        <p:cTn id="88" dur="600" fill="hold"/>
                                        <p:tgtEl>
                                          <p:spTgt spid="17"/>
                                        </p:tgtEl>
                                        <p:attrNameLst>
                                          <p:attrName>ppt_x</p:attrName>
                                        </p:attrNameLst>
                                      </p:cBhvr>
                                      <p:tavLst>
                                        <p:tav tm="0">
                                          <p:val>
                                            <p:strVal val="#ppt_x"/>
                                          </p:val>
                                        </p:tav>
                                        <p:tav tm="100000">
                                          <p:val>
                                            <p:strVal val="#ppt_x"/>
                                          </p:val>
                                        </p:tav>
                                      </p:tavLst>
                                    </p:anim>
                                    <p:anim calcmode="lin" valueType="num">
                                      <p:cBhvr>
                                        <p:cTn id="89" dur="540" decel="100000" fill="hold"/>
                                        <p:tgtEl>
                                          <p:spTgt spid="17"/>
                                        </p:tgtEl>
                                        <p:attrNameLst>
                                          <p:attrName>ppt_y</p:attrName>
                                        </p:attrNameLst>
                                      </p:cBhvr>
                                      <p:tavLst>
                                        <p:tav tm="0">
                                          <p:val>
                                            <p:strVal val="#ppt_y+1"/>
                                          </p:val>
                                        </p:tav>
                                        <p:tav tm="100000">
                                          <p:val>
                                            <p:strVal val="#ppt_y-.03"/>
                                          </p:val>
                                        </p:tav>
                                      </p:tavLst>
                                    </p:anim>
                                    <p:anim calcmode="lin" valueType="num">
                                      <p:cBhvr>
                                        <p:cTn id="90"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91" presetID="37" presetClass="entr" presetSubtype="0" fill="hold" grpId="0" nodeType="withEffect">
                                  <p:stCondLst>
                                    <p:cond delay="1120"/>
                                  </p:stCondLst>
                                  <p:childTnLst>
                                    <p:set>
                                      <p:cBhvr>
                                        <p:cTn id="92" dur="1" fill="hold">
                                          <p:stCondLst>
                                            <p:cond delay="0"/>
                                          </p:stCondLst>
                                        </p:cTn>
                                        <p:tgtEl>
                                          <p:spTgt spid="18"/>
                                        </p:tgtEl>
                                        <p:attrNameLst>
                                          <p:attrName>style.visibility</p:attrName>
                                        </p:attrNameLst>
                                      </p:cBhvr>
                                      <p:to>
                                        <p:strVal val="visible"/>
                                      </p:to>
                                    </p:set>
                                    <p:animEffect transition="in" filter="fade">
                                      <p:cBhvr>
                                        <p:cTn id="93" dur="600"/>
                                        <p:tgtEl>
                                          <p:spTgt spid="18"/>
                                        </p:tgtEl>
                                      </p:cBhvr>
                                    </p:animEffect>
                                    <p:anim calcmode="lin" valueType="num">
                                      <p:cBhvr>
                                        <p:cTn id="94" dur="600" fill="hold"/>
                                        <p:tgtEl>
                                          <p:spTgt spid="18"/>
                                        </p:tgtEl>
                                        <p:attrNameLst>
                                          <p:attrName>ppt_x</p:attrName>
                                        </p:attrNameLst>
                                      </p:cBhvr>
                                      <p:tavLst>
                                        <p:tav tm="0">
                                          <p:val>
                                            <p:strVal val="#ppt_x"/>
                                          </p:val>
                                        </p:tav>
                                        <p:tav tm="100000">
                                          <p:val>
                                            <p:strVal val="#ppt_x"/>
                                          </p:val>
                                        </p:tav>
                                      </p:tavLst>
                                    </p:anim>
                                    <p:anim calcmode="lin" valueType="num">
                                      <p:cBhvr>
                                        <p:cTn id="95" dur="540" decel="100000" fill="hold"/>
                                        <p:tgtEl>
                                          <p:spTgt spid="18"/>
                                        </p:tgtEl>
                                        <p:attrNameLst>
                                          <p:attrName>ppt_y</p:attrName>
                                        </p:attrNameLst>
                                      </p:cBhvr>
                                      <p:tavLst>
                                        <p:tav tm="0">
                                          <p:val>
                                            <p:strVal val="#ppt_y+1"/>
                                          </p:val>
                                        </p:tav>
                                        <p:tav tm="100000">
                                          <p:val>
                                            <p:strVal val="#ppt_y-.03"/>
                                          </p:val>
                                        </p:tav>
                                      </p:tavLst>
                                    </p:anim>
                                    <p:anim calcmode="lin" valueType="num">
                                      <p:cBhvr>
                                        <p:cTn id="96"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par>
                                <p:cTn id="97" presetID="37" presetClass="entr" presetSubtype="0" fill="hold" grpId="0" nodeType="withEffect">
                                  <p:stCondLst>
                                    <p:cond delay="1120"/>
                                  </p:stCondLst>
                                  <p:childTnLst>
                                    <p:set>
                                      <p:cBhvr>
                                        <p:cTn id="98" dur="1" fill="hold">
                                          <p:stCondLst>
                                            <p:cond delay="0"/>
                                          </p:stCondLst>
                                        </p:cTn>
                                        <p:tgtEl>
                                          <p:spTgt spid="19"/>
                                        </p:tgtEl>
                                        <p:attrNameLst>
                                          <p:attrName>style.visibility</p:attrName>
                                        </p:attrNameLst>
                                      </p:cBhvr>
                                      <p:to>
                                        <p:strVal val="visible"/>
                                      </p:to>
                                    </p:set>
                                    <p:animEffect transition="in" filter="fade">
                                      <p:cBhvr>
                                        <p:cTn id="99" dur="600"/>
                                        <p:tgtEl>
                                          <p:spTgt spid="19"/>
                                        </p:tgtEl>
                                      </p:cBhvr>
                                    </p:animEffect>
                                    <p:anim calcmode="lin" valueType="num">
                                      <p:cBhvr>
                                        <p:cTn id="100" dur="600" fill="hold"/>
                                        <p:tgtEl>
                                          <p:spTgt spid="19"/>
                                        </p:tgtEl>
                                        <p:attrNameLst>
                                          <p:attrName>ppt_x</p:attrName>
                                        </p:attrNameLst>
                                      </p:cBhvr>
                                      <p:tavLst>
                                        <p:tav tm="0">
                                          <p:val>
                                            <p:strVal val="#ppt_x"/>
                                          </p:val>
                                        </p:tav>
                                        <p:tav tm="100000">
                                          <p:val>
                                            <p:strVal val="#ppt_x"/>
                                          </p:val>
                                        </p:tav>
                                      </p:tavLst>
                                    </p:anim>
                                    <p:anim calcmode="lin" valueType="num">
                                      <p:cBhvr>
                                        <p:cTn id="101" dur="540" decel="100000" fill="hold"/>
                                        <p:tgtEl>
                                          <p:spTgt spid="19"/>
                                        </p:tgtEl>
                                        <p:attrNameLst>
                                          <p:attrName>ppt_y</p:attrName>
                                        </p:attrNameLst>
                                      </p:cBhvr>
                                      <p:tavLst>
                                        <p:tav tm="0">
                                          <p:val>
                                            <p:strVal val="#ppt_y+1"/>
                                          </p:val>
                                        </p:tav>
                                        <p:tav tm="100000">
                                          <p:val>
                                            <p:strVal val="#ppt_y-.03"/>
                                          </p:val>
                                        </p:tav>
                                      </p:tavLst>
                                    </p:anim>
                                    <p:anim calcmode="lin" valueType="num">
                                      <p:cBhvr>
                                        <p:cTn id="102" dur="60" accel="100000" fill="hold">
                                          <p:stCondLst>
                                            <p:cond delay="540"/>
                                          </p:stCondLst>
                                        </p:cTn>
                                        <p:tgtEl>
                                          <p:spTgt spid="19"/>
                                        </p:tgtEl>
                                        <p:attrNameLst>
                                          <p:attrName>ppt_y</p:attrName>
                                        </p:attrNameLst>
                                      </p:cBhvr>
                                      <p:tavLst>
                                        <p:tav tm="0">
                                          <p:val>
                                            <p:strVal val="#ppt_y-.03"/>
                                          </p:val>
                                        </p:tav>
                                        <p:tav tm="100000">
                                          <p:val>
                                            <p:strVal val="#ppt_y"/>
                                          </p:val>
                                        </p:tav>
                                      </p:tavLst>
                                    </p:anim>
                                  </p:childTnLst>
                                </p:cTn>
                              </p:par>
                              <p:par>
                                <p:cTn id="103" presetID="37" presetClass="entr" presetSubtype="0" fill="hold" nodeType="withEffect">
                                  <p:stCondLst>
                                    <p:cond delay="1400"/>
                                  </p:stCondLst>
                                  <p:childTnLst>
                                    <p:set>
                                      <p:cBhvr>
                                        <p:cTn id="104" dur="1" fill="hold">
                                          <p:stCondLst>
                                            <p:cond delay="0"/>
                                          </p:stCondLst>
                                        </p:cTn>
                                        <p:tgtEl>
                                          <p:spTgt spid="20"/>
                                        </p:tgtEl>
                                        <p:attrNameLst>
                                          <p:attrName>style.visibility</p:attrName>
                                        </p:attrNameLst>
                                      </p:cBhvr>
                                      <p:to>
                                        <p:strVal val="visible"/>
                                      </p:to>
                                    </p:set>
                                    <p:animEffect transition="in" filter="fade">
                                      <p:cBhvr>
                                        <p:cTn id="105" dur="600"/>
                                        <p:tgtEl>
                                          <p:spTgt spid="20"/>
                                        </p:tgtEl>
                                      </p:cBhvr>
                                    </p:animEffect>
                                    <p:anim calcmode="lin" valueType="num">
                                      <p:cBhvr>
                                        <p:cTn id="106" dur="600" fill="hold"/>
                                        <p:tgtEl>
                                          <p:spTgt spid="20"/>
                                        </p:tgtEl>
                                        <p:attrNameLst>
                                          <p:attrName>ppt_x</p:attrName>
                                        </p:attrNameLst>
                                      </p:cBhvr>
                                      <p:tavLst>
                                        <p:tav tm="0">
                                          <p:val>
                                            <p:strVal val="#ppt_x"/>
                                          </p:val>
                                        </p:tav>
                                        <p:tav tm="100000">
                                          <p:val>
                                            <p:strVal val="#ppt_x"/>
                                          </p:val>
                                        </p:tav>
                                      </p:tavLst>
                                    </p:anim>
                                    <p:anim calcmode="lin" valueType="num">
                                      <p:cBhvr>
                                        <p:cTn id="107" dur="540" decel="100000" fill="hold"/>
                                        <p:tgtEl>
                                          <p:spTgt spid="20"/>
                                        </p:tgtEl>
                                        <p:attrNameLst>
                                          <p:attrName>ppt_y</p:attrName>
                                        </p:attrNameLst>
                                      </p:cBhvr>
                                      <p:tavLst>
                                        <p:tav tm="0">
                                          <p:val>
                                            <p:strVal val="#ppt_y+1"/>
                                          </p:val>
                                        </p:tav>
                                        <p:tav tm="100000">
                                          <p:val>
                                            <p:strVal val="#ppt_y-.03"/>
                                          </p:val>
                                        </p:tav>
                                      </p:tavLst>
                                    </p:anim>
                                    <p:anim calcmode="lin" valueType="num">
                                      <p:cBhvr>
                                        <p:cTn id="108" dur="60" accel="100000" fill="hold">
                                          <p:stCondLst>
                                            <p:cond delay="540"/>
                                          </p:stCondLst>
                                        </p:cTn>
                                        <p:tgtEl>
                                          <p:spTgt spid="20"/>
                                        </p:tgtEl>
                                        <p:attrNameLst>
                                          <p:attrName>ppt_y</p:attrName>
                                        </p:attrNameLst>
                                      </p:cBhvr>
                                      <p:tavLst>
                                        <p:tav tm="0">
                                          <p:val>
                                            <p:strVal val="#ppt_y-.03"/>
                                          </p:val>
                                        </p:tav>
                                        <p:tav tm="100000">
                                          <p:val>
                                            <p:strVal val="#ppt_y"/>
                                          </p:val>
                                        </p:tav>
                                      </p:tavLst>
                                    </p:anim>
                                  </p:childTnLst>
                                </p:cTn>
                              </p:par>
                              <p:par>
                                <p:cTn id="109" presetID="37" presetClass="entr" presetSubtype="0" fill="hold" nodeType="withEffect">
                                  <p:stCondLst>
                                    <p:cond delay="1400"/>
                                  </p:stCondLst>
                                  <p:childTnLst>
                                    <p:set>
                                      <p:cBhvr>
                                        <p:cTn id="110" dur="1" fill="hold">
                                          <p:stCondLst>
                                            <p:cond delay="0"/>
                                          </p:stCondLst>
                                        </p:cTn>
                                        <p:tgtEl>
                                          <p:spTgt spid="21"/>
                                        </p:tgtEl>
                                        <p:attrNameLst>
                                          <p:attrName>style.visibility</p:attrName>
                                        </p:attrNameLst>
                                      </p:cBhvr>
                                      <p:to>
                                        <p:strVal val="visible"/>
                                      </p:to>
                                    </p:set>
                                    <p:animEffect transition="in" filter="fade">
                                      <p:cBhvr>
                                        <p:cTn id="111" dur="600"/>
                                        <p:tgtEl>
                                          <p:spTgt spid="21"/>
                                        </p:tgtEl>
                                      </p:cBhvr>
                                    </p:animEffect>
                                    <p:anim calcmode="lin" valueType="num">
                                      <p:cBhvr>
                                        <p:cTn id="112" dur="600" fill="hold"/>
                                        <p:tgtEl>
                                          <p:spTgt spid="21"/>
                                        </p:tgtEl>
                                        <p:attrNameLst>
                                          <p:attrName>ppt_x</p:attrName>
                                        </p:attrNameLst>
                                      </p:cBhvr>
                                      <p:tavLst>
                                        <p:tav tm="0">
                                          <p:val>
                                            <p:strVal val="#ppt_x"/>
                                          </p:val>
                                        </p:tav>
                                        <p:tav tm="100000">
                                          <p:val>
                                            <p:strVal val="#ppt_x"/>
                                          </p:val>
                                        </p:tav>
                                      </p:tavLst>
                                    </p:anim>
                                    <p:anim calcmode="lin" valueType="num">
                                      <p:cBhvr>
                                        <p:cTn id="113" dur="540" decel="100000" fill="hold"/>
                                        <p:tgtEl>
                                          <p:spTgt spid="21"/>
                                        </p:tgtEl>
                                        <p:attrNameLst>
                                          <p:attrName>ppt_y</p:attrName>
                                        </p:attrNameLst>
                                      </p:cBhvr>
                                      <p:tavLst>
                                        <p:tav tm="0">
                                          <p:val>
                                            <p:strVal val="#ppt_y+1"/>
                                          </p:val>
                                        </p:tav>
                                        <p:tav tm="100000">
                                          <p:val>
                                            <p:strVal val="#ppt_y-.03"/>
                                          </p:val>
                                        </p:tav>
                                      </p:tavLst>
                                    </p:anim>
                                    <p:anim calcmode="lin" valueType="num">
                                      <p:cBhvr>
                                        <p:cTn id="114" dur="60" accel="100000" fill="hold">
                                          <p:stCondLst>
                                            <p:cond delay="540"/>
                                          </p:stCondLst>
                                        </p:cTn>
                                        <p:tgtEl>
                                          <p:spTgt spid="21"/>
                                        </p:tgtEl>
                                        <p:attrNameLst>
                                          <p:attrName>ppt_y</p:attrName>
                                        </p:attrNameLst>
                                      </p:cBhvr>
                                      <p:tavLst>
                                        <p:tav tm="0">
                                          <p:val>
                                            <p:strVal val="#ppt_y-.03"/>
                                          </p:val>
                                        </p:tav>
                                        <p:tav tm="100000">
                                          <p:val>
                                            <p:strVal val="#ppt_y"/>
                                          </p:val>
                                        </p:tav>
                                      </p:tavLst>
                                    </p:anim>
                                  </p:childTnLst>
                                </p:cTn>
                              </p:par>
                              <p:par>
                                <p:cTn id="115" presetID="37" presetClass="entr" presetSubtype="0" fill="hold" nodeType="withEffect">
                                  <p:stCondLst>
                                    <p:cond delay="1400"/>
                                  </p:stCondLst>
                                  <p:childTnLst>
                                    <p:set>
                                      <p:cBhvr>
                                        <p:cTn id="116" dur="1" fill="hold">
                                          <p:stCondLst>
                                            <p:cond delay="0"/>
                                          </p:stCondLst>
                                        </p:cTn>
                                        <p:tgtEl>
                                          <p:spTgt spid="22"/>
                                        </p:tgtEl>
                                        <p:attrNameLst>
                                          <p:attrName>style.visibility</p:attrName>
                                        </p:attrNameLst>
                                      </p:cBhvr>
                                      <p:to>
                                        <p:strVal val="visible"/>
                                      </p:to>
                                    </p:set>
                                    <p:animEffect transition="in" filter="fade">
                                      <p:cBhvr>
                                        <p:cTn id="117" dur="600"/>
                                        <p:tgtEl>
                                          <p:spTgt spid="22"/>
                                        </p:tgtEl>
                                      </p:cBhvr>
                                    </p:animEffect>
                                    <p:anim calcmode="lin" valueType="num">
                                      <p:cBhvr>
                                        <p:cTn id="118" dur="600" fill="hold"/>
                                        <p:tgtEl>
                                          <p:spTgt spid="22"/>
                                        </p:tgtEl>
                                        <p:attrNameLst>
                                          <p:attrName>ppt_x</p:attrName>
                                        </p:attrNameLst>
                                      </p:cBhvr>
                                      <p:tavLst>
                                        <p:tav tm="0">
                                          <p:val>
                                            <p:strVal val="#ppt_x"/>
                                          </p:val>
                                        </p:tav>
                                        <p:tav tm="100000">
                                          <p:val>
                                            <p:strVal val="#ppt_x"/>
                                          </p:val>
                                        </p:tav>
                                      </p:tavLst>
                                    </p:anim>
                                    <p:anim calcmode="lin" valueType="num">
                                      <p:cBhvr>
                                        <p:cTn id="119" dur="540" decel="100000" fill="hold"/>
                                        <p:tgtEl>
                                          <p:spTgt spid="22"/>
                                        </p:tgtEl>
                                        <p:attrNameLst>
                                          <p:attrName>ppt_y</p:attrName>
                                        </p:attrNameLst>
                                      </p:cBhvr>
                                      <p:tavLst>
                                        <p:tav tm="0">
                                          <p:val>
                                            <p:strVal val="#ppt_y+1"/>
                                          </p:val>
                                        </p:tav>
                                        <p:tav tm="100000">
                                          <p:val>
                                            <p:strVal val="#ppt_y-.03"/>
                                          </p:val>
                                        </p:tav>
                                      </p:tavLst>
                                    </p:anim>
                                    <p:anim calcmode="lin" valueType="num">
                                      <p:cBhvr>
                                        <p:cTn id="120" dur="60" accel="100000" fill="hold">
                                          <p:stCondLst>
                                            <p:cond delay="540"/>
                                          </p:stCondLst>
                                        </p:cTn>
                                        <p:tgtEl>
                                          <p:spTgt spid="22"/>
                                        </p:tgtEl>
                                        <p:attrNameLst>
                                          <p:attrName>ppt_y</p:attrName>
                                        </p:attrNameLst>
                                      </p:cBhvr>
                                      <p:tavLst>
                                        <p:tav tm="0">
                                          <p:val>
                                            <p:strVal val="#ppt_y-.03"/>
                                          </p:val>
                                        </p:tav>
                                        <p:tav tm="100000">
                                          <p:val>
                                            <p:strVal val="#ppt_y"/>
                                          </p:val>
                                        </p:tav>
                                      </p:tavLst>
                                    </p:anim>
                                  </p:childTnLst>
                                </p:cTn>
                              </p:par>
                              <p:par>
                                <p:cTn id="121" presetID="37" presetClass="entr" presetSubtype="0" fill="hold" grpId="0" nodeType="withEffect">
                                  <p:stCondLst>
                                    <p:cond delay="1400"/>
                                  </p:stCondLst>
                                  <p:childTnLst>
                                    <p:set>
                                      <p:cBhvr>
                                        <p:cTn id="122" dur="1" fill="hold">
                                          <p:stCondLst>
                                            <p:cond delay="0"/>
                                          </p:stCondLst>
                                        </p:cTn>
                                        <p:tgtEl>
                                          <p:spTgt spid="23"/>
                                        </p:tgtEl>
                                        <p:attrNameLst>
                                          <p:attrName>style.visibility</p:attrName>
                                        </p:attrNameLst>
                                      </p:cBhvr>
                                      <p:to>
                                        <p:strVal val="visible"/>
                                      </p:to>
                                    </p:set>
                                    <p:animEffect transition="in" filter="fade">
                                      <p:cBhvr>
                                        <p:cTn id="123" dur="600"/>
                                        <p:tgtEl>
                                          <p:spTgt spid="23"/>
                                        </p:tgtEl>
                                      </p:cBhvr>
                                    </p:animEffect>
                                    <p:anim calcmode="lin" valueType="num">
                                      <p:cBhvr>
                                        <p:cTn id="124" dur="600" fill="hold"/>
                                        <p:tgtEl>
                                          <p:spTgt spid="23"/>
                                        </p:tgtEl>
                                        <p:attrNameLst>
                                          <p:attrName>ppt_x</p:attrName>
                                        </p:attrNameLst>
                                      </p:cBhvr>
                                      <p:tavLst>
                                        <p:tav tm="0">
                                          <p:val>
                                            <p:strVal val="#ppt_x"/>
                                          </p:val>
                                        </p:tav>
                                        <p:tav tm="100000">
                                          <p:val>
                                            <p:strVal val="#ppt_x"/>
                                          </p:val>
                                        </p:tav>
                                      </p:tavLst>
                                    </p:anim>
                                    <p:anim calcmode="lin" valueType="num">
                                      <p:cBhvr>
                                        <p:cTn id="125" dur="540" decel="100000" fill="hold"/>
                                        <p:tgtEl>
                                          <p:spTgt spid="23"/>
                                        </p:tgtEl>
                                        <p:attrNameLst>
                                          <p:attrName>ppt_y</p:attrName>
                                        </p:attrNameLst>
                                      </p:cBhvr>
                                      <p:tavLst>
                                        <p:tav tm="0">
                                          <p:val>
                                            <p:strVal val="#ppt_y+1"/>
                                          </p:val>
                                        </p:tav>
                                        <p:tav tm="100000">
                                          <p:val>
                                            <p:strVal val="#ppt_y-.03"/>
                                          </p:val>
                                        </p:tav>
                                      </p:tavLst>
                                    </p:anim>
                                    <p:anim calcmode="lin" valueType="num">
                                      <p:cBhvr>
                                        <p:cTn id="126" dur="60" accel="100000" fill="hold">
                                          <p:stCondLst>
                                            <p:cond delay="540"/>
                                          </p:stCondLst>
                                        </p:cTn>
                                        <p:tgtEl>
                                          <p:spTgt spid="23"/>
                                        </p:tgtEl>
                                        <p:attrNameLst>
                                          <p:attrName>ppt_y</p:attrName>
                                        </p:attrNameLst>
                                      </p:cBhvr>
                                      <p:tavLst>
                                        <p:tav tm="0">
                                          <p:val>
                                            <p:strVal val="#ppt_y-.03"/>
                                          </p:val>
                                        </p:tav>
                                        <p:tav tm="100000">
                                          <p:val>
                                            <p:strVal val="#ppt_y"/>
                                          </p:val>
                                        </p:tav>
                                      </p:tavLst>
                                    </p:anim>
                                  </p:childTnLst>
                                </p:cTn>
                              </p:par>
                              <p:par>
                                <p:cTn id="127" presetID="37" presetClass="entr" presetSubtype="0" fill="hold" grpId="0" nodeType="withEffect">
                                  <p:stCondLst>
                                    <p:cond delay="1400"/>
                                  </p:stCondLst>
                                  <p:childTnLst>
                                    <p:set>
                                      <p:cBhvr>
                                        <p:cTn id="128" dur="1" fill="hold">
                                          <p:stCondLst>
                                            <p:cond delay="0"/>
                                          </p:stCondLst>
                                        </p:cTn>
                                        <p:tgtEl>
                                          <p:spTgt spid="24"/>
                                        </p:tgtEl>
                                        <p:attrNameLst>
                                          <p:attrName>style.visibility</p:attrName>
                                        </p:attrNameLst>
                                      </p:cBhvr>
                                      <p:to>
                                        <p:strVal val="visible"/>
                                      </p:to>
                                    </p:set>
                                    <p:animEffect transition="in" filter="fade">
                                      <p:cBhvr>
                                        <p:cTn id="129" dur="600"/>
                                        <p:tgtEl>
                                          <p:spTgt spid="24"/>
                                        </p:tgtEl>
                                      </p:cBhvr>
                                    </p:animEffect>
                                    <p:anim calcmode="lin" valueType="num">
                                      <p:cBhvr>
                                        <p:cTn id="130" dur="600" fill="hold"/>
                                        <p:tgtEl>
                                          <p:spTgt spid="24"/>
                                        </p:tgtEl>
                                        <p:attrNameLst>
                                          <p:attrName>ppt_x</p:attrName>
                                        </p:attrNameLst>
                                      </p:cBhvr>
                                      <p:tavLst>
                                        <p:tav tm="0">
                                          <p:val>
                                            <p:strVal val="#ppt_x"/>
                                          </p:val>
                                        </p:tav>
                                        <p:tav tm="100000">
                                          <p:val>
                                            <p:strVal val="#ppt_x"/>
                                          </p:val>
                                        </p:tav>
                                      </p:tavLst>
                                    </p:anim>
                                    <p:anim calcmode="lin" valueType="num">
                                      <p:cBhvr>
                                        <p:cTn id="131" dur="540" decel="100000" fill="hold"/>
                                        <p:tgtEl>
                                          <p:spTgt spid="24"/>
                                        </p:tgtEl>
                                        <p:attrNameLst>
                                          <p:attrName>ppt_y</p:attrName>
                                        </p:attrNameLst>
                                      </p:cBhvr>
                                      <p:tavLst>
                                        <p:tav tm="0">
                                          <p:val>
                                            <p:strVal val="#ppt_y+1"/>
                                          </p:val>
                                        </p:tav>
                                        <p:tav tm="100000">
                                          <p:val>
                                            <p:strVal val="#ppt_y-.03"/>
                                          </p:val>
                                        </p:tav>
                                      </p:tavLst>
                                    </p:anim>
                                    <p:anim calcmode="lin" valueType="num">
                                      <p:cBhvr>
                                        <p:cTn id="132" dur="60" accel="100000" fill="hold">
                                          <p:stCondLst>
                                            <p:cond delay="540"/>
                                          </p:stCondLst>
                                        </p:cTn>
                                        <p:tgtEl>
                                          <p:spTgt spid="24"/>
                                        </p:tgtEl>
                                        <p:attrNameLst>
                                          <p:attrName>ppt_y</p:attrName>
                                        </p:attrNameLst>
                                      </p:cBhvr>
                                      <p:tavLst>
                                        <p:tav tm="0">
                                          <p:val>
                                            <p:strVal val="#ppt_y-.03"/>
                                          </p:val>
                                        </p:tav>
                                        <p:tav tm="100000">
                                          <p:val>
                                            <p:strVal val="#ppt_y"/>
                                          </p:val>
                                        </p:tav>
                                      </p:tavLst>
                                    </p:anim>
                                  </p:childTnLst>
                                </p:cTn>
                              </p:par>
                              <p:par>
                                <p:cTn id="133" presetID="37" presetClass="entr" presetSubtype="0" fill="hold" nodeType="withEffect">
                                  <p:stCondLst>
                                    <p:cond delay="1680"/>
                                  </p:stCondLst>
                                  <p:childTnLst>
                                    <p:set>
                                      <p:cBhvr>
                                        <p:cTn id="134" dur="1" fill="hold">
                                          <p:stCondLst>
                                            <p:cond delay="0"/>
                                          </p:stCondLst>
                                        </p:cTn>
                                        <p:tgtEl>
                                          <p:spTgt spid="25"/>
                                        </p:tgtEl>
                                        <p:attrNameLst>
                                          <p:attrName>style.visibility</p:attrName>
                                        </p:attrNameLst>
                                      </p:cBhvr>
                                      <p:to>
                                        <p:strVal val="visible"/>
                                      </p:to>
                                    </p:set>
                                    <p:animEffect transition="in" filter="fade">
                                      <p:cBhvr>
                                        <p:cTn id="135" dur="600"/>
                                        <p:tgtEl>
                                          <p:spTgt spid="25"/>
                                        </p:tgtEl>
                                      </p:cBhvr>
                                    </p:animEffect>
                                    <p:anim calcmode="lin" valueType="num">
                                      <p:cBhvr>
                                        <p:cTn id="136" dur="600" fill="hold"/>
                                        <p:tgtEl>
                                          <p:spTgt spid="25"/>
                                        </p:tgtEl>
                                        <p:attrNameLst>
                                          <p:attrName>ppt_x</p:attrName>
                                        </p:attrNameLst>
                                      </p:cBhvr>
                                      <p:tavLst>
                                        <p:tav tm="0">
                                          <p:val>
                                            <p:strVal val="#ppt_x"/>
                                          </p:val>
                                        </p:tav>
                                        <p:tav tm="100000">
                                          <p:val>
                                            <p:strVal val="#ppt_x"/>
                                          </p:val>
                                        </p:tav>
                                      </p:tavLst>
                                    </p:anim>
                                    <p:anim calcmode="lin" valueType="num">
                                      <p:cBhvr>
                                        <p:cTn id="137" dur="540" decel="100000" fill="hold"/>
                                        <p:tgtEl>
                                          <p:spTgt spid="25"/>
                                        </p:tgtEl>
                                        <p:attrNameLst>
                                          <p:attrName>ppt_y</p:attrName>
                                        </p:attrNameLst>
                                      </p:cBhvr>
                                      <p:tavLst>
                                        <p:tav tm="0">
                                          <p:val>
                                            <p:strVal val="#ppt_y+1"/>
                                          </p:val>
                                        </p:tav>
                                        <p:tav tm="100000">
                                          <p:val>
                                            <p:strVal val="#ppt_y-.03"/>
                                          </p:val>
                                        </p:tav>
                                      </p:tavLst>
                                    </p:anim>
                                    <p:anim calcmode="lin" valueType="num">
                                      <p:cBhvr>
                                        <p:cTn id="138" dur="60" accel="100000" fill="hold">
                                          <p:stCondLst>
                                            <p:cond delay="540"/>
                                          </p:stCondLst>
                                        </p:cTn>
                                        <p:tgtEl>
                                          <p:spTgt spid="25"/>
                                        </p:tgtEl>
                                        <p:attrNameLst>
                                          <p:attrName>ppt_y</p:attrName>
                                        </p:attrNameLst>
                                      </p:cBhvr>
                                      <p:tavLst>
                                        <p:tav tm="0">
                                          <p:val>
                                            <p:strVal val="#ppt_y-.03"/>
                                          </p:val>
                                        </p:tav>
                                        <p:tav tm="100000">
                                          <p:val>
                                            <p:strVal val="#ppt_y"/>
                                          </p:val>
                                        </p:tav>
                                      </p:tavLst>
                                    </p:anim>
                                  </p:childTnLst>
                                </p:cTn>
                              </p:par>
                              <p:par>
                                <p:cTn id="139" presetID="37" presetClass="entr" presetSubtype="0" fill="hold" nodeType="withEffect">
                                  <p:stCondLst>
                                    <p:cond delay="1680"/>
                                  </p:stCondLst>
                                  <p:childTnLst>
                                    <p:set>
                                      <p:cBhvr>
                                        <p:cTn id="140" dur="1" fill="hold">
                                          <p:stCondLst>
                                            <p:cond delay="0"/>
                                          </p:stCondLst>
                                        </p:cTn>
                                        <p:tgtEl>
                                          <p:spTgt spid="26"/>
                                        </p:tgtEl>
                                        <p:attrNameLst>
                                          <p:attrName>style.visibility</p:attrName>
                                        </p:attrNameLst>
                                      </p:cBhvr>
                                      <p:to>
                                        <p:strVal val="visible"/>
                                      </p:to>
                                    </p:set>
                                    <p:animEffect transition="in" filter="fade">
                                      <p:cBhvr>
                                        <p:cTn id="141" dur="600"/>
                                        <p:tgtEl>
                                          <p:spTgt spid="26"/>
                                        </p:tgtEl>
                                      </p:cBhvr>
                                    </p:animEffect>
                                    <p:anim calcmode="lin" valueType="num">
                                      <p:cBhvr>
                                        <p:cTn id="142" dur="600" fill="hold"/>
                                        <p:tgtEl>
                                          <p:spTgt spid="26"/>
                                        </p:tgtEl>
                                        <p:attrNameLst>
                                          <p:attrName>ppt_x</p:attrName>
                                        </p:attrNameLst>
                                      </p:cBhvr>
                                      <p:tavLst>
                                        <p:tav tm="0">
                                          <p:val>
                                            <p:strVal val="#ppt_x"/>
                                          </p:val>
                                        </p:tav>
                                        <p:tav tm="100000">
                                          <p:val>
                                            <p:strVal val="#ppt_x"/>
                                          </p:val>
                                        </p:tav>
                                      </p:tavLst>
                                    </p:anim>
                                    <p:anim calcmode="lin" valueType="num">
                                      <p:cBhvr>
                                        <p:cTn id="143" dur="540" decel="100000" fill="hold"/>
                                        <p:tgtEl>
                                          <p:spTgt spid="26"/>
                                        </p:tgtEl>
                                        <p:attrNameLst>
                                          <p:attrName>ppt_y</p:attrName>
                                        </p:attrNameLst>
                                      </p:cBhvr>
                                      <p:tavLst>
                                        <p:tav tm="0">
                                          <p:val>
                                            <p:strVal val="#ppt_y+1"/>
                                          </p:val>
                                        </p:tav>
                                        <p:tav tm="100000">
                                          <p:val>
                                            <p:strVal val="#ppt_y-.03"/>
                                          </p:val>
                                        </p:tav>
                                      </p:tavLst>
                                    </p:anim>
                                    <p:anim calcmode="lin" valueType="num">
                                      <p:cBhvr>
                                        <p:cTn id="144" dur="60" accel="100000" fill="hold">
                                          <p:stCondLst>
                                            <p:cond delay="540"/>
                                          </p:stCondLst>
                                        </p:cTn>
                                        <p:tgtEl>
                                          <p:spTgt spid="26"/>
                                        </p:tgtEl>
                                        <p:attrNameLst>
                                          <p:attrName>ppt_y</p:attrName>
                                        </p:attrNameLst>
                                      </p:cBhvr>
                                      <p:tavLst>
                                        <p:tav tm="0">
                                          <p:val>
                                            <p:strVal val="#ppt_y-.03"/>
                                          </p:val>
                                        </p:tav>
                                        <p:tav tm="100000">
                                          <p:val>
                                            <p:strVal val="#ppt_y"/>
                                          </p:val>
                                        </p:tav>
                                      </p:tavLst>
                                    </p:anim>
                                  </p:childTnLst>
                                </p:cTn>
                              </p:par>
                              <p:par>
                                <p:cTn id="145" presetID="37" presetClass="entr" presetSubtype="0" fill="hold" nodeType="withEffect">
                                  <p:stCondLst>
                                    <p:cond delay="1680"/>
                                  </p:stCondLst>
                                  <p:childTnLst>
                                    <p:set>
                                      <p:cBhvr>
                                        <p:cTn id="146" dur="1" fill="hold">
                                          <p:stCondLst>
                                            <p:cond delay="0"/>
                                          </p:stCondLst>
                                        </p:cTn>
                                        <p:tgtEl>
                                          <p:spTgt spid="27"/>
                                        </p:tgtEl>
                                        <p:attrNameLst>
                                          <p:attrName>style.visibility</p:attrName>
                                        </p:attrNameLst>
                                      </p:cBhvr>
                                      <p:to>
                                        <p:strVal val="visible"/>
                                      </p:to>
                                    </p:set>
                                    <p:animEffect transition="in" filter="fade">
                                      <p:cBhvr>
                                        <p:cTn id="147" dur="600"/>
                                        <p:tgtEl>
                                          <p:spTgt spid="27"/>
                                        </p:tgtEl>
                                      </p:cBhvr>
                                    </p:animEffect>
                                    <p:anim calcmode="lin" valueType="num">
                                      <p:cBhvr>
                                        <p:cTn id="148" dur="600" fill="hold"/>
                                        <p:tgtEl>
                                          <p:spTgt spid="27"/>
                                        </p:tgtEl>
                                        <p:attrNameLst>
                                          <p:attrName>ppt_x</p:attrName>
                                        </p:attrNameLst>
                                      </p:cBhvr>
                                      <p:tavLst>
                                        <p:tav tm="0">
                                          <p:val>
                                            <p:strVal val="#ppt_x"/>
                                          </p:val>
                                        </p:tav>
                                        <p:tav tm="100000">
                                          <p:val>
                                            <p:strVal val="#ppt_x"/>
                                          </p:val>
                                        </p:tav>
                                      </p:tavLst>
                                    </p:anim>
                                    <p:anim calcmode="lin" valueType="num">
                                      <p:cBhvr>
                                        <p:cTn id="149" dur="540" decel="100000" fill="hold"/>
                                        <p:tgtEl>
                                          <p:spTgt spid="27"/>
                                        </p:tgtEl>
                                        <p:attrNameLst>
                                          <p:attrName>ppt_y</p:attrName>
                                        </p:attrNameLst>
                                      </p:cBhvr>
                                      <p:tavLst>
                                        <p:tav tm="0">
                                          <p:val>
                                            <p:strVal val="#ppt_y+1"/>
                                          </p:val>
                                        </p:tav>
                                        <p:tav tm="100000">
                                          <p:val>
                                            <p:strVal val="#ppt_y-.03"/>
                                          </p:val>
                                        </p:tav>
                                      </p:tavLst>
                                    </p:anim>
                                    <p:anim calcmode="lin" valueType="num">
                                      <p:cBhvr>
                                        <p:cTn id="150" dur="60" accel="100000" fill="hold">
                                          <p:stCondLst>
                                            <p:cond delay="540"/>
                                          </p:stCondLst>
                                        </p:cTn>
                                        <p:tgtEl>
                                          <p:spTgt spid="27"/>
                                        </p:tgtEl>
                                        <p:attrNameLst>
                                          <p:attrName>ppt_y</p:attrName>
                                        </p:attrNameLst>
                                      </p:cBhvr>
                                      <p:tavLst>
                                        <p:tav tm="0">
                                          <p:val>
                                            <p:strVal val="#ppt_y-.03"/>
                                          </p:val>
                                        </p:tav>
                                        <p:tav tm="100000">
                                          <p:val>
                                            <p:strVal val="#ppt_y"/>
                                          </p:val>
                                        </p:tav>
                                      </p:tavLst>
                                    </p:anim>
                                  </p:childTnLst>
                                </p:cTn>
                              </p:par>
                              <p:par>
                                <p:cTn id="151" presetID="37" presetClass="entr" presetSubtype="0" fill="hold" grpId="0" nodeType="withEffect">
                                  <p:stCondLst>
                                    <p:cond delay="1680"/>
                                  </p:stCondLst>
                                  <p:childTnLst>
                                    <p:set>
                                      <p:cBhvr>
                                        <p:cTn id="152" dur="1" fill="hold">
                                          <p:stCondLst>
                                            <p:cond delay="0"/>
                                          </p:stCondLst>
                                        </p:cTn>
                                        <p:tgtEl>
                                          <p:spTgt spid="28"/>
                                        </p:tgtEl>
                                        <p:attrNameLst>
                                          <p:attrName>style.visibility</p:attrName>
                                        </p:attrNameLst>
                                      </p:cBhvr>
                                      <p:to>
                                        <p:strVal val="visible"/>
                                      </p:to>
                                    </p:set>
                                    <p:animEffect transition="in" filter="fade">
                                      <p:cBhvr>
                                        <p:cTn id="153" dur="600"/>
                                        <p:tgtEl>
                                          <p:spTgt spid="28"/>
                                        </p:tgtEl>
                                      </p:cBhvr>
                                    </p:animEffect>
                                    <p:anim calcmode="lin" valueType="num">
                                      <p:cBhvr>
                                        <p:cTn id="154" dur="600" fill="hold"/>
                                        <p:tgtEl>
                                          <p:spTgt spid="28"/>
                                        </p:tgtEl>
                                        <p:attrNameLst>
                                          <p:attrName>ppt_x</p:attrName>
                                        </p:attrNameLst>
                                      </p:cBhvr>
                                      <p:tavLst>
                                        <p:tav tm="0">
                                          <p:val>
                                            <p:strVal val="#ppt_x"/>
                                          </p:val>
                                        </p:tav>
                                        <p:tav tm="100000">
                                          <p:val>
                                            <p:strVal val="#ppt_x"/>
                                          </p:val>
                                        </p:tav>
                                      </p:tavLst>
                                    </p:anim>
                                    <p:anim calcmode="lin" valueType="num">
                                      <p:cBhvr>
                                        <p:cTn id="155" dur="540" decel="100000" fill="hold"/>
                                        <p:tgtEl>
                                          <p:spTgt spid="28"/>
                                        </p:tgtEl>
                                        <p:attrNameLst>
                                          <p:attrName>ppt_y</p:attrName>
                                        </p:attrNameLst>
                                      </p:cBhvr>
                                      <p:tavLst>
                                        <p:tav tm="0">
                                          <p:val>
                                            <p:strVal val="#ppt_y+1"/>
                                          </p:val>
                                        </p:tav>
                                        <p:tav tm="100000">
                                          <p:val>
                                            <p:strVal val="#ppt_y-.03"/>
                                          </p:val>
                                        </p:tav>
                                      </p:tavLst>
                                    </p:anim>
                                    <p:anim calcmode="lin" valueType="num">
                                      <p:cBhvr>
                                        <p:cTn id="156" dur="60" accel="100000" fill="hold">
                                          <p:stCondLst>
                                            <p:cond delay="540"/>
                                          </p:stCondLst>
                                        </p:cTn>
                                        <p:tgtEl>
                                          <p:spTgt spid="2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P spid="18" grpId="0" animBg="1"/>
      <p:bldP spid="19" grpId="0" animBg="1"/>
      <p:bldP spid="23" grpId="0" animBg="1"/>
      <p:bldP spid="24"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92"/>
          <p:cNvSpPr txBox="1"/>
          <p:nvPr/>
        </p:nvSpPr>
        <p:spPr>
          <a:xfrm>
            <a:off x="5669280" y="1463040"/>
            <a:ext cx="5943600" cy="731520"/>
          </a:xfrm>
          <a:prstGeom prst="rect">
            <a:avLst/>
          </a:prstGeom>
          <a:noFill/>
          <a:ln/>
        </p:spPr>
        <p:txBody>
          <a:bodyPr wrap="square" lIns="0" tIns="0" rIns="0" bIns="0" rtlCol="0" anchor="t"/>
          <a:lstStyle/>
          <a:p>
            <a:pPr marL="0" indent="0" algn="r" rtl="1">
              <a:buNone/>
            </a:pPr>
            <a:r>
              <a:rPr lang="ar-IQ" altLang="en-US" sz="3200" dirty="0">
                <a:solidFill>
                  <a:srgbClr val="E8D8BD"/>
                </a:solidFill>
                <a:latin typeface="Segoe UI" pitchFamily="34" charset="0"/>
                <a:ea typeface="Segoe UI" pitchFamily="34" charset="-122"/>
                <a:cs typeface="Segoe UI" pitchFamily="34" charset="-120"/>
              </a:rPr>
              <a:t>وهنا...</a:t>
            </a:r>
            <a:endParaRPr lang="ar-IQ" sz="3200" dirty="0"/>
          </a:p>
        </p:txBody>
      </p:sp>
      <p:sp>
        <p:nvSpPr>
          <p:cNvPr id="3" name="anim|2|zoom|93"/>
          <p:cNvSpPr txBox="1"/>
          <p:nvPr/>
        </p:nvSpPr>
        <p:spPr>
          <a:xfrm>
            <a:off x="5669280" y="2148840"/>
            <a:ext cx="5943600" cy="1280160"/>
          </a:xfrm>
          <a:prstGeom prst="rect">
            <a:avLst/>
          </a:prstGeom>
          <a:noFill/>
          <a:ln/>
        </p:spPr>
        <p:txBody>
          <a:bodyPr wrap="square" lIns="0" tIns="0" rIns="0" bIns="0" rtlCol="0" anchor="t"/>
          <a:lstStyle/>
          <a:p>
            <a:pPr marL="0" indent="0" algn="r" rtl="1">
              <a:buNone/>
            </a:pPr>
            <a:r>
              <a:rPr lang="ar-IQ" altLang="en-US" sz="7200" b="1" dirty="0">
                <a:solidFill>
                  <a:srgbClr val="FFFFFF"/>
                </a:solidFill>
                <a:latin typeface="Segoe UI" pitchFamily="34" charset="0"/>
                <a:ea typeface="Segoe UI" pitchFamily="34" charset="-122"/>
                <a:cs typeface="Segoe UI" pitchFamily="34" charset="-120"/>
              </a:rPr>
              <a:t>يأتي SAWA</a:t>
            </a:r>
            <a:endParaRPr lang="ar-IQ" sz="7200" dirty="0"/>
          </a:p>
        </p:txBody>
      </p:sp>
      <p:sp>
        <p:nvSpPr>
          <p:cNvPr id="4" name="anim|4|fade|94"/>
          <p:cNvSpPr txBox="1"/>
          <p:nvPr/>
        </p:nvSpPr>
        <p:spPr>
          <a:xfrm>
            <a:off x="5669280" y="3611880"/>
            <a:ext cx="5760720" cy="1005840"/>
          </a:xfrm>
          <a:prstGeom prst="rect">
            <a:avLst/>
          </a:prstGeom>
          <a:noFill/>
          <a:ln/>
        </p:spPr>
        <p:txBody>
          <a:bodyPr wrap="square" lIns="0" tIns="0" rIns="0" bIns="0" rtlCol="0" anchor="t"/>
          <a:lstStyle/>
          <a:p>
            <a:pPr marL="0" indent="0" algn="r" rtl="1">
              <a:buNone/>
            </a:pPr>
            <a:r>
              <a:rPr lang="ar-IQ" altLang="en-US" sz="2000" dirty="0">
                <a:solidFill>
                  <a:srgbClr val="E8D8BD"/>
                </a:solidFill>
                <a:latin typeface="Segoe UI" pitchFamily="34" charset="0"/>
                <a:ea typeface="Segoe UI" pitchFamily="34" charset="-122"/>
                <a:cs typeface="Segoe UI" pitchFamily="34" charset="-120"/>
              </a:rPr>
              <a:t>مكان واحد تلكى بيه القاعات والورد والمصورين بصورهم وأسعارهم، ووياه فريق يتابع طلبك.</a:t>
            </a:r>
            <a:endParaRPr lang="ar-IQ" sz="2000" dirty="0"/>
          </a:p>
        </p:txBody>
      </p:sp>
      <p:sp>
        <p:nvSpPr>
          <p:cNvPr id="5" name="anim|5|zoom|95"/>
          <p:cNvSpPr/>
          <p:nvPr/>
        </p:nvSpPr>
        <p:spPr>
          <a:xfrm>
            <a:off x="9829800" y="4937760"/>
            <a:ext cx="1783080" cy="566928"/>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6" name="anim|5|zoom|96" descr="C:\Users\AL-NOOR\Downloads\app-research-lab\app-research-lab\presentation\assets\icons\search_maroon.png"/>
          <p:cNvPicPr>
            <a:picLocks noChangeAspect="1"/>
          </p:cNvPicPr>
          <p:nvPr/>
        </p:nvPicPr>
        <p:blipFill>
          <a:blip r:embed="rId4"/>
          <a:stretch>
            <a:fillRect/>
          </a:stretch>
        </p:blipFill>
        <p:spPr>
          <a:xfrm>
            <a:off x="11125322" y="5073823"/>
            <a:ext cx="294803" cy="294803"/>
          </a:xfrm>
          <a:prstGeom prst="rect">
            <a:avLst/>
          </a:prstGeom>
        </p:spPr>
      </p:pic>
      <p:sp>
        <p:nvSpPr>
          <p:cNvPr id="7" name="anim|5|zoom|97"/>
          <p:cNvSpPr txBox="1"/>
          <p:nvPr/>
        </p:nvSpPr>
        <p:spPr>
          <a:xfrm>
            <a:off x="10012680" y="4937760"/>
            <a:ext cx="1002914" cy="566928"/>
          </a:xfrm>
          <a:prstGeom prst="rect">
            <a:avLst/>
          </a:prstGeom>
          <a:noFill/>
          <a:ln/>
        </p:spPr>
        <p:txBody>
          <a:bodyPr wrap="square" lIns="0" tIns="0" rIns="0" bIns="0" rtlCol="0" anchor="ctr"/>
          <a:lstStyle/>
          <a:p>
            <a:pPr marL="0" indent="0" algn="r" rtl="1">
              <a:buNone/>
            </a:pPr>
            <a:r>
              <a:rPr lang="ar-IQ" altLang="en-US" sz="1600" b="1" dirty="0">
                <a:solidFill>
                  <a:srgbClr val="6E1E33"/>
                </a:solidFill>
                <a:latin typeface="Segoe UI" pitchFamily="34" charset="0"/>
                <a:ea typeface="Segoe UI" pitchFamily="34" charset="-122"/>
                <a:cs typeface="Segoe UI" pitchFamily="34" charset="-120"/>
              </a:rPr>
              <a:t>اكتشف</a:t>
            </a:r>
            <a:endParaRPr lang="ar-IQ" sz="1600" dirty="0"/>
          </a:p>
        </p:txBody>
      </p:sp>
      <p:sp>
        <p:nvSpPr>
          <p:cNvPr id="8" name="anim|6|zoom|98"/>
          <p:cNvSpPr/>
          <p:nvPr/>
        </p:nvSpPr>
        <p:spPr>
          <a:xfrm>
            <a:off x="7909560" y="4937760"/>
            <a:ext cx="1783080" cy="566928"/>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9" name="anim|6|zoom|99" descr="C:\Users\AL-NOOR\Downloads\app-research-lab\app-research-lab\presentation\assets\icons\listcheck_maroon.png"/>
          <p:cNvPicPr>
            <a:picLocks noChangeAspect="1"/>
          </p:cNvPicPr>
          <p:nvPr/>
        </p:nvPicPr>
        <p:blipFill>
          <a:blip r:embed="rId5"/>
          <a:stretch>
            <a:fillRect/>
          </a:stretch>
        </p:blipFill>
        <p:spPr>
          <a:xfrm>
            <a:off x="9205082" y="5073823"/>
            <a:ext cx="294803" cy="294803"/>
          </a:xfrm>
          <a:prstGeom prst="rect">
            <a:avLst/>
          </a:prstGeom>
        </p:spPr>
      </p:pic>
      <p:sp>
        <p:nvSpPr>
          <p:cNvPr id="10" name="anim|6|zoom|100"/>
          <p:cNvSpPr txBox="1"/>
          <p:nvPr/>
        </p:nvSpPr>
        <p:spPr>
          <a:xfrm>
            <a:off x="8092440" y="4937760"/>
            <a:ext cx="1002914" cy="566928"/>
          </a:xfrm>
          <a:prstGeom prst="rect">
            <a:avLst/>
          </a:prstGeom>
          <a:noFill/>
          <a:ln/>
        </p:spPr>
        <p:txBody>
          <a:bodyPr wrap="square" lIns="0" tIns="0" rIns="0" bIns="0" rtlCol="0" anchor="ctr"/>
          <a:lstStyle/>
          <a:p>
            <a:pPr marL="0" indent="0" algn="r" rtl="1">
              <a:buNone/>
            </a:pPr>
            <a:r>
              <a:rPr lang="ar-IQ" altLang="en-US" sz="1600" b="1" dirty="0">
                <a:solidFill>
                  <a:srgbClr val="6E1E33"/>
                </a:solidFill>
                <a:latin typeface="Segoe UI" pitchFamily="34" charset="0"/>
                <a:ea typeface="Segoe UI" pitchFamily="34" charset="-122"/>
                <a:cs typeface="Segoe UI" pitchFamily="34" charset="-120"/>
              </a:rPr>
              <a:t>قارن</a:t>
            </a:r>
            <a:endParaRPr lang="ar-IQ" sz="1600" dirty="0"/>
          </a:p>
        </p:txBody>
      </p:sp>
      <p:sp>
        <p:nvSpPr>
          <p:cNvPr id="11" name="anim|7|zoom|101"/>
          <p:cNvSpPr/>
          <p:nvPr/>
        </p:nvSpPr>
        <p:spPr>
          <a:xfrm>
            <a:off x="5989320" y="4937760"/>
            <a:ext cx="1783080" cy="566928"/>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12" name="anim|7|zoom|102" descr="C:\Users\AL-NOOR\Downloads\app-research-lab\app-research-lab\presentation\assets\icons\send_maroon.png"/>
          <p:cNvPicPr>
            <a:picLocks noChangeAspect="1"/>
          </p:cNvPicPr>
          <p:nvPr/>
        </p:nvPicPr>
        <p:blipFill>
          <a:blip r:embed="rId6"/>
          <a:stretch>
            <a:fillRect/>
          </a:stretch>
        </p:blipFill>
        <p:spPr>
          <a:xfrm>
            <a:off x="7284842" y="5073823"/>
            <a:ext cx="294803" cy="294803"/>
          </a:xfrm>
          <a:prstGeom prst="rect">
            <a:avLst/>
          </a:prstGeom>
        </p:spPr>
      </p:pic>
      <p:sp>
        <p:nvSpPr>
          <p:cNvPr id="13" name="anim|7|zoom|103"/>
          <p:cNvSpPr txBox="1"/>
          <p:nvPr/>
        </p:nvSpPr>
        <p:spPr>
          <a:xfrm>
            <a:off x="6172200" y="4937760"/>
            <a:ext cx="1002914" cy="566928"/>
          </a:xfrm>
          <a:prstGeom prst="rect">
            <a:avLst/>
          </a:prstGeom>
          <a:noFill/>
          <a:ln/>
        </p:spPr>
        <p:txBody>
          <a:bodyPr wrap="square" lIns="0" tIns="0" rIns="0" bIns="0" rtlCol="0" anchor="ctr"/>
          <a:lstStyle/>
          <a:p>
            <a:pPr marL="0" indent="0" algn="r" rtl="1">
              <a:buNone/>
            </a:pPr>
            <a:r>
              <a:rPr lang="ar-IQ" altLang="en-US" sz="1600" b="1" dirty="0">
                <a:solidFill>
                  <a:srgbClr val="6E1E33"/>
                </a:solidFill>
                <a:latin typeface="Segoe UI" pitchFamily="34" charset="0"/>
                <a:ea typeface="Segoe UI" pitchFamily="34" charset="-122"/>
                <a:cs typeface="Segoe UI" pitchFamily="34" charset="-120"/>
              </a:rPr>
              <a:t>تواصل</a:t>
            </a:r>
            <a:endParaRPr lang="ar-IQ" sz="1600" dirty="0"/>
          </a:p>
        </p:txBody>
      </p:sp>
      <p:pic>
        <p:nvPicPr>
          <p:cNvPr id="14" name="anim|3|flyup|104" descr="C:\Users\AL-NOOR\Downloads\app-research-lab\app-research-lab\presentation\assets\phones\home.png"/>
          <p:cNvPicPr>
            <a:picLocks noChangeAspect="1"/>
          </p:cNvPicPr>
          <p:nvPr/>
        </p:nvPicPr>
        <p:blipFill>
          <a:blip r:embed="rId7"/>
          <a:stretch>
            <a:fillRect/>
          </a:stretch>
        </p:blipFill>
        <p:spPr>
          <a:xfrm>
            <a:off x="1463040" y="411480"/>
            <a:ext cx="2751151" cy="6035040"/>
          </a:xfrm>
          <a:prstGeom prst="rect">
            <a:avLst/>
          </a:prstGeom>
          <a:effectLst>
            <a:outerShdw blurRad="279400" dist="101600" dir="5400000" algn="bl" rotWithShape="0">
              <a:srgbClr val="000000">
                <a:alpha val="35000"/>
              </a:srgbClr>
            </a:outerShdw>
          </a:effectLst>
        </p:spPr>
      </p:pic>
      <p:sp>
        <p:nvSpPr>
          <p:cNvPr id="15" name="Text 9"/>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E8D8BD"/>
                </a:solidFill>
                <a:latin typeface="Segoe UI" pitchFamily="34" charset="0"/>
                <a:ea typeface="Segoe UI" pitchFamily="34" charset="-122"/>
                <a:cs typeface="Segoe UI" pitchFamily="34" charset="-120"/>
              </a:rPr>
              <a:t>06</a:t>
            </a:r>
            <a:endParaRPr lang="en-US" sz="1000" dirty="0"/>
          </a:p>
        </p:txBody>
      </p:sp>
      <p:sp>
        <p:nvSpPr>
          <p:cNvPr id="16" name="Text 10"/>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E8D8BD"/>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53" presetClass="entr" presetSubtype="16" fill="hold" grpId="0" nodeType="withEffect">
                                  <p:stCondLst>
                                    <p:cond delay="280"/>
                                  </p:stCondLst>
                                  <p:childTnLst>
                                    <p:set>
                                      <p:cBhvr>
                                        <p:cTn id="9" dur="1" fill="hold">
                                          <p:stCondLst>
                                            <p:cond delay="0"/>
                                          </p:stCondLst>
                                        </p:cTn>
                                        <p:tgtEl>
                                          <p:spTgt spid="3"/>
                                        </p:tgtEl>
                                        <p:attrNameLst>
                                          <p:attrName>style.visibility</p:attrName>
                                        </p:attrNameLst>
                                      </p:cBhvr>
                                      <p:to>
                                        <p:strVal val="visible"/>
                                      </p:to>
                                    </p:set>
                                    <p:anim calcmode="lin" valueType="num">
                                      <p:cBhvr>
                                        <p:cTn id="10" dur="500" fill="hold"/>
                                        <p:tgtEl>
                                          <p:spTgt spid="3"/>
                                        </p:tgtEl>
                                        <p:attrNameLst>
                                          <p:attrName>ppt_w</p:attrName>
                                        </p:attrNameLst>
                                      </p:cBhvr>
                                      <p:tavLst>
                                        <p:tav tm="0">
                                          <p:val>
                                            <p:fltVal val="0"/>
                                          </p:val>
                                        </p:tav>
                                        <p:tav tm="100000">
                                          <p:val>
                                            <p:strVal val="#ppt_w"/>
                                          </p:val>
                                        </p:tav>
                                      </p:tavLst>
                                    </p:anim>
                                    <p:anim calcmode="lin" valueType="num">
                                      <p:cBhvr>
                                        <p:cTn id="11" dur="500" fill="hold"/>
                                        <p:tgtEl>
                                          <p:spTgt spid="3"/>
                                        </p:tgtEl>
                                        <p:attrNameLst>
                                          <p:attrName>ppt_h</p:attrName>
                                        </p:attrNameLst>
                                      </p:cBhvr>
                                      <p:tavLst>
                                        <p:tav tm="0">
                                          <p:val>
                                            <p:fltVal val="0"/>
                                          </p:val>
                                        </p:tav>
                                        <p:tav tm="100000">
                                          <p:val>
                                            <p:strVal val="#ppt_h"/>
                                          </p:val>
                                        </p:tav>
                                      </p:tavLst>
                                    </p:anim>
                                    <p:animEffect transition="in" filter="fade">
                                      <p:cBhvr>
                                        <p:cTn id="12" dur="500"/>
                                        <p:tgtEl>
                                          <p:spTgt spid="3"/>
                                        </p:tgtEl>
                                      </p:cBhvr>
                                    </p:animEffect>
                                  </p:childTnLst>
                                </p:cTn>
                              </p:par>
                              <p:par>
                                <p:cTn id="13" presetID="2" presetClass="entr" presetSubtype="4" fill="hold" nodeType="withEffect">
                                  <p:stCondLst>
                                    <p:cond delay="56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800" fill="hold"/>
                                        <p:tgtEl>
                                          <p:spTgt spid="14"/>
                                        </p:tgtEl>
                                        <p:attrNameLst>
                                          <p:attrName>ppt_x</p:attrName>
                                        </p:attrNameLst>
                                      </p:cBhvr>
                                      <p:tavLst>
                                        <p:tav tm="0">
                                          <p:val>
                                            <p:strVal val="#ppt_x"/>
                                          </p:val>
                                        </p:tav>
                                        <p:tav tm="100000">
                                          <p:val>
                                            <p:strVal val="#ppt_x"/>
                                          </p:val>
                                        </p:tav>
                                      </p:tavLst>
                                    </p:anim>
                                    <p:anim calcmode="lin" valueType="num">
                                      <p:cBhvr additive="base">
                                        <p:cTn id="16" dur="800" fill="hold"/>
                                        <p:tgtEl>
                                          <p:spTgt spid="14"/>
                                        </p:tgtEl>
                                        <p:attrNameLst>
                                          <p:attrName>ppt_y</p:attrName>
                                        </p:attrNameLst>
                                      </p:cBhvr>
                                      <p:tavLst>
                                        <p:tav tm="0">
                                          <p:val>
                                            <p:strVal val="1+#ppt_h/2"/>
                                          </p:val>
                                        </p:tav>
                                        <p:tav tm="100000">
                                          <p:val>
                                            <p:strVal val="#ppt_y"/>
                                          </p:val>
                                        </p:tav>
                                      </p:tavLst>
                                    </p:anim>
                                  </p:childTnLst>
                                </p:cTn>
                              </p:par>
                              <p:par>
                                <p:cTn id="17" presetID="10" presetClass="entr" presetSubtype="0" fill="hold" grpId="0" nodeType="withEffect">
                                  <p:stCondLst>
                                    <p:cond delay="84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p:tgtEl>
                                          <p:spTgt spid="4"/>
                                        </p:tgtEl>
                                      </p:cBhvr>
                                    </p:animEffect>
                                  </p:childTnLst>
                                </p:cTn>
                              </p:par>
                              <p:par>
                                <p:cTn id="20" presetID="53" presetClass="entr" presetSubtype="16" fill="hold" nodeType="withEffect">
                                  <p:stCondLst>
                                    <p:cond delay="112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nodeType="withEffect">
                                  <p:stCondLst>
                                    <p:cond delay="112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112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par>
                                <p:cTn id="35" presetID="53" presetClass="entr" presetSubtype="16" fill="hold" nodeType="withEffect">
                                  <p:stCondLst>
                                    <p:cond delay="140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fltVal val="0"/>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animEffect transition="in" filter="fade">
                                      <p:cBhvr>
                                        <p:cTn id="39" dur="500"/>
                                        <p:tgtEl>
                                          <p:spTgt spid="8"/>
                                        </p:tgtEl>
                                      </p:cBhvr>
                                    </p:animEffect>
                                  </p:childTnLst>
                                </p:cTn>
                              </p:par>
                              <p:par>
                                <p:cTn id="40" presetID="53" presetClass="entr" presetSubtype="16" fill="hold" nodeType="withEffect">
                                  <p:stCondLst>
                                    <p:cond delay="140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animEffect transition="in" filter="fade">
                                      <p:cBhvr>
                                        <p:cTn id="44" dur="500"/>
                                        <p:tgtEl>
                                          <p:spTgt spid="9"/>
                                        </p:tgtEl>
                                      </p:cBhvr>
                                    </p:animEffect>
                                  </p:childTnLst>
                                </p:cTn>
                              </p:par>
                              <p:par>
                                <p:cTn id="45" presetID="53" presetClass="entr" presetSubtype="16" fill="hold" grpId="0" nodeType="withEffect">
                                  <p:stCondLst>
                                    <p:cond delay="140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Effect transition="in" filter="fade">
                                      <p:cBhvr>
                                        <p:cTn id="49" dur="500"/>
                                        <p:tgtEl>
                                          <p:spTgt spid="10"/>
                                        </p:tgtEl>
                                      </p:cBhvr>
                                    </p:animEffect>
                                  </p:childTnLst>
                                </p:cTn>
                              </p:par>
                              <p:par>
                                <p:cTn id="50" presetID="53" presetClass="entr" presetSubtype="16" fill="hold" nodeType="withEffect">
                                  <p:stCondLst>
                                    <p:cond delay="1680"/>
                                  </p:stCondLst>
                                  <p:childTnLst>
                                    <p:set>
                                      <p:cBhvr>
                                        <p:cTn id="51" dur="1" fill="hold">
                                          <p:stCondLst>
                                            <p:cond delay="0"/>
                                          </p:stCondLst>
                                        </p:cTn>
                                        <p:tgtEl>
                                          <p:spTgt spid="11"/>
                                        </p:tgtEl>
                                        <p:attrNameLst>
                                          <p:attrName>style.visibility</p:attrName>
                                        </p:attrNameLst>
                                      </p:cBhvr>
                                      <p:to>
                                        <p:strVal val="visible"/>
                                      </p:to>
                                    </p:set>
                                    <p:anim calcmode="lin" valueType="num">
                                      <p:cBhvr>
                                        <p:cTn id="52" dur="500" fill="hold"/>
                                        <p:tgtEl>
                                          <p:spTgt spid="11"/>
                                        </p:tgtEl>
                                        <p:attrNameLst>
                                          <p:attrName>ppt_w</p:attrName>
                                        </p:attrNameLst>
                                      </p:cBhvr>
                                      <p:tavLst>
                                        <p:tav tm="0">
                                          <p:val>
                                            <p:fltVal val="0"/>
                                          </p:val>
                                        </p:tav>
                                        <p:tav tm="100000">
                                          <p:val>
                                            <p:strVal val="#ppt_w"/>
                                          </p:val>
                                        </p:tav>
                                      </p:tavLst>
                                    </p:anim>
                                    <p:anim calcmode="lin" valueType="num">
                                      <p:cBhvr>
                                        <p:cTn id="53" dur="500" fill="hold"/>
                                        <p:tgtEl>
                                          <p:spTgt spid="11"/>
                                        </p:tgtEl>
                                        <p:attrNameLst>
                                          <p:attrName>ppt_h</p:attrName>
                                        </p:attrNameLst>
                                      </p:cBhvr>
                                      <p:tavLst>
                                        <p:tav tm="0">
                                          <p:val>
                                            <p:fltVal val="0"/>
                                          </p:val>
                                        </p:tav>
                                        <p:tav tm="100000">
                                          <p:val>
                                            <p:strVal val="#ppt_h"/>
                                          </p:val>
                                        </p:tav>
                                      </p:tavLst>
                                    </p:anim>
                                    <p:animEffect transition="in" filter="fade">
                                      <p:cBhvr>
                                        <p:cTn id="54" dur="500"/>
                                        <p:tgtEl>
                                          <p:spTgt spid="11"/>
                                        </p:tgtEl>
                                      </p:cBhvr>
                                    </p:animEffect>
                                  </p:childTnLst>
                                </p:cTn>
                              </p:par>
                              <p:par>
                                <p:cTn id="55" presetID="53" presetClass="entr" presetSubtype="16" fill="hold" nodeType="withEffect">
                                  <p:stCondLst>
                                    <p:cond delay="168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par>
                                <p:cTn id="60" presetID="53" presetClass="entr" presetSubtype="16" fill="hold" grpId="0" nodeType="withEffect">
                                  <p:stCondLst>
                                    <p:cond delay="1680"/>
                                  </p:stCondLst>
                                  <p:childTnLst>
                                    <p:set>
                                      <p:cBhvr>
                                        <p:cTn id="61" dur="1" fill="hold">
                                          <p:stCondLst>
                                            <p:cond delay="0"/>
                                          </p:stCondLst>
                                        </p:cTn>
                                        <p:tgtEl>
                                          <p:spTgt spid="13"/>
                                        </p:tgtEl>
                                        <p:attrNameLst>
                                          <p:attrName>style.visibility</p:attrName>
                                        </p:attrNameLst>
                                      </p:cBhvr>
                                      <p:to>
                                        <p:strVal val="visible"/>
                                      </p:to>
                                    </p:set>
                                    <p:anim calcmode="lin" valueType="num">
                                      <p:cBhvr>
                                        <p:cTn id="62" dur="500" fill="hold"/>
                                        <p:tgtEl>
                                          <p:spTgt spid="13"/>
                                        </p:tgtEl>
                                        <p:attrNameLst>
                                          <p:attrName>ppt_w</p:attrName>
                                        </p:attrNameLst>
                                      </p:cBhvr>
                                      <p:tavLst>
                                        <p:tav tm="0">
                                          <p:val>
                                            <p:fltVal val="0"/>
                                          </p:val>
                                        </p:tav>
                                        <p:tav tm="100000">
                                          <p:val>
                                            <p:strVal val="#ppt_w"/>
                                          </p:val>
                                        </p:tav>
                                      </p:tavLst>
                                    </p:anim>
                                    <p:anim calcmode="lin" valueType="num">
                                      <p:cBhvr>
                                        <p:cTn id="63" dur="500" fill="hold"/>
                                        <p:tgtEl>
                                          <p:spTgt spid="13"/>
                                        </p:tgtEl>
                                        <p:attrNameLst>
                                          <p:attrName>ppt_h</p:attrName>
                                        </p:attrNameLst>
                                      </p:cBhvr>
                                      <p:tavLst>
                                        <p:tav tm="0">
                                          <p:val>
                                            <p:fltVal val="0"/>
                                          </p:val>
                                        </p:tav>
                                        <p:tav tm="100000">
                                          <p:val>
                                            <p:strVal val="#ppt_h"/>
                                          </p:val>
                                        </p:tav>
                                      </p:tavLst>
                                    </p:anim>
                                    <p:animEffect transition="in" filter="fade">
                                      <p:cBhvr>
                                        <p:cTn id="6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10"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105"/>
          <p:cNvSpPr txBox="1"/>
          <p:nvPr/>
        </p:nvSpPr>
        <p:spPr>
          <a:xfrm>
            <a:off x="548640" y="640080"/>
            <a:ext cx="11094415"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رحلة المستخدم</a:t>
            </a:r>
            <a:endParaRPr lang="ar-IQ" sz="1400" dirty="0"/>
          </a:p>
        </p:txBody>
      </p:sp>
      <p:sp>
        <p:nvSpPr>
          <p:cNvPr id="3" name="anim|1|fade|106"/>
          <p:cNvSpPr txBox="1"/>
          <p:nvPr/>
        </p:nvSpPr>
        <p:spPr>
          <a:xfrm>
            <a:off x="548640" y="960120"/>
            <a:ext cx="11094415" cy="822960"/>
          </a:xfrm>
          <a:prstGeom prst="rect">
            <a:avLst/>
          </a:prstGeom>
          <a:noFill/>
          <a:ln/>
        </p:spPr>
        <p:txBody>
          <a:bodyPr wrap="square" lIns="0" tIns="0" rIns="0" bIns="0" rtlCol="0" anchor="t"/>
          <a:lstStyle/>
          <a:p>
            <a:pPr marL="0" indent="0" algn="r" rtl="1">
              <a:buNone/>
            </a:pPr>
            <a:r>
              <a:rPr lang="ar-IQ" altLang="en-US" sz="4000" b="1" dirty="0">
                <a:solidFill>
                  <a:srgbClr val="221C1B"/>
                </a:solidFill>
                <a:latin typeface="Segoe UI" pitchFamily="34" charset="0"/>
                <a:ea typeface="Segoe UI" pitchFamily="34" charset="-122"/>
                <a:cs typeface="Segoe UI" pitchFamily="34" charset="-120"/>
              </a:rPr>
              <a:t>كيف يعمل SAWA؟</a:t>
            </a:r>
            <a:endParaRPr lang="ar-IQ" sz="4000" dirty="0"/>
          </a:p>
        </p:txBody>
      </p:sp>
      <p:sp>
        <p:nvSpPr>
          <p:cNvPr id="4" name="anim|2|wipe|107"/>
          <p:cNvSpPr/>
          <p:nvPr/>
        </p:nvSpPr>
        <p:spPr>
          <a:xfrm>
            <a:off x="1394460" y="3063240"/>
            <a:ext cx="9402775" cy="0"/>
          </a:xfrm>
          <a:prstGeom prst="line">
            <a:avLst/>
          </a:prstGeom>
          <a:noFill/>
          <a:ln w="25400">
            <a:solidFill>
              <a:srgbClr val="E8D8BD"/>
            </a:solidFill>
            <a:prstDash val="dash"/>
          </a:ln>
        </p:spPr>
      </p:sp>
      <p:sp>
        <p:nvSpPr>
          <p:cNvPr id="5" name="anim|3|zoom|108"/>
          <p:cNvSpPr/>
          <p:nvPr/>
        </p:nvSpPr>
        <p:spPr>
          <a:xfrm>
            <a:off x="10294315" y="2560320"/>
            <a:ext cx="1005840" cy="1005840"/>
          </a:xfrm>
          <a:prstGeom prst="ellipse">
            <a:avLst/>
          </a:prstGeom>
          <a:solidFill>
            <a:srgbClr val="6E1E33"/>
          </a:solidFill>
          <a:ln w="12700">
            <a:solidFill>
              <a:srgbClr val="6E1E33"/>
            </a:solidFill>
            <a:prstDash val="solid"/>
          </a:ln>
        </p:spPr>
      </p:sp>
      <p:pic>
        <p:nvPicPr>
          <p:cNvPr id="6" name="anim|3|zoom|109" descr="C:\Users\AL-NOOR\Downloads\app-research-lab\app-research-lab\presentation\assets\icons\mobile_white.png"/>
          <p:cNvPicPr>
            <a:picLocks noChangeAspect="1"/>
          </p:cNvPicPr>
          <p:nvPr/>
        </p:nvPicPr>
        <p:blipFill>
          <a:blip r:embed="rId4"/>
          <a:stretch>
            <a:fillRect/>
          </a:stretch>
        </p:blipFill>
        <p:spPr>
          <a:xfrm>
            <a:off x="10570921" y="2836926"/>
            <a:ext cx="452628" cy="452628"/>
          </a:xfrm>
          <a:prstGeom prst="rect">
            <a:avLst/>
          </a:prstGeom>
        </p:spPr>
      </p:pic>
      <p:sp>
        <p:nvSpPr>
          <p:cNvPr id="7" name="anim|3|zoom|110"/>
          <p:cNvSpPr/>
          <p:nvPr/>
        </p:nvSpPr>
        <p:spPr>
          <a:xfrm>
            <a:off x="11053267" y="2468880"/>
            <a:ext cx="384048" cy="384048"/>
          </a:xfrm>
          <a:prstGeom prst="ellipse">
            <a:avLst/>
          </a:prstGeom>
          <a:solidFill>
            <a:srgbClr val="FFFFFF"/>
          </a:solidFill>
          <a:ln w="12700">
            <a:solidFill>
              <a:srgbClr val="6E1E33"/>
            </a:solidFill>
            <a:prstDash val="solid"/>
          </a:ln>
        </p:spPr>
      </p:sp>
      <p:sp>
        <p:nvSpPr>
          <p:cNvPr id="8" name="anim|3|zoom|111"/>
          <p:cNvSpPr txBox="1"/>
          <p:nvPr/>
        </p:nvSpPr>
        <p:spPr>
          <a:xfrm>
            <a:off x="11053267" y="2468880"/>
            <a:ext cx="384048" cy="384048"/>
          </a:xfrm>
          <a:prstGeom prst="rect">
            <a:avLst/>
          </a:prstGeom>
          <a:noFill/>
          <a:ln/>
        </p:spPr>
        <p:txBody>
          <a:bodyPr wrap="square" lIns="0" tIns="0" rIns="0" bIns="0" rtlCol="0" anchor="ctr"/>
          <a:lstStyle/>
          <a:p>
            <a:pPr marL="0" indent="0" algn="ctr">
              <a:buNone/>
            </a:pPr>
            <a:r>
              <a:rPr lang="en-US" altLang="en-US" sz="1300" b="1" dirty="0">
                <a:solidFill>
                  <a:srgbClr val="6E1E33"/>
                </a:solidFill>
                <a:latin typeface="Segoe UI" pitchFamily="34" charset="0"/>
                <a:ea typeface="Segoe UI" pitchFamily="34" charset="-122"/>
                <a:cs typeface="Segoe UI" pitchFamily="34" charset="-120"/>
              </a:rPr>
              <a:t>1</a:t>
            </a:r>
            <a:endParaRPr lang="en-US" sz="1300" dirty="0"/>
          </a:p>
        </p:txBody>
      </p:sp>
      <p:sp>
        <p:nvSpPr>
          <p:cNvPr id="9" name="anim|3|zoom|112"/>
          <p:cNvSpPr txBox="1"/>
          <p:nvPr/>
        </p:nvSpPr>
        <p:spPr>
          <a:xfrm>
            <a:off x="9859975" y="3794760"/>
            <a:ext cx="1874520" cy="82296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افتح التطبيق</a:t>
            </a:r>
            <a:endParaRPr lang="ar-IQ" sz="1700" dirty="0"/>
          </a:p>
        </p:txBody>
      </p:sp>
      <p:sp>
        <p:nvSpPr>
          <p:cNvPr id="10" name="anim|3|zoom|113"/>
          <p:cNvSpPr txBox="1"/>
          <p:nvPr/>
        </p:nvSpPr>
        <p:spPr>
          <a:xfrm>
            <a:off x="9859975" y="4572000"/>
            <a:ext cx="1874520" cy="45720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من الهاتف أو المتصفح</a:t>
            </a:r>
            <a:endParaRPr lang="ar-IQ" sz="1300" dirty="0"/>
          </a:p>
        </p:txBody>
      </p:sp>
      <p:sp>
        <p:nvSpPr>
          <p:cNvPr id="11" name="anim|4|zoom|114"/>
          <p:cNvSpPr/>
          <p:nvPr/>
        </p:nvSpPr>
        <p:spPr>
          <a:xfrm>
            <a:off x="8413760" y="2560320"/>
            <a:ext cx="1005840" cy="1005840"/>
          </a:xfrm>
          <a:prstGeom prst="ellipse">
            <a:avLst/>
          </a:prstGeom>
          <a:solidFill>
            <a:srgbClr val="6E1E33"/>
          </a:solidFill>
          <a:ln w="12700">
            <a:solidFill>
              <a:srgbClr val="6E1E33"/>
            </a:solidFill>
            <a:prstDash val="solid"/>
          </a:ln>
        </p:spPr>
      </p:sp>
      <p:pic>
        <p:nvPicPr>
          <p:cNvPr id="12" name="anim|4|zoom|115" descr="C:\Users\AL-NOOR\Downloads\app-research-lab\app-research-lab\presentation\assets\icons\login_white.png"/>
          <p:cNvPicPr>
            <a:picLocks noChangeAspect="1"/>
          </p:cNvPicPr>
          <p:nvPr/>
        </p:nvPicPr>
        <p:blipFill>
          <a:blip r:embed="rId5"/>
          <a:stretch>
            <a:fillRect/>
          </a:stretch>
        </p:blipFill>
        <p:spPr>
          <a:xfrm>
            <a:off x="8690366" y="2836926"/>
            <a:ext cx="452628" cy="452628"/>
          </a:xfrm>
          <a:prstGeom prst="rect">
            <a:avLst/>
          </a:prstGeom>
        </p:spPr>
      </p:pic>
      <p:sp>
        <p:nvSpPr>
          <p:cNvPr id="13" name="anim|4|zoom|116"/>
          <p:cNvSpPr/>
          <p:nvPr/>
        </p:nvSpPr>
        <p:spPr>
          <a:xfrm>
            <a:off x="9172712" y="2468880"/>
            <a:ext cx="384048" cy="384048"/>
          </a:xfrm>
          <a:prstGeom prst="ellipse">
            <a:avLst/>
          </a:prstGeom>
          <a:solidFill>
            <a:srgbClr val="FFFFFF"/>
          </a:solidFill>
          <a:ln w="12700">
            <a:solidFill>
              <a:srgbClr val="6E1E33"/>
            </a:solidFill>
            <a:prstDash val="solid"/>
          </a:ln>
        </p:spPr>
      </p:sp>
      <p:sp>
        <p:nvSpPr>
          <p:cNvPr id="14" name="anim|4|zoom|117"/>
          <p:cNvSpPr txBox="1"/>
          <p:nvPr/>
        </p:nvSpPr>
        <p:spPr>
          <a:xfrm>
            <a:off x="9172712" y="2468880"/>
            <a:ext cx="384048" cy="384048"/>
          </a:xfrm>
          <a:prstGeom prst="rect">
            <a:avLst/>
          </a:prstGeom>
          <a:noFill/>
          <a:ln/>
        </p:spPr>
        <p:txBody>
          <a:bodyPr wrap="square" lIns="0" tIns="0" rIns="0" bIns="0" rtlCol="0" anchor="ctr"/>
          <a:lstStyle/>
          <a:p>
            <a:pPr marL="0" indent="0" algn="ctr">
              <a:buNone/>
            </a:pPr>
            <a:r>
              <a:rPr lang="en-US" altLang="en-US" sz="1300" b="1" dirty="0">
                <a:solidFill>
                  <a:srgbClr val="6E1E33"/>
                </a:solidFill>
                <a:latin typeface="Segoe UI" pitchFamily="34" charset="0"/>
                <a:ea typeface="Segoe UI" pitchFamily="34" charset="-122"/>
                <a:cs typeface="Segoe UI" pitchFamily="34" charset="-120"/>
              </a:rPr>
              <a:t>2</a:t>
            </a:r>
            <a:endParaRPr lang="en-US" sz="1300" dirty="0"/>
          </a:p>
        </p:txBody>
      </p:sp>
      <p:sp>
        <p:nvSpPr>
          <p:cNvPr id="15" name="anim|4|zoom|118"/>
          <p:cNvSpPr txBox="1"/>
          <p:nvPr/>
        </p:nvSpPr>
        <p:spPr>
          <a:xfrm>
            <a:off x="7979420" y="3794760"/>
            <a:ext cx="1874520" cy="82296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سجّل أو تصفّح كزائر</a:t>
            </a:r>
            <a:endParaRPr lang="ar-IQ" sz="1700" dirty="0"/>
          </a:p>
        </p:txBody>
      </p:sp>
      <p:sp>
        <p:nvSpPr>
          <p:cNvPr id="16" name="anim|4|zoom|119"/>
          <p:cNvSpPr txBox="1"/>
          <p:nvPr/>
        </p:nvSpPr>
        <p:spPr>
          <a:xfrm>
            <a:off x="7979420" y="4572000"/>
            <a:ext cx="1874520" cy="45720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الحساب اختياري</a:t>
            </a:r>
            <a:endParaRPr lang="ar-IQ" sz="1300" dirty="0"/>
          </a:p>
        </p:txBody>
      </p:sp>
      <p:sp>
        <p:nvSpPr>
          <p:cNvPr id="17" name="anim|5|zoom|120"/>
          <p:cNvSpPr/>
          <p:nvPr/>
        </p:nvSpPr>
        <p:spPr>
          <a:xfrm>
            <a:off x="6533205" y="2560320"/>
            <a:ext cx="1005840" cy="1005840"/>
          </a:xfrm>
          <a:prstGeom prst="ellipse">
            <a:avLst/>
          </a:prstGeom>
          <a:solidFill>
            <a:srgbClr val="6E1E33"/>
          </a:solidFill>
          <a:ln w="12700">
            <a:solidFill>
              <a:srgbClr val="6E1E33"/>
            </a:solidFill>
            <a:prstDash val="solid"/>
          </a:ln>
        </p:spPr>
      </p:sp>
      <p:pic>
        <p:nvPicPr>
          <p:cNvPr id="18" name="anim|5|zoom|121" descr="C:\Users\AL-NOOR\Downloads\app-research-lab\app-research-lab\presentation\assets\icons\grid_white.png"/>
          <p:cNvPicPr>
            <a:picLocks noChangeAspect="1"/>
          </p:cNvPicPr>
          <p:nvPr/>
        </p:nvPicPr>
        <p:blipFill>
          <a:blip r:embed="rId6"/>
          <a:stretch>
            <a:fillRect/>
          </a:stretch>
        </p:blipFill>
        <p:spPr>
          <a:xfrm>
            <a:off x="6809811" y="2836926"/>
            <a:ext cx="452628" cy="452628"/>
          </a:xfrm>
          <a:prstGeom prst="rect">
            <a:avLst/>
          </a:prstGeom>
        </p:spPr>
      </p:pic>
      <p:sp>
        <p:nvSpPr>
          <p:cNvPr id="19" name="anim|5|zoom|122"/>
          <p:cNvSpPr/>
          <p:nvPr/>
        </p:nvSpPr>
        <p:spPr>
          <a:xfrm>
            <a:off x="7292157" y="2468880"/>
            <a:ext cx="384048" cy="384048"/>
          </a:xfrm>
          <a:prstGeom prst="ellipse">
            <a:avLst/>
          </a:prstGeom>
          <a:solidFill>
            <a:srgbClr val="FFFFFF"/>
          </a:solidFill>
          <a:ln w="12700">
            <a:solidFill>
              <a:srgbClr val="6E1E33"/>
            </a:solidFill>
            <a:prstDash val="solid"/>
          </a:ln>
        </p:spPr>
      </p:sp>
      <p:sp>
        <p:nvSpPr>
          <p:cNvPr id="20" name="anim|5|zoom|123"/>
          <p:cNvSpPr txBox="1"/>
          <p:nvPr/>
        </p:nvSpPr>
        <p:spPr>
          <a:xfrm>
            <a:off x="7292157" y="2468880"/>
            <a:ext cx="384048" cy="384048"/>
          </a:xfrm>
          <a:prstGeom prst="rect">
            <a:avLst/>
          </a:prstGeom>
          <a:noFill/>
          <a:ln/>
        </p:spPr>
        <p:txBody>
          <a:bodyPr wrap="square" lIns="0" tIns="0" rIns="0" bIns="0" rtlCol="0" anchor="ctr"/>
          <a:lstStyle/>
          <a:p>
            <a:pPr marL="0" indent="0" algn="ctr">
              <a:buNone/>
            </a:pPr>
            <a:r>
              <a:rPr lang="en-US" altLang="en-US" sz="1300" b="1" dirty="0">
                <a:solidFill>
                  <a:srgbClr val="6E1E33"/>
                </a:solidFill>
                <a:latin typeface="Segoe UI" pitchFamily="34" charset="0"/>
                <a:ea typeface="Segoe UI" pitchFamily="34" charset="-122"/>
                <a:cs typeface="Segoe UI" pitchFamily="34" charset="-120"/>
              </a:rPr>
              <a:t>3</a:t>
            </a:r>
            <a:endParaRPr lang="en-US" sz="1300" dirty="0"/>
          </a:p>
        </p:txBody>
      </p:sp>
      <p:sp>
        <p:nvSpPr>
          <p:cNvPr id="21" name="anim|5|zoom|124"/>
          <p:cNvSpPr txBox="1"/>
          <p:nvPr/>
        </p:nvSpPr>
        <p:spPr>
          <a:xfrm>
            <a:off x="6098865" y="3794760"/>
            <a:ext cx="1874520" cy="82296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الرئيسية والفئات</a:t>
            </a:r>
            <a:endParaRPr lang="ar-IQ" sz="1700" dirty="0"/>
          </a:p>
        </p:txBody>
      </p:sp>
      <p:sp>
        <p:nvSpPr>
          <p:cNvPr id="22" name="anim|5|zoom|125"/>
          <p:cNvSpPr txBox="1"/>
          <p:nvPr/>
        </p:nvSpPr>
        <p:spPr>
          <a:xfrm>
            <a:off x="6098865" y="4572000"/>
            <a:ext cx="1874520" cy="45720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قاعات، تصوير، ورد</a:t>
            </a:r>
            <a:endParaRPr lang="ar-IQ" sz="1300" dirty="0"/>
          </a:p>
        </p:txBody>
      </p:sp>
      <p:sp>
        <p:nvSpPr>
          <p:cNvPr id="23" name="anim|6|zoom|126"/>
          <p:cNvSpPr/>
          <p:nvPr/>
        </p:nvSpPr>
        <p:spPr>
          <a:xfrm>
            <a:off x="4652650" y="2560320"/>
            <a:ext cx="1005840" cy="1005840"/>
          </a:xfrm>
          <a:prstGeom prst="ellipse">
            <a:avLst/>
          </a:prstGeom>
          <a:solidFill>
            <a:srgbClr val="6E1E33"/>
          </a:solidFill>
          <a:ln w="12700">
            <a:solidFill>
              <a:srgbClr val="6E1E33"/>
            </a:solidFill>
            <a:prstDash val="solid"/>
          </a:ln>
        </p:spPr>
      </p:sp>
      <p:pic>
        <p:nvPicPr>
          <p:cNvPr id="24" name="anim|6|zoom|127" descr="C:\Users\AL-NOOR\Downloads\app-research-lab\app-research-lab\presentation\assets\icons\image_white.png"/>
          <p:cNvPicPr>
            <a:picLocks noChangeAspect="1"/>
          </p:cNvPicPr>
          <p:nvPr/>
        </p:nvPicPr>
        <p:blipFill>
          <a:blip r:embed="rId7"/>
          <a:stretch>
            <a:fillRect/>
          </a:stretch>
        </p:blipFill>
        <p:spPr>
          <a:xfrm>
            <a:off x="4929256" y="2836926"/>
            <a:ext cx="452628" cy="452628"/>
          </a:xfrm>
          <a:prstGeom prst="rect">
            <a:avLst/>
          </a:prstGeom>
        </p:spPr>
      </p:pic>
      <p:sp>
        <p:nvSpPr>
          <p:cNvPr id="25" name="anim|6|zoom|128"/>
          <p:cNvSpPr/>
          <p:nvPr/>
        </p:nvSpPr>
        <p:spPr>
          <a:xfrm>
            <a:off x="5411602" y="2468880"/>
            <a:ext cx="384048" cy="384048"/>
          </a:xfrm>
          <a:prstGeom prst="ellipse">
            <a:avLst/>
          </a:prstGeom>
          <a:solidFill>
            <a:srgbClr val="FFFFFF"/>
          </a:solidFill>
          <a:ln w="12700">
            <a:solidFill>
              <a:srgbClr val="6E1E33"/>
            </a:solidFill>
            <a:prstDash val="solid"/>
          </a:ln>
        </p:spPr>
      </p:sp>
      <p:sp>
        <p:nvSpPr>
          <p:cNvPr id="26" name="anim|6|zoom|129"/>
          <p:cNvSpPr txBox="1"/>
          <p:nvPr/>
        </p:nvSpPr>
        <p:spPr>
          <a:xfrm>
            <a:off x="5411602" y="2468880"/>
            <a:ext cx="384048" cy="384048"/>
          </a:xfrm>
          <a:prstGeom prst="rect">
            <a:avLst/>
          </a:prstGeom>
          <a:noFill/>
          <a:ln/>
        </p:spPr>
        <p:txBody>
          <a:bodyPr wrap="square" lIns="0" tIns="0" rIns="0" bIns="0" rtlCol="0" anchor="ctr"/>
          <a:lstStyle/>
          <a:p>
            <a:pPr marL="0" indent="0" algn="ctr">
              <a:buNone/>
            </a:pPr>
            <a:r>
              <a:rPr lang="en-US" altLang="en-US" sz="1300" b="1" dirty="0">
                <a:solidFill>
                  <a:srgbClr val="6E1E33"/>
                </a:solidFill>
                <a:latin typeface="Segoe UI" pitchFamily="34" charset="0"/>
                <a:ea typeface="Segoe UI" pitchFamily="34" charset="-122"/>
                <a:cs typeface="Segoe UI" pitchFamily="34" charset="-120"/>
              </a:rPr>
              <a:t>4</a:t>
            </a:r>
            <a:endParaRPr lang="en-US" sz="1300" dirty="0"/>
          </a:p>
        </p:txBody>
      </p:sp>
      <p:sp>
        <p:nvSpPr>
          <p:cNvPr id="27" name="anim|6|zoom|130"/>
          <p:cNvSpPr txBox="1"/>
          <p:nvPr/>
        </p:nvSpPr>
        <p:spPr>
          <a:xfrm>
            <a:off x="4218310" y="3794760"/>
            <a:ext cx="1874520" cy="82296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صور وأسعار وخدمات</a:t>
            </a:r>
            <a:endParaRPr lang="ar-IQ" sz="1700" dirty="0"/>
          </a:p>
        </p:txBody>
      </p:sp>
      <p:sp>
        <p:nvSpPr>
          <p:cNvPr id="28" name="anim|6|zoom|131"/>
          <p:cNvSpPr txBox="1"/>
          <p:nvPr/>
        </p:nvSpPr>
        <p:spPr>
          <a:xfrm>
            <a:off x="4218310" y="4572000"/>
            <a:ext cx="1874520" cy="45720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معلومات منظمة</a:t>
            </a:r>
            <a:endParaRPr lang="ar-IQ" sz="1300" dirty="0"/>
          </a:p>
        </p:txBody>
      </p:sp>
      <p:sp>
        <p:nvSpPr>
          <p:cNvPr id="29" name="anim|7|zoom|132"/>
          <p:cNvSpPr/>
          <p:nvPr/>
        </p:nvSpPr>
        <p:spPr>
          <a:xfrm>
            <a:off x="2772095" y="2560320"/>
            <a:ext cx="1005840" cy="1005840"/>
          </a:xfrm>
          <a:prstGeom prst="ellipse">
            <a:avLst/>
          </a:prstGeom>
          <a:solidFill>
            <a:srgbClr val="6E1E33"/>
          </a:solidFill>
          <a:ln w="12700">
            <a:solidFill>
              <a:srgbClr val="6E1E33"/>
            </a:solidFill>
            <a:prstDash val="solid"/>
          </a:ln>
        </p:spPr>
      </p:sp>
      <p:pic>
        <p:nvPicPr>
          <p:cNvPr id="30" name="anim|7|zoom|133" descr="C:\Users\AL-NOOR\Downloads\app-research-lab\app-research-lab\presentation\assets\icons\listcheck_white.png"/>
          <p:cNvPicPr>
            <a:picLocks noChangeAspect="1"/>
          </p:cNvPicPr>
          <p:nvPr/>
        </p:nvPicPr>
        <p:blipFill>
          <a:blip r:embed="rId8"/>
          <a:stretch>
            <a:fillRect/>
          </a:stretch>
        </p:blipFill>
        <p:spPr>
          <a:xfrm>
            <a:off x="3048701" y="2836926"/>
            <a:ext cx="452628" cy="452628"/>
          </a:xfrm>
          <a:prstGeom prst="rect">
            <a:avLst/>
          </a:prstGeom>
        </p:spPr>
      </p:pic>
      <p:sp>
        <p:nvSpPr>
          <p:cNvPr id="31" name="anim|7|zoom|134"/>
          <p:cNvSpPr/>
          <p:nvPr/>
        </p:nvSpPr>
        <p:spPr>
          <a:xfrm>
            <a:off x="3531047" y="2468880"/>
            <a:ext cx="384048" cy="384048"/>
          </a:xfrm>
          <a:prstGeom prst="ellipse">
            <a:avLst/>
          </a:prstGeom>
          <a:solidFill>
            <a:srgbClr val="FFFFFF"/>
          </a:solidFill>
          <a:ln w="12700">
            <a:solidFill>
              <a:srgbClr val="6E1E33"/>
            </a:solidFill>
            <a:prstDash val="solid"/>
          </a:ln>
        </p:spPr>
      </p:sp>
      <p:sp>
        <p:nvSpPr>
          <p:cNvPr id="32" name="anim|7|zoom|135"/>
          <p:cNvSpPr txBox="1"/>
          <p:nvPr/>
        </p:nvSpPr>
        <p:spPr>
          <a:xfrm>
            <a:off x="3531047" y="2468880"/>
            <a:ext cx="384048" cy="384048"/>
          </a:xfrm>
          <a:prstGeom prst="rect">
            <a:avLst/>
          </a:prstGeom>
          <a:noFill/>
          <a:ln/>
        </p:spPr>
        <p:txBody>
          <a:bodyPr wrap="square" lIns="0" tIns="0" rIns="0" bIns="0" rtlCol="0" anchor="ctr"/>
          <a:lstStyle/>
          <a:p>
            <a:pPr marL="0" indent="0" algn="ctr">
              <a:buNone/>
            </a:pPr>
            <a:r>
              <a:rPr lang="en-US" altLang="en-US" sz="1300" b="1" dirty="0">
                <a:solidFill>
                  <a:srgbClr val="6E1E33"/>
                </a:solidFill>
                <a:latin typeface="Segoe UI" pitchFamily="34" charset="0"/>
                <a:ea typeface="Segoe UI" pitchFamily="34" charset="-122"/>
                <a:cs typeface="Segoe UI" pitchFamily="34" charset="-120"/>
              </a:rPr>
              <a:t>5</a:t>
            </a:r>
            <a:endParaRPr lang="en-US" sz="1300" dirty="0"/>
          </a:p>
        </p:txBody>
      </p:sp>
      <p:sp>
        <p:nvSpPr>
          <p:cNvPr id="33" name="anim|7|zoom|136"/>
          <p:cNvSpPr txBox="1"/>
          <p:nvPr/>
        </p:nvSpPr>
        <p:spPr>
          <a:xfrm>
            <a:off x="2337755" y="3794760"/>
            <a:ext cx="1874520" cy="82296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قارن واختر</a:t>
            </a:r>
            <a:endParaRPr lang="ar-IQ" sz="1700" dirty="0"/>
          </a:p>
        </p:txBody>
      </p:sp>
      <p:sp>
        <p:nvSpPr>
          <p:cNvPr id="34" name="anim|7|zoom|137"/>
          <p:cNvSpPr txBox="1"/>
          <p:nvPr/>
        </p:nvSpPr>
        <p:spPr>
          <a:xfrm>
            <a:off x="2337755" y="4572000"/>
            <a:ext cx="1874520" cy="45720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بحث وفلاتر</a:t>
            </a:r>
            <a:endParaRPr lang="ar-IQ" sz="1300" dirty="0"/>
          </a:p>
        </p:txBody>
      </p:sp>
      <p:sp>
        <p:nvSpPr>
          <p:cNvPr id="35" name="anim|8|zoom|138"/>
          <p:cNvSpPr/>
          <p:nvPr/>
        </p:nvSpPr>
        <p:spPr>
          <a:xfrm>
            <a:off x="891540" y="2560320"/>
            <a:ext cx="1005840" cy="1005840"/>
          </a:xfrm>
          <a:prstGeom prst="ellipse">
            <a:avLst/>
          </a:prstGeom>
          <a:solidFill>
            <a:srgbClr val="B08D57"/>
          </a:solidFill>
          <a:ln w="12700">
            <a:solidFill>
              <a:srgbClr val="B08D57"/>
            </a:solidFill>
            <a:prstDash val="solid"/>
          </a:ln>
        </p:spPr>
      </p:sp>
      <p:pic>
        <p:nvPicPr>
          <p:cNvPr id="36" name="anim|8|zoom|139" descr="C:\Users\AL-NOOR\Downloads\app-research-lab\app-research-lab\presentation\assets\icons\send_white.png"/>
          <p:cNvPicPr>
            <a:picLocks noChangeAspect="1"/>
          </p:cNvPicPr>
          <p:nvPr/>
        </p:nvPicPr>
        <p:blipFill>
          <a:blip r:embed="rId9"/>
          <a:stretch>
            <a:fillRect/>
          </a:stretch>
        </p:blipFill>
        <p:spPr>
          <a:xfrm>
            <a:off x="1168146" y="2836926"/>
            <a:ext cx="452628" cy="452628"/>
          </a:xfrm>
          <a:prstGeom prst="rect">
            <a:avLst/>
          </a:prstGeom>
        </p:spPr>
      </p:pic>
      <p:sp>
        <p:nvSpPr>
          <p:cNvPr id="37" name="anim|8|zoom|140"/>
          <p:cNvSpPr/>
          <p:nvPr/>
        </p:nvSpPr>
        <p:spPr>
          <a:xfrm>
            <a:off x="1650492" y="2468880"/>
            <a:ext cx="384048" cy="384048"/>
          </a:xfrm>
          <a:prstGeom prst="ellipse">
            <a:avLst/>
          </a:prstGeom>
          <a:solidFill>
            <a:srgbClr val="FFFFFF"/>
          </a:solidFill>
          <a:ln w="12700">
            <a:solidFill>
              <a:srgbClr val="6E1E33"/>
            </a:solidFill>
            <a:prstDash val="solid"/>
          </a:ln>
        </p:spPr>
      </p:sp>
      <p:sp>
        <p:nvSpPr>
          <p:cNvPr id="38" name="anim|8|zoom|141"/>
          <p:cNvSpPr txBox="1"/>
          <p:nvPr/>
        </p:nvSpPr>
        <p:spPr>
          <a:xfrm>
            <a:off x="1650492" y="2468880"/>
            <a:ext cx="384048" cy="384048"/>
          </a:xfrm>
          <a:prstGeom prst="rect">
            <a:avLst/>
          </a:prstGeom>
          <a:noFill/>
          <a:ln/>
        </p:spPr>
        <p:txBody>
          <a:bodyPr wrap="square" lIns="0" tIns="0" rIns="0" bIns="0" rtlCol="0" anchor="ctr"/>
          <a:lstStyle/>
          <a:p>
            <a:pPr marL="0" indent="0" algn="ctr">
              <a:buNone/>
            </a:pPr>
            <a:r>
              <a:rPr lang="en-US" altLang="en-US" sz="1300" b="1" dirty="0">
                <a:solidFill>
                  <a:srgbClr val="6E1E33"/>
                </a:solidFill>
                <a:latin typeface="Segoe UI" pitchFamily="34" charset="0"/>
                <a:ea typeface="Segoe UI" pitchFamily="34" charset="-122"/>
                <a:cs typeface="Segoe UI" pitchFamily="34" charset="-120"/>
              </a:rPr>
              <a:t>6</a:t>
            </a:r>
            <a:endParaRPr lang="en-US" sz="1300" dirty="0"/>
          </a:p>
        </p:txBody>
      </p:sp>
      <p:sp>
        <p:nvSpPr>
          <p:cNvPr id="39" name="anim|8|zoom|142"/>
          <p:cNvSpPr txBox="1"/>
          <p:nvPr/>
        </p:nvSpPr>
        <p:spPr>
          <a:xfrm>
            <a:off x="457200" y="3794760"/>
            <a:ext cx="1874520" cy="82296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اطلب تواصل</a:t>
            </a:r>
            <a:endParaRPr lang="ar-IQ" sz="1700" dirty="0"/>
          </a:p>
        </p:txBody>
      </p:sp>
      <p:sp>
        <p:nvSpPr>
          <p:cNvPr id="40" name="anim|8|zoom|143"/>
          <p:cNvSpPr txBox="1"/>
          <p:nvPr/>
        </p:nvSpPr>
        <p:spPr>
          <a:xfrm>
            <a:off x="457200" y="4572000"/>
            <a:ext cx="1874520" cy="45720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برقم مرجعي</a:t>
            </a:r>
            <a:endParaRPr lang="ar-IQ" sz="1300" dirty="0"/>
          </a:p>
        </p:txBody>
      </p:sp>
      <p:sp>
        <p:nvSpPr>
          <p:cNvPr id="41" name="anim|9|rise|144"/>
          <p:cNvSpPr/>
          <p:nvPr/>
        </p:nvSpPr>
        <p:spPr>
          <a:xfrm>
            <a:off x="2926080" y="5349240"/>
            <a:ext cx="6339535" cy="731520"/>
          </a:xfrm>
          <a:prstGeom prst="roundRect">
            <a:avLst>
              <a:gd name="adj" fmla="val 22500"/>
            </a:avLst>
          </a:prstGeom>
          <a:solidFill>
            <a:srgbClr val="F5ECEE"/>
          </a:solidFill>
          <a:ln w="9525">
            <a:solidFill>
              <a:srgbClr val="F5ECEE"/>
            </a:solidFill>
            <a:prstDash val="solid"/>
          </a:ln>
        </p:spPr>
      </p:sp>
      <p:sp>
        <p:nvSpPr>
          <p:cNvPr id="42" name="anim|9|rise|145"/>
          <p:cNvSpPr txBox="1"/>
          <p:nvPr/>
        </p:nvSpPr>
        <p:spPr>
          <a:xfrm>
            <a:off x="3108960" y="5349240"/>
            <a:ext cx="5973775" cy="731520"/>
          </a:xfrm>
          <a:prstGeom prst="rect">
            <a:avLst/>
          </a:prstGeom>
          <a:noFill/>
          <a:ln/>
        </p:spPr>
        <p:txBody>
          <a:bodyPr wrap="square" lIns="0" tIns="0" rIns="0" bIns="0" rtlCol="0" anchor="ctr"/>
          <a:lstStyle/>
          <a:p>
            <a:pPr marL="0" indent="0" algn="ctr" rtl="1">
              <a:buNone/>
            </a:pPr>
            <a:r>
              <a:rPr lang="ar-IQ" altLang="en-US" sz="1600" dirty="0">
                <a:solidFill>
                  <a:srgbClr val="6E1E33"/>
                </a:solidFill>
                <a:latin typeface="Segoe UI" pitchFamily="34" charset="0"/>
                <a:ea typeface="Segoe UI" pitchFamily="34" charset="-122"/>
                <a:cs typeface="Segoe UI" pitchFamily="34" charset="-120"/>
              </a:rPr>
              <a:t>تكدر تتصفح وترسل طلب بدون حساب، وإذا سجّلت تتابع كل طلباتك من مكان واحد.</a:t>
            </a:r>
            <a:endParaRPr lang="ar-IQ" sz="1600" dirty="0"/>
          </a:p>
        </p:txBody>
      </p:sp>
      <p:sp>
        <p:nvSpPr>
          <p:cNvPr id="43" name="Text 35"/>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07</a:t>
            </a:r>
            <a:endParaRPr lang="en-US" sz="1000" dirty="0"/>
          </a:p>
        </p:txBody>
      </p:sp>
      <p:sp>
        <p:nvSpPr>
          <p:cNvPr id="44" name="Text 36"/>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2" fill="hold" nodeType="withEffect">
                                  <p:stCondLst>
                                    <p:cond delay="275"/>
                                  </p:stCondLst>
                                  <p:childTnLst>
                                    <p:set>
                                      <p:cBhvr>
                                        <p:cTn id="12" dur="1" fill="hold">
                                          <p:stCondLst>
                                            <p:cond delay="0"/>
                                          </p:stCondLst>
                                        </p:cTn>
                                        <p:tgtEl>
                                          <p:spTgt spid="4"/>
                                        </p:tgtEl>
                                        <p:attrNameLst>
                                          <p:attrName>style.visibility</p:attrName>
                                        </p:attrNameLst>
                                      </p:cBhvr>
                                      <p:to>
                                        <p:strVal val="visible"/>
                                      </p:to>
                                    </p:set>
                                    <p:animEffect transition="in" filter="wipe(right)">
                                      <p:cBhvr>
                                        <p:cTn id="13" dur="800"/>
                                        <p:tgtEl>
                                          <p:spTgt spid="4"/>
                                        </p:tgtEl>
                                      </p:cBhvr>
                                    </p:animEffect>
                                  </p:childTnLst>
                                </p:cTn>
                              </p:par>
                              <p:par>
                                <p:cTn id="14" presetID="53" presetClass="entr" presetSubtype="16" fill="hold" nodeType="withEffect">
                                  <p:stCondLst>
                                    <p:cond delay="55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par>
                                <p:cTn id="19" presetID="53" presetClass="entr" presetSubtype="16" fill="hold" nodeType="withEffect">
                                  <p:stCondLst>
                                    <p:cond delay="55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par>
                                <p:cTn id="24" presetID="53" presetClass="entr" presetSubtype="16" fill="hold" nodeType="withEffect">
                                  <p:stCondLst>
                                    <p:cond delay="55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par>
                                <p:cTn id="29" presetID="53" presetClass="entr" presetSubtype="16" fill="hold" grpId="0" nodeType="withEffect">
                                  <p:stCondLst>
                                    <p:cond delay="55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par>
                                <p:cTn id="34" presetID="53" presetClass="entr" presetSubtype="16" fill="hold" grpId="0" nodeType="withEffect">
                                  <p:stCondLst>
                                    <p:cond delay="55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animEffect transition="in" filter="fade">
                                      <p:cBhvr>
                                        <p:cTn id="38" dur="500"/>
                                        <p:tgtEl>
                                          <p:spTgt spid="9"/>
                                        </p:tgtEl>
                                      </p:cBhvr>
                                    </p:animEffect>
                                  </p:childTnLst>
                                </p:cTn>
                              </p:par>
                              <p:par>
                                <p:cTn id="39" presetID="53" presetClass="entr" presetSubtype="16" fill="hold" grpId="0" nodeType="withEffect">
                                  <p:stCondLst>
                                    <p:cond delay="55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par>
                                <p:cTn id="44" presetID="53" presetClass="entr" presetSubtype="16" fill="hold" nodeType="withEffect">
                                  <p:stCondLst>
                                    <p:cond delay="825"/>
                                  </p:stCondLst>
                                  <p:childTnLst>
                                    <p:set>
                                      <p:cBhvr>
                                        <p:cTn id="45" dur="1" fill="hold">
                                          <p:stCondLst>
                                            <p:cond delay="0"/>
                                          </p:stCondLst>
                                        </p:cTn>
                                        <p:tgtEl>
                                          <p:spTgt spid="11"/>
                                        </p:tgtEl>
                                        <p:attrNameLst>
                                          <p:attrName>style.visibility</p:attrName>
                                        </p:attrNameLst>
                                      </p:cBhvr>
                                      <p:to>
                                        <p:strVal val="visible"/>
                                      </p:to>
                                    </p:set>
                                    <p:anim calcmode="lin" valueType="num">
                                      <p:cBhvr>
                                        <p:cTn id="46" dur="500" fill="hold"/>
                                        <p:tgtEl>
                                          <p:spTgt spid="11"/>
                                        </p:tgtEl>
                                        <p:attrNameLst>
                                          <p:attrName>ppt_w</p:attrName>
                                        </p:attrNameLst>
                                      </p:cBhvr>
                                      <p:tavLst>
                                        <p:tav tm="0">
                                          <p:val>
                                            <p:fltVal val="0"/>
                                          </p:val>
                                        </p:tav>
                                        <p:tav tm="100000">
                                          <p:val>
                                            <p:strVal val="#ppt_w"/>
                                          </p:val>
                                        </p:tav>
                                      </p:tavLst>
                                    </p:anim>
                                    <p:anim calcmode="lin" valueType="num">
                                      <p:cBhvr>
                                        <p:cTn id="47" dur="500" fill="hold"/>
                                        <p:tgtEl>
                                          <p:spTgt spid="11"/>
                                        </p:tgtEl>
                                        <p:attrNameLst>
                                          <p:attrName>ppt_h</p:attrName>
                                        </p:attrNameLst>
                                      </p:cBhvr>
                                      <p:tavLst>
                                        <p:tav tm="0">
                                          <p:val>
                                            <p:fltVal val="0"/>
                                          </p:val>
                                        </p:tav>
                                        <p:tav tm="100000">
                                          <p:val>
                                            <p:strVal val="#ppt_h"/>
                                          </p:val>
                                        </p:tav>
                                      </p:tavLst>
                                    </p:anim>
                                    <p:animEffect transition="in" filter="fade">
                                      <p:cBhvr>
                                        <p:cTn id="48" dur="500"/>
                                        <p:tgtEl>
                                          <p:spTgt spid="11"/>
                                        </p:tgtEl>
                                      </p:cBhvr>
                                    </p:animEffect>
                                  </p:childTnLst>
                                </p:cTn>
                              </p:par>
                              <p:par>
                                <p:cTn id="49" presetID="53" presetClass="entr" presetSubtype="16" fill="hold" nodeType="withEffect">
                                  <p:stCondLst>
                                    <p:cond delay="825"/>
                                  </p:stCondLst>
                                  <p:childTnLst>
                                    <p:set>
                                      <p:cBhvr>
                                        <p:cTn id="50" dur="1" fill="hold">
                                          <p:stCondLst>
                                            <p:cond delay="0"/>
                                          </p:stCondLst>
                                        </p:cTn>
                                        <p:tgtEl>
                                          <p:spTgt spid="12"/>
                                        </p:tgtEl>
                                        <p:attrNameLst>
                                          <p:attrName>style.visibility</p:attrName>
                                        </p:attrNameLst>
                                      </p:cBhvr>
                                      <p:to>
                                        <p:strVal val="visible"/>
                                      </p:to>
                                    </p:set>
                                    <p:anim calcmode="lin" valueType="num">
                                      <p:cBhvr>
                                        <p:cTn id="51" dur="500" fill="hold"/>
                                        <p:tgtEl>
                                          <p:spTgt spid="12"/>
                                        </p:tgtEl>
                                        <p:attrNameLst>
                                          <p:attrName>ppt_w</p:attrName>
                                        </p:attrNameLst>
                                      </p:cBhvr>
                                      <p:tavLst>
                                        <p:tav tm="0">
                                          <p:val>
                                            <p:fltVal val="0"/>
                                          </p:val>
                                        </p:tav>
                                        <p:tav tm="100000">
                                          <p:val>
                                            <p:strVal val="#ppt_w"/>
                                          </p:val>
                                        </p:tav>
                                      </p:tavLst>
                                    </p:anim>
                                    <p:anim calcmode="lin" valueType="num">
                                      <p:cBhvr>
                                        <p:cTn id="52" dur="500" fill="hold"/>
                                        <p:tgtEl>
                                          <p:spTgt spid="12"/>
                                        </p:tgtEl>
                                        <p:attrNameLst>
                                          <p:attrName>ppt_h</p:attrName>
                                        </p:attrNameLst>
                                      </p:cBhvr>
                                      <p:tavLst>
                                        <p:tav tm="0">
                                          <p:val>
                                            <p:fltVal val="0"/>
                                          </p:val>
                                        </p:tav>
                                        <p:tav tm="100000">
                                          <p:val>
                                            <p:strVal val="#ppt_h"/>
                                          </p:val>
                                        </p:tav>
                                      </p:tavLst>
                                    </p:anim>
                                    <p:animEffect transition="in" filter="fade">
                                      <p:cBhvr>
                                        <p:cTn id="53" dur="500"/>
                                        <p:tgtEl>
                                          <p:spTgt spid="12"/>
                                        </p:tgtEl>
                                      </p:cBhvr>
                                    </p:animEffect>
                                  </p:childTnLst>
                                </p:cTn>
                              </p:par>
                              <p:par>
                                <p:cTn id="54" presetID="53" presetClass="entr" presetSubtype="16" fill="hold" nodeType="withEffect">
                                  <p:stCondLst>
                                    <p:cond delay="825"/>
                                  </p:stCondLst>
                                  <p:childTnLst>
                                    <p:set>
                                      <p:cBhvr>
                                        <p:cTn id="55" dur="1" fill="hold">
                                          <p:stCondLst>
                                            <p:cond delay="0"/>
                                          </p:stCondLst>
                                        </p:cTn>
                                        <p:tgtEl>
                                          <p:spTgt spid="13"/>
                                        </p:tgtEl>
                                        <p:attrNameLst>
                                          <p:attrName>style.visibility</p:attrName>
                                        </p:attrNameLst>
                                      </p:cBhvr>
                                      <p:to>
                                        <p:strVal val="visible"/>
                                      </p:to>
                                    </p:set>
                                    <p:anim calcmode="lin" valueType="num">
                                      <p:cBhvr>
                                        <p:cTn id="56" dur="500" fill="hold"/>
                                        <p:tgtEl>
                                          <p:spTgt spid="13"/>
                                        </p:tgtEl>
                                        <p:attrNameLst>
                                          <p:attrName>ppt_w</p:attrName>
                                        </p:attrNameLst>
                                      </p:cBhvr>
                                      <p:tavLst>
                                        <p:tav tm="0">
                                          <p:val>
                                            <p:fltVal val="0"/>
                                          </p:val>
                                        </p:tav>
                                        <p:tav tm="100000">
                                          <p:val>
                                            <p:strVal val="#ppt_w"/>
                                          </p:val>
                                        </p:tav>
                                      </p:tavLst>
                                    </p:anim>
                                    <p:anim calcmode="lin" valueType="num">
                                      <p:cBhvr>
                                        <p:cTn id="57" dur="500" fill="hold"/>
                                        <p:tgtEl>
                                          <p:spTgt spid="13"/>
                                        </p:tgtEl>
                                        <p:attrNameLst>
                                          <p:attrName>ppt_h</p:attrName>
                                        </p:attrNameLst>
                                      </p:cBhvr>
                                      <p:tavLst>
                                        <p:tav tm="0">
                                          <p:val>
                                            <p:fltVal val="0"/>
                                          </p:val>
                                        </p:tav>
                                        <p:tav tm="100000">
                                          <p:val>
                                            <p:strVal val="#ppt_h"/>
                                          </p:val>
                                        </p:tav>
                                      </p:tavLst>
                                    </p:anim>
                                    <p:animEffect transition="in" filter="fade">
                                      <p:cBhvr>
                                        <p:cTn id="58" dur="500"/>
                                        <p:tgtEl>
                                          <p:spTgt spid="13"/>
                                        </p:tgtEl>
                                      </p:cBhvr>
                                    </p:animEffect>
                                  </p:childTnLst>
                                </p:cTn>
                              </p:par>
                              <p:par>
                                <p:cTn id="59" presetID="53" presetClass="entr" presetSubtype="16" fill="hold" grpId="0" nodeType="withEffect">
                                  <p:stCondLst>
                                    <p:cond delay="825"/>
                                  </p:stCondLst>
                                  <p:childTnLst>
                                    <p:set>
                                      <p:cBhvr>
                                        <p:cTn id="60" dur="1" fill="hold">
                                          <p:stCondLst>
                                            <p:cond delay="0"/>
                                          </p:stCondLst>
                                        </p:cTn>
                                        <p:tgtEl>
                                          <p:spTgt spid="14"/>
                                        </p:tgtEl>
                                        <p:attrNameLst>
                                          <p:attrName>style.visibility</p:attrName>
                                        </p:attrNameLst>
                                      </p:cBhvr>
                                      <p:to>
                                        <p:strVal val="visible"/>
                                      </p:to>
                                    </p:set>
                                    <p:anim calcmode="lin" valueType="num">
                                      <p:cBhvr>
                                        <p:cTn id="61" dur="500" fill="hold"/>
                                        <p:tgtEl>
                                          <p:spTgt spid="14"/>
                                        </p:tgtEl>
                                        <p:attrNameLst>
                                          <p:attrName>ppt_w</p:attrName>
                                        </p:attrNameLst>
                                      </p:cBhvr>
                                      <p:tavLst>
                                        <p:tav tm="0">
                                          <p:val>
                                            <p:fltVal val="0"/>
                                          </p:val>
                                        </p:tav>
                                        <p:tav tm="100000">
                                          <p:val>
                                            <p:strVal val="#ppt_w"/>
                                          </p:val>
                                        </p:tav>
                                      </p:tavLst>
                                    </p:anim>
                                    <p:anim calcmode="lin" valueType="num">
                                      <p:cBhvr>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par>
                                <p:cTn id="64" presetID="53" presetClass="entr" presetSubtype="16" fill="hold" grpId="0" nodeType="withEffect">
                                  <p:stCondLst>
                                    <p:cond delay="825"/>
                                  </p:stCondLst>
                                  <p:childTnLst>
                                    <p:set>
                                      <p:cBhvr>
                                        <p:cTn id="65" dur="1" fill="hold">
                                          <p:stCondLst>
                                            <p:cond delay="0"/>
                                          </p:stCondLst>
                                        </p:cTn>
                                        <p:tgtEl>
                                          <p:spTgt spid="15"/>
                                        </p:tgtEl>
                                        <p:attrNameLst>
                                          <p:attrName>style.visibility</p:attrName>
                                        </p:attrNameLst>
                                      </p:cBhvr>
                                      <p:to>
                                        <p:strVal val="visible"/>
                                      </p:to>
                                    </p:set>
                                    <p:anim calcmode="lin" valueType="num">
                                      <p:cBhvr>
                                        <p:cTn id="66" dur="500" fill="hold"/>
                                        <p:tgtEl>
                                          <p:spTgt spid="15"/>
                                        </p:tgtEl>
                                        <p:attrNameLst>
                                          <p:attrName>ppt_w</p:attrName>
                                        </p:attrNameLst>
                                      </p:cBhvr>
                                      <p:tavLst>
                                        <p:tav tm="0">
                                          <p:val>
                                            <p:fltVal val="0"/>
                                          </p:val>
                                        </p:tav>
                                        <p:tav tm="100000">
                                          <p:val>
                                            <p:strVal val="#ppt_w"/>
                                          </p:val>
                                        </p:tav>
                                      </p:tavLst>
                                    </p:anim>
                                    <p:anim calcmode="lin" valueType="num">
                                      <p:cBhvr>
                                        <p:cTn id="67" dur="500" fill="hold"/>
                                        <p:tgtEl>
                                          <p:spTgt spid="15"/>
                                        </p:tgtEl>
                                        <p:attrNameLst>
                                          <p:attrName>ppt_h</p:attrName>
                                        </p:attrNameLst>
                                      </p:cBhvr>
                                      <p:tavLst>
                                        <p:tav tm="0">
                                          <p:val>
                                            <p:fltVal val="0"/>
                                          </p:val>
                                        </p:tav>
                                        <p:tav tm="100000">
                                          <p:val>
                                            <p:strVal val="#ppt_h"/>
                                          </p:val>
                                        </p:tav>
                                      </p:tavLst>
                                    </p:anim>
                                    <p:animEffect transition="in" filter="fade">
                                      <p:cBhvr>
                                        <p:cTn id="68" dur="500"/>
                                        <p:tgtEl>
                                          <p:spTgt spid="15"/>
                                        </p:tgtEl>
                                      </p:cBhvr>
                                    </p:animEffect>
                                  </p:childTnLst>
                                </p:cTn>
                              </p:par>
                              <p:par>
                                <p:cTn id="69" presetID="53" presetClass="entr" presetSubtype="16" fill="hold" grpId="0" nodeType="withEffect">
                                  <p:stCondLst>
                                    <p:cond delay="825"/>
                                  </p:stCondLst>
                                  <p:childTnLst>
                                    <p:set>
                                      <p:cBhvr>
                                        <p:cTn id="70" dur="1" fill="hold">
                                          <p:stCondLst>
                                            <p:cond delay="0"/>
                                          </p:stCondLst>
                                        </p:cTn>
                                        <p:tgtEl>
                                          <p:spTgt spid="16"/>
                                        </p:tgtEl>
                                        <p:attrNameLst>
                                          <p:attrName>style.visibility</p:attrName>
                                        </p:attrNameLst>
                                      </p:cBhvr>
                                      <p:to>
                                        <p:strVal val="visible"/>
                                      </p:to>
                                    </p:set>
                                    <p:anim calcmode="lin" valueType="num">
                                      <p:cBhvr>
                                        <p:cTn id="71" dur="500" fill="hold"/>
                                        <p:tgtEl>
                                          <p:spTgt spid="16"/>
                                        </p:tgtEl>
                                        <p:attrNameLst>
                                          <p:attrName>ppt_w</p:attrName>
                                        </p:attrNameLst>
                                      </p:cBhvr>
                                      <p:tavLst>
                                        <p:tav tm="0">
                                          <p:val>
                                            <p:fltVal val="0"/>
                                          </p:val>
                                        </p:tav>
                                        <p:tav tm="100000">
                                          <p:val>
                                            <p:strVal val="#ppt_w"/>
                                          </p:val>
                                        </p:tav>
                                      </p:tavLst>
                                    </p:anim>
                                    <p:anim calcmode="lin" valueType="num">
                                      <p:cBhvr>
                                        <p:cTn id="72" dur="500" fill="hold"/>
                                        <p:tgtEl>
                                          <p:spTgt spid="16"/>
                                        </p:tgtEl>
                                        <p:attrNameLst>
                                          <p:attrName>ppt_h</p:attrName>
                                        </p:attrNameLst>
                                      </p:cBhvr>
                                      <p:tavLst>
                                        <p:tav tm="0">
                                          <p:val>
                                            <p:fltVal val="0"/>
                                          </p:val>
                                        </p:tav>
                                        <p:tav tm="100000">
                                          <p:val>
                                            <p:strVal val="#ppt_h"/>
                                          </p:val>
                                        </p:tav>
                                      </p:tavLst>
                                    </p:anim>
                                    <p:animEffect transition="in" filter="fade">
                                      <p:cBhvr>
                                        <p:cTn id="73" dur="500"/>
                                        <p:tgtEl>
                                          <p:spTgt spid="16"/>
                                        </p:tgtEl>
                                      </p:cBhvr>
                                    </p:animEffect>
                                  </p:childTnLst>
                                </p:cTn>
                              </p:par>
                              <p:par>
                                <p:cTn id="74" presetID="53" presetClass="entr" presetSubtype="16" fill="hold" nodeType="withEffect">
                                  <p:stCondLst>
                                    <p:cond delay="1100"/>
                                  </p:stCondLst>
                                  <p:childTnLst>
                                    <p:set>
                                      <p:cBhvr>
                                        <p:cTn id="75" dur="1" fill="hold">
                                          <p:stCondLst>
                                            <p:cond delay="0"/>
                                          </p:stCondLst>
                                        </p:cTn>
                                        <p:tgtEl>
                                          <p:spTgt spid="17"/>
                                        </p:tgtEl>
                                        <p:attrNameLst>
                                          <p:attrName>style.visibility</p:attrName>
                                        </p:attrNameLst>
                                      </p:cBhvr>
                                      <p:to>
                                        <p:strVal val="visible"/>
                                      </p:to>
                                    </p:set>
                                    <p:anim calcmode="lin" valueType="num">
                                      <p:cBhvr>
                                        <p:cTn id="76" dur="500" fill="hold"/>
                                        <p:tgtEl>
                                          <p:spTgt spid="17"/>
                                        </p:tgtEl>
                                        <p:attrNameLst>
                                          <p:attrName>ppt_w</p:attrName>
                                        </p:attrNameLst>
                                      </p:cBhvr>
                                      <p:tavLst>
                                        <p:tav tm="0">
                                          <p:val>
                                            <p:fltVal val="0"/>
                                          </p:val>
                                        </p:tav>
                                        <p:tav tm="100000">
                                          <p:val>
                                            <p:strVal val="#ppt_w"/>
                                          </p:val>
                                        </p:tav>
                                      </p:tavLst>
                                    </p:anim>
                                    <p:anim calcmode="lin" valueType="num">
                                      <p:cBhvr>
                                        <p:cTn id="77" dur="500" fill="hold"/>
                                        <p:tgtEl>
                                          <p:spTgt spid="17"/>
                                        </p:tgtEl>
                                        <p:attrNameLst>
                                          <p:attrName>ppt_h</p:attrName>
                                        </p:attrNameLst>
                                      </p:cBhvr>
                                      <p:tavLst>
                                        <p:tav tm="0">
                                          <p:val>
                                            <p:fltVal val="0"/>
                                          </p:val>
                                        </p:tav>
                                        <p:tav tm="100000">
                                          <p:val>
                                            <p:strVal val="#ppt_h"/>
                                          </p:val>
                                        </p:tav>
                                      </p:tavLst>
                                    </p:anim>
                                    <p:animEffect transition="in" filter="fade">
                                      <p:cBhvr>
                                        <p:cTn id="78" dur="500"/>
                                        <p:tgtEl>
                                          <p:spTgt spid="17"/>
                                        </p:tgtEl>
                                      </p:cBhvr>
                                    </p:animEffect>
                                  </p:childTnLst>
                                </p:cTn>
                              </p:par>
                              <p:par>
                                <p:cTn id="79" presetID="53" presetClass="entr" presetSubtype="16" fill="hold" nodeType="withEffect">
                                  <p:stCondLst>
                                    <p:cond delay="1100"/>
                                  </p:stCondLst>
                                  <p:childTnLst>
                                    <p:set>
                                      <p:cBhvr>
                                        <p:cTn id="80" dur="1" fill="hold">
                                          <p:stCondLst>
                                            <p:cond delay="0"/>
                                          </p:stCondLst>
                                        </p:cTn>
                                        <p:tgtEl>
                                          <p:spTgt spid="18"/>
                                        </p:tgtEl>
                                        <p:attrNameLst>
                                          <p:attrName>style.visibility</p:attrName>
                                        </p:attrNameLst>
                                      </p:cBhvr>
                                      <p:to>
                                        <p:strVal val="visible"/>
                                      </p:to>
                                    </p:set>
                                    <p:anim calcmode="lin" valueType="num">
                                      <p:cBhvr>
                                        <p:cTn id="81" dur="500" fill="hold"/>
                                        <p:tgtEl>
                                          <p:spTgt spid="18"/>
                                        </p:tgtEl>
                                        <p:attrNameLst>
                                          <p:attrName>ppt_w</p:attrName>
                                        </p:attrNameLst>
                                      </p:cBhvr>
                                      <p:tavLst>
                                        <p:tav tm="0">
                                          <p:val>
                                            <p:fltVal val="0"/>
                                          </p:val>
                                        </p:tav>
                                        <p:tav tm="100000">
                                          <p:val>
                                            <p:strVal val="#ppt_w"/>
                                          </p:val>
                                        </p:tav>
                                      </p:tavLst>
                                    </p:anim>
                                    <p:anim calcmode="lin" valueType="num">
                                      <p:cBhvr>
                                        <p:cTn id="82" dur="500" fill="hold"/>
                                        <p:tgtEl>
                                          <p:spTgt spid="18"/>
                                        </p:tgtEl>
                                        <p:attrNameLst>
                                          <p:attrName>ppt_h</p:attrName>
                                        </p:attrNameLst>
                                      </p:cBhvr>
                                      <p:tavLst>
                                        <p:tav tm="0">
                                          <p:val>
                                            <p:fltVal val="0"/>
                                          </p:val>
                                        </p:tav>
                                        <p:tav tm="100000">
                                          <p:val>
                                            <p:strVal val="#ppt_h"/>
                                          </p:val>
                                        </p:tav>
                                      </p:tavLst>
                                    </p:anim>
                                    <p:animEffect transition="in" filter="fade">
                                      <p:cBhvr>
                                        <p:cTn id="83" dur="500"/>
                                        <p:tgtEl>
                                          <p:spTgt spid="18"/>
                                        </p:tgtEl>
                                      </p:cBhvr>
                                    </p:animEffect>
                                  </p:childTnLst>
                                </p:cTn>
                              </p:par>
                              <p:par>
                                <p:cTn id="84" presetID="53" presetClass="entr" presetSubtype="16" fill="hold" nodeType="withEffect">
                                  <p:stCondLst>
                                    <p:cond delay="1100"/>
                                  </p:stCondLst>
                                  <p:childTnLst>
                                    <p:set>
                                      <p:cBhvr>
                                        <p:cTn id="85" dur="1" fill="hold">
                                          <p:stCondLst>
                                            <p:cond delay="0"/>
                                          </p:stCondLst>
                                        </p:cTn>
                                        <p:tgtEl>
                                          <p:spTgt spid="19"/>
                                        </p:tgtEl>
                                        <p:attrNameLst>
                                          <p:attrName>style.visibility</p:attrName>
                                        </p:attrNameLst>
                                      </p:cBhvr>
                                      <p:to>
                                        <p:strVal val="visible"/>
                                      </p:to>
                                    </p:set>
                                    <p:anim calcmode="lin" valueType="num">
                                      <p:cBhvr>
                                        <p:cTn id="86" dur="500" fill="hold"/>
                                        <p:tgtEl>
                                          <p:spTgt spid="19"/>
                                        </p:tgtEl>
                                        <p:attrNameLst>
                                          <p:attrName>ppt_w</p:attrName>
                                        </p:attrNameLst>
                                      </p:cBhvr>
                                      <p:tavLst>
                                        <p:tav tm="0">
                                          <p:val>
                                            <p:fltVal val="0"/>
                                          </p:val>
                                        </p:tav>
                                        <p:tav tm="100000">
                                          <p:val>
                                            <p:strVal val="#ppt_w"/>
                                          </p:val>
                                        </p:tav>
                                      </p:tavLst>
                                    </p:anim>
                                    <p:anim calcmode="lin" valueType="num">
                                      <p:cBhvr>
                                        <p:cTn id="87" dur="500" fill="hold"/>
                                        <p:tgtEl>
                                          <p:spTgt spid="19"/>
                                        </p:tgtEl>
                                        <p:attrNameLst>
                                          <p:attrName>ppt_h</p:attrName>
                                        </p:attrNameLst>
                                      </p:cBhvr>
                                      <p:tavLst>
                                        <p:tav tm="0">
                                          <p:val>
                                            <p:fltVal val="0"/>
                                          </p:val>
                                        </p:tav>
                                        <p:tav tm="100000">
                                          <p:val>
                                            <p:strVal val="#ppt_h"/>
                                          </p:val>
                                        </p:tav>
                                      </p:tavLst>
                                    </p:anim>
                                    <p:animEffect transition="in" filter="fade">
                                      <p:cBhvr>
                                        <p:cTn id="88" dur="500"/>
                                        <p:tgtEl>
                                          <p:spTgt spid="19"/>
                                        </p:tgtEl>
                                      </p:cBhvr>
                                    </p:animEffect>
                                  </p:childTnLst>
                                </p:cTn>
                              </p:par>
                              <p:par>
                                <p:cTn id="89" presetID="53" presetClass="entr" presetSubtype="16" fill="hold" grpId="0" nodeType="withEffect">
                                  <p:stCondLst>
                                    <p:cond delay="11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500" fill="hold"/>
                                        <p:tgtEl>
                                          <p:spTgt spid="20"/>
                                        </p:tgtEl>
                                        <p:attrNameLst>
                                          <p:attrName>ppt_w</p:attrName>
                                        </p:attrNameLst>
                                      </p:cBhvr>
                                      <p:tavLst>
                                        <p:tav tm="0">
                                          <p:val>
                                            <p:fltVal val="0"/>
                                          </p:val>
                                        </p:tav>
                                        <p:tav tm="100000">
                                          <p:val>
                                            <p:strVal val="#ppt_w"/>
                                          </p:val>
                                        </p:tav>
                                      </p:tavLst>
                                    </p:anim>
                                    <p:anim calcmode="lin" valueType="num">
                                      <p:cBhvr>
                                        <p:cTn id="92" dur="500" fill="hold"/>
                                        <p:tgtEl>
                                          <p:spTgt spid="20"/>
                                        </p:tgtEl>
                                        <p:attrNameLst>
                                          <p:attrName>ppt_h</p:attrName>
                                        </p:attrNameLst>
                                      </p:cBhvr>
                                      <p:tavLst>
                                        <p:tav tm="0">
                                          <p:val>
                                            <p:fltVal val="0"/>
                                          </p:val>
                                        </p:tav>
                                        <p:tav tm="100000">
                                          <p:val>
                                            <p:strVal val="#ppt_h"/>
                                          </p:val>
                                        </p:tav>
                                      </p:tavLst>
                                    </p:anim>
                                    <p:animEffect transition="in" filter="fade">
                                      <p:cBhvr>
                                        <p:cTn id="93" dur="500"/>
                                        <p:tgtEl>
                                          <p:spTgt spid="20"/>
                                        </p:tgtEl>
                                      </p:cBhvr>
                                    </p:animEffect>
                                  </p:childTnLst>
                                </p:cTn>
                              </p:par>
                              <p:par>
                                <p:cTn id="94" presetID="53" presetClass="entr" presetSubtype="16" fill="hold" grpId="0" nodeType="withEffect">
                                  <p:stCondLst>
                                    <p:cond delay="1100"/>
                                  </p:stCondLst>
                                  <p:childTnLst>
                                    <p:set>
                                      <p:cBhvr>
                                        <p:cTn id="95" dur="1" fill="hold">
                                          <p:stCondLst>
                                            <p:cond delay="0"/>
                                          </p:stCondLst>
                                        </p:cTn>
                                        <p:tgtEl>
                                          <p:spTgt spid="21"/>
                                        </p:tgtEl>
                                        <p:attrNameLst>
                                          <p:attrName>style.visibility</p:attrName>
                                        </p:attrNameLst>
                                      </p:cBhvr>
                                      <p:to>
                                        <p:strVal val="visible"/>
                                      </p:to>
                                    </p:set>
                                    <p:anim calcmode="lin" valueType="num">
                                      <p:cBhvr>
                                        <p:cTn id="96" dur="500" fill="hold"/>
                                        <p:tgtEl>
                                          <p:spTgt spid="21"/>
                                        </p:tgtEl>
                                        <p:attrNameLst>
                                          <p:attrName>ppt_w</p:attrName>
                                        </p:attrNameLst>
                                      </p:cBhvr>
                                      <p:tavLst>
                                        <p:tav tm="0">
                                          <p:val>
                                            <p:fltVal val="0"/>
                                          </p:val>
                                        </p:tav>
                                        <p:tav tm="100000">
                                          <p:val>
                                            <p:strVal val="#ppt_w"/>
                                          </p:val>
                                        </p:tav>
                                      </p:tavLst>
                                    </p:anim>
                                    <p:anim calcmode="lin" valueType="num">
                                      <p:cBhvr>
                                        <p:cTn id="97" dur="500" fill="hold"/>
                                        <p:tgtEl>
                                          <p:spTgt spid="21"/>
                                        </p:tgtEl>
                                        <p:attrNameLst>
                                          <p:attrName>ppt_h</p:attrName>
                                        </p:attrNameLst>
                                      </p:cBhvr>
                                      <p:tavLst>
                                        <p:tav tm="0">
                                          <p:val>
                                            <p:fltVal val="0"/>
                                          </p:val>
                                        </p:tav>
                                        <p:tav tm="100000">
                                          <p:val>
                                            <p:strVal val="#ppt_h"/>
                                          </p:val>
                                        </p:tav>
                                      </p:tavLst>
                                    </p:anim>
                                    <p:animEffect transition="in" filter="fade">
                                      <p:cBhvr>
                                        <p:cTn id="98" dur="500"/>
                                        <p:tgtEl>
                                          <p:spTgt spid="21"/>
                                        </p:tgtEl>
                                      </p:cBhvr>
                                    </p:animEffect>
                                  </p:childTnLst>
                                </p:cTn>
                              </p:par>
                              <p:par>
                                <p:cTn id="99" presetID="53" presetClass="entr" presetSubtype="16" fill="hold" grpId="0" nodeType="withEffect">
                                  <p:stCondLst>
                                    <p:cond delay="1100"/>
                                  </p:stCondLst>
                                  <p:childTnLst>
                                    <p:set>
                                      <p:cBhvr>
                                        <p:cTn id="100" dur="1" fill="hold">
                                          <p:stCondLst>
                                            <p:cond delay="0"/>
                                          </p:stCondLst>
                                        </p:cTn>
                                        <p:tgtEl>
                                          <p:spTgt spid="22"/>
                                        </p:tgtEl>
                                        <p:attrNameLst>
                                          <p:attrName>style.visibility</p:attrName>
                                        </p:attrNameLst>
                                      </p:cBhvr>
                                      <p:to>
                                        <p:strVal val="visible"/>
                                      </p:to>
                                    </p:set>
                                    <p:anim calcmode="lin" valueType="num">
                                      <p:cBhvr>
                                        <p:cTn id="101" dur="500" fill="hold"/>
                                        <p:tgtEl>
                                          <p:spTgt spid="22"/>
                                        </p:tgtEl>
                                        <p:attrNameLst>
                                          <p:attrName>ppt_w</p:attrName>
                                        </p:attrNameLst>
                                      </p:cBhvr>
                                      <p:tavLst>
                                        <p:tav tm="0">
                                          <p:val>
                                            <p:fltVal val="0"/>
                                          </p:val>
                                        </p:tav>
                                        <p:tav tm="100000">
                                          <p:val>
                                            <p:strVal val="#ppt_w"/>
                                          </p:val>
                                        </p:tav>
                                      </p:tavLst>
                                    </p:anim>
                                    <p:anim calcmode="lin" valueType="num">
                                      <p:cBhvr>
                                        <p:cTn id="102" dur="500" fill="hold"/>
                                        <p:tgtEl>
                                          <p:spTgt spid="22"/>
                                        </p:tgtEl>
                                        <p:attrNameLst>
                                          <p:attrName>ppt_h</p:attrName>
                                        </p:attrNameLst>
                                      </p:cBhvr>
                                      <p:tavLst>
                                        <p:tav tm="0">
                                          <p:val>
                                            <p:fltVal val="0"/>
                                          </p:val>
                                        </p:tav>
                                        <p:tav tm="100000">
                                          <p:val>
                                            <p:strVal val="#ppt_h"/>
                                          </p:val>
                                        </p:tav>
                                      </p:tavLst>
                                    </p:anim>
                                    <p:animEffect transition="in" filter="fade">
                                      <p:cBhvr>
                                        <p:cTn id="103" dur="500"/>
                                        <p:tgtEl>
                                          <p:spTgt spid="22"/>
                                        </p:tgtEl>
                                      </p:cBhvr>
                                    </p:animEffect>
                                  </p:childTnLst>
                                </p:cTn>
                              </p:par>
                              <p:par>
                                <p:cTn id="104" presetID="53" presetClass="entr" presetSubtype="16" fill="hold" nodeType="withEffect">
                                  <p:stCondLst>
                                    <p:cond delay="1375"/>
                                  </p:stCondLst>
                                  <p:childTnLst>
                                    <p:set>
                                      <p:cBhvr>
                                        <p:cTn id="105" dur="1" fill="hold">
                                          <p:stCondLst>
                                            <p:cond delay="0"/>
                                          </p:stCondLst>
                                        </p:cTn>
                                        <p:tgtEl>
                                          <p:spTgt spid="23"/>
                                        </p:tgtEl>
                                        <p:attrNameLst>
                                          <p:attrName>style.visibility</p:attrName>
                                        </p:attrNameLst>
                                      </p:cBhvr>
                                      <p:to>
                                        <p:strVal val="visible"/>
                                      </p:to>
                                    </p:set>
                                    <p:anim calcmode="lin" valueType="num">
                                      <p:cBhvr>
                                        <p:cTn id="106" dur="500" fill="hold"/>
                                        <p:tgtEl>
                                          <p:spTgt spid="23"/>
                                        </p:tgtEl>
                                        <p:attrNameLst>
                                          <p:attrName>ppt_w</p:attrName>
                                        </p:attrNameLst>
                                      </p:cBhvr>
                                      <p:tavLst>
                                        <p:tav tm="0">
                                          <p:val>
                                            <p:fltVal val="0"/>
                                          </p:val>
                                        </p:tav>
                                        <p:tav tm="100000">
                                          <p:val>
                                            <p:strVal val="#ppt_w"/>
                                          </p:val>
                                        </p:tav>
                                      </p:tavLst>
                                    </p:anim>
                                    <p:anim calcmode="lin" valueType="num">
                                      <p:cBhvr>
                                        <p:cTn id="107" dur="500" fill="hold"/>
                                        <p:tgtEl>
                                          <p:spTgt spid="23"/>
                                        </p:tgtEl>
                                        <p:attrNameLst>
                                          <p:attrName>ppt_h</p:attrName>
                                        </p:attrNameLst>
                                      </p:cBhvr>
                                      <p:tavLst>
                                        <p:tav tm="0">
                                          <p:val>
                                            <p:fltVal val="0"/>
                                          </p:val>
                                        </p:tav>
                                        <p:tav tm="100000">
                                          <p:val>
                                            <p:strVal val="#ppt_h"/>
                                          </p:val>
                                        </p:tav>
                                      </p:tavLst>
                                    </p:anim>
                                    <p:animEffect transition="in" filter="fade">
                                      <p:cBhvr>
                                        <p:cTn id="108" dur="500"/>
                                        <p:tgtEl>
                                          <p:spTgt spid="23"/>
                                        </p:tgtEl>
                                      </p:cBhvr>
                                    </p:animEffect>
                                  </p:childTnLst>
                                </p:cTn>
                              </p:par>
                              <p:par>
                                <p:cTn id="109" presetID="53" presetClass="entr" presetSubtype="16" fill="hold" nodeType="withEffect">
                                  <p:stCondLst>
                                    <p:cond delay="1375"/>
                                  </p:stCondLst>
                                  <p:childTnLst>
                                    <p:set>
                                      <p:cBhvr>
                                        <p:cTn id="110" dur="1" fill="hold">
                                          <p:stCondLst>
                                            <p:cond delay="0"/>
                                          </p:stCondLst>
                                        </p:cTn>
                                        <p:tgtEl>
                                          <p:spTgt spid="24"/>
                                        </p:tgtEl>
                                        <p:attrNameLst>
                                          <p:attrName>style.visibility</p:attrName>
                                        </p:attrNameLst>
                                      </p:cBhvr>
                                      <p:to>
                                        <p:strVal val="visible"/>
                                      </p:to>
                                    </p:set>
                                    <p:anim calcmode="lin" valueType="num">
                                      <p:cBhvr>
                                        <p:cTn id="111" dur="500" fill="hold"/>
                                        <p:tgtEl>
                                          <p:spTgt spid="24"/>
                                        </p:tgtEl>
                                        <p:attrNameLst>
                                          <p:attrName>ppt_w</p:attrName>
                                        </p:attrNameLst>
                                      </p:cBhvr>
                                      <p:tavLst>
                                        <p:tav tm="0">
                                          <p:val>
                                            <p:fltVal val="0"/>
                                          </p:val>
                                        </p:tav>
                                        <p:tav tm="100000">
                                          <p:val>
                                            <p:strVal val="#ppt_w"/>
                                          </p:val>
                                        </p:tav>
                                      </p:tavLst>
                                    </p:anim>
                                    <p:anim calcmode="lin" valueType="num">
                                      <p:cBhvr>
                                        <p:cTn id="112" dur="500" fill="hold"/>
                                        <p:tgtEl>
                                          <p:spTgt spid="24"/>
                                        </p:tgtEl>
                                        <p:attrNameLst>
                                          <p:attrName>ppt_h</p:attrName>
                                        </p:attrNameLst>
                                      </p:cBhvr>
                                      <p:tavLst>
                                        <p:tav tm="0">
                                          <p:val>
                                            <p:fltVal val="0"/>
                                          </p:val>
                                        </p:tav>
                                        <p:tav tm="100000">
                                          <p:val>
                                            <p:strVal val="#ppt_h"/>
                                          </p:val>
                                        </p:tav>
                                      </p:tavLst>
                                    </p:anim>
                                    <p:animEffect transition="in" filter="fade">
                                      <p:cBhvr>
                                        <p:cTn id="113" dur="500"/>
                                        <p:tgtEl>
                                          <p:spTgt spid="24"/>
                                        </p:tgtEl>
                                      </p:cBhvr>
                                    </p:animEffect>
                                  </p:childTnLst>
                                </p:cTn>
                              </p:par>
                              <p:par>
                                <p:cTn id="114" presetID="53" presetClass="entr" presetSubtype="16" fill="hold" nodeType="withEffect">
                                  <p:stCondLst>
                                    <p:cond delay="1375"/>
                                  </p:stCondLst>
                                  <p:childTnLst>
                                    <p:set>
                                      <p:cBhvr>
                                        <p:cTn id="115" dur="1" fill="hold">
                                          <p:stCondLst>
                                            <p:cond delay="0"/>
                                          </p:stCondLst>
                                        </p:cTn>
                                        <p:tgtEl>
                                          <p:spTgt spid="25"/>
                                        </p:tgtEl>
                                        <p:attrNameLst>
                                          <p:attrName>style.visibility</p:attrName>
                                        </p:attrNameLst>
                                      </p:cBhvr>
                                      <p:to>
                                        <p:strVal val="visible"/>
                                      </p:to>
                                    </p:set>
                                    <p:anim calcmode="lin" valueType="num">
                                      <p:cBhvr>
                                        <p:cTn id="116" dur="500" fill="hold"/>
                                        <p:tgtEl>
                                          <p:spTgt spid="25"/>
                                        </p:tgtEl>
                                        <p:attrNameLst>
                                          <p:attrName>ppt_w</p:attrName>
                                        </p:attrNameLst>
                                      </p:cBhvr>
                                      <p:tavLst>
                                        <p:tav tm="0">
                                          <p:val>
                                            <p:fltVal val="0"/>
                                          </p:val>
                                        </p:tav>
                                        <p:tav tm="100000">
                                          <p:val>
                                            <p:strVal val="#ppt_w"/>
                                          </p:val>
                                        </p:tav>
                                      </p:tavLst>
                                    </p:anim>
                                    <p:anim calcmode="lin" valueType="num">
                                      <p:cBhvr>
                                        <p:cTn id="117" dur="500" fill="hold"/>
                                        <p:tgtEl>
                                          <p:spTgt spid="25"/>
                                        </p:tgtEl>
                                        <p:attrNameLst>
                                          <p:attrName>ppt_h</p:attrName>
                                        </p:attrNameLst>
                                      </p:cBhvr>
                                      <p:tavLst>
                                        <p:tav tm="0">
                                          <p:val>
                                            <p:fltVal val="0"/>
                                          </p:val>
                                        </p:tav>
                                        <p:tav tm="100000">
                                          <p:val>
                                            <p:strVal val="#ppt_h"/>
                                          </p:val>
                                        </p:tav>
                                      </p:tavLst>
                                    </p:anim>
                                    <p:animEffect transition="in" filter="fade">
                                      <p:cBhvr>
                                        <p:cTn id="118" dur="500"/>
                                        <p:tgtEl>
                                          <p:spTgt spid="25"/>
                                        </p:tgtEl>
                                      </p:cBhvr>
                                    </p:animEffect>
                                  </p:childTnLst>
                                </p:cTn>
                              </p:par>
                              <p:par>
                                <p:cTn id="119" presetID="53" presetClass="entr" presetSubtype="16" fill="hold" grpId="0" nodeType="withEffect">
                                  <p:stCondLst>
                                    <p:cond delay="1375"/>
                                  </p:stCondLst>
                                  <p:childTnLst>
                                    <p:set>
                                      <p:cBhvr>
                                        <p:cTn id="120" dur="1" fill="hold">
                                          <p:stCondLst>
                                            <p:cond delay="0"/>
                                          </p:stCondLst>
                                        </p:cTn>
                                        <p:tgtEl>
                                          <p:spTgt spid="26"/>
                                        </p:tgtEl>
                                        <p:attrNameLst>
                                          <p:attrName>style.visibility</p:attrName>
                                        </p:attrNameLst>
                                      </p:cBhvr>
                                      <p:to>
                                        <p:strVal val="visible"/>
                                      </p:to>
                                    </p:set>
                                    <p:anim calcmode="lin" valueType="num">
                                      <p:cBhvr>
                                        <p:cTn id="121" dur="500" fill="hold"/>
                                        <p:tgtEl>
                                          <p:spTgt spid="26"/>
                                        </p:tgtEl>
                                        <p:attrNameLst>
                                          <p:attrName>ppt_w</p:attrName>
                                        </p:attrNameLst>
                                      </p:cBhvr>
                                      <p:tavLst>
                                        <p:tav tm="0">
                                          <p:val>
                                            <p:fltVal val="0"/>
                                          </p:val>
                                        </p:tav>
                                        <p:tav tm="100000">
                                          <p:val>
                                            <p:strVal val="#ppt_w"/>
                                          </p:val>
                                        </p:tav>
                                      </p:tavLst>
                                    </p:anim>
                                    <p:anim calcmode="lin" valueType="num">
                                      <p:cBhvr>
                                        <p:cTn id="122" dur="500" fill="hold"/>
                                        <p:tgtEl>
                                          <p:spTgt spid="26"/>
                                        </p:tgtEl>
                                        <p:attrNameLst>
                                          <p:attrName>ppt_h</p:attrName>
                                        </p:attrNameLst>
                                      </p:cBhvr>
                                      <p:tavLst>
                                        <p:tav tm="0">
                                          <p:val>
                                            <p:fltVal val="0"/>
                                          </p:val>
                                        </p:tav>
                                        <p:tav tm="100000">
                                          <p:val>
                                            <p:strVal val="#ppt_h"/>
                                          </p:val>
                                        </p:tav>
                                      </p:tavLst>
                                    </p:anim>
                                    <p:animEffect transition="in" filter="fade">
                                      <p:cBhvr>
                                        <p:cTn id="123" dur="500"/>
                                        <p:tgtEl>
                                          <p:spTgt spid="26"/>
                                        </p:tgtEl>
                                      </p:cBhvr>
                                    </p:animEffect>
                                  </p:childTnLst>
                                </p:cTn>
                              </p:par>
                              <p:par>
                                <p:cTn id="124" presetID="53" presetClass="entr" presetSubtype="16" fill="hold" grpId="0" nodeType="withEffect">
                                  <p:stCondLst>
                                    <p:cond delay="1375"/>
                                  </p:stCondLst>
                                  <p:childTnLst>
                                    <p:set>
                                      <p:cBhvr>
                                        <p:cTn id="125" dur="1" fill="hold">
                                          <p:stCondLst>
                                            <p:cond delay="0"/>
                                          </p:stCondLst>
                                        </p:cTn>
                                        <p:tgtEl>
                                          <p:spTgt spid="27"/>
                                        </p:tgtEl>
                                        <p:attrNameLst>
                                          <p:attrName>style.visibility</p:attrName>
                                        </p:attrNameLst>
                                      </p:cBhvr>
                                      <p:to>
                                        <p:strVal val="visible"/>
                                      </p:to>
                                    </p:set>
                                    <p:anim calcmode="lin" valueType="num">
                                      <p:cBhvr>
                                        <p:cTn id="126" dur="500" fill="hold"/>
                                        <p:tgtEl>
                                          <p:spTgt spid="27"/>
                                        </p:tgtEl>
                                        <p:attrNameLst>
                                          <p:attrName>ppt_w</p:attrName>
                                        </p:attrNameLst>
                                      </p:cBhvr>
                                      <p:tavLst>
                                        <p:tav tm="0">
                                          <p:val>
                                            <p:fltVal val="0"/>
                                          </p:val>
                                        </p:tav>
                                        <p:tav tm="100000">
                                          <p:val>
                                            <p:strVal val="#ppt_w"/>
                                          </p:val>
                                        </p:tav>
                                      </p:tavLst>
                                    </p:anim>
                                    <p:anim calcmode="lin" valueType="num">
                                      <p:cBhvr>
                                        <p:cTn id="127" dur="500" fill="hold"/>
                                        <p:tgtEl>
                                          <p:spTgt spid="27"/>
                                        </p:tgtEl>
                                        <p:attrNameLst>
                                          <p:attrName>ppt_h</p:attrName>
                                        </p:attrNameLst>
                                      </p:cBhvr>
                                      <p:tavLst>
                                        <p:tav tm="0">
                                          <p:val>
                                            <p:fltVal val="0"/>
                                          </p:val>
                                        </p:tav>
                                        <p:tav tm="100000">
                                          <p:val>
                                            <p:strVal val="#ppt_h"/>
                                          </p:val>
                                        </p:tav>
                                      </p:tavLst>
                                    </p:anim>
                                    <p:animEffect transition="in" filter="fade">
                                      <p:cBhvr>
                                        <p:cTn id="128" dur="500"/>
                                        <p:tgtEl>
                                          <p:spTgt spid="27"/>
                                        </p:tgtEl>
                                      </p:cBhvr>
                                    </p:animEffect>
                                  </p:childTnLst>
                                </p:cTn>
                              </p:par>
                              <p:par>
                                <p:cTn id="129" presetID="53" presetClass="entr" presetSubtype="16" fill="hold" grpId="0" nodeType="withEffect">
                                  <p:stCondLst>
                                    <p:cond delay="1375"/>
                                  </p:stCondLst>
                                  <p:childTnLst>
                                    <p:set>
                                      <p:cBhvr>
                                        <p:cTn id="130" dur="1" fill="hold">
                                          <p:stCondLst>
                                            <p:cond delay="0"/>
                                          </p:stCondLst>
                                        </p:cTn>
                                        <p:tgtEl>
                                          <p:spTgt spid="28"/>
                                        </p:tgtEl>
                                        <p:attrNameLst>
                                          <p:attrName>style.visibility</p:attrName>
                                        </p:attrNameLst>
                                      </p:cBhvr>
                                      <p:to>
                                        <p:strVal val="visible"/>
                                      </p:to>
                                    </p:set>
                                    <p:anim calcmode="lin" valueType="num">
                                      <p:cBhvr>
                                        <p:cTn id="131" dur="500" fill="hold"/>
                                        <p:tgtEl>
                                          <p:spTgt spid="28"/>
                                        </p:tgtEl>
                                        <p:attrNameLst>
                                          <p:attrName>ppt_w</p:attrName>
                                        </p:attrNameLst>
                                      </p:cBhvr>
                                      <p:tavLst>
                                        <p:tav tm="0">
                                          <p:val>
                                            <p:fltVal val="0"/>
                                          </p:val>
                                        </p:tav>
                                        <p:tav tm="100000">
                                          <p:val>
                                            <p:strVal val="#ppt_w"/>
                                          </p:val>
                                        </p:tav>
                                      </p:tavLst>
                                    </p:anim>
                                    <p:anim calcmode="lin" valueType="num">
                                      <p:cBhvr>
                                        <p:cTn id="132" dur="500" fill="hold"/>
                                        <p:tgtEl>
                                          <p:spTgt spid="28"/>
                                        </p:tgtEl>
                                        <p:attrNameLst>
                                          <p:attrName>ppt_h</p:attrName>
                                        </p:attrNameLst>
                                      </p:cBhvr>
                                      <p:tavLst>
                                        <p:tav tm="0">
                                          <p:val>
                                            <p:fltVal val="0"/>
                                          </p:val>
                                        </p:tav>
                                        <p:tav tm="100000">
                                          <p:val>
                                            <p:strVal val="#ppt_h"/>
                                          </p:val>
                                        </p:tav>
                                      </p:tavLst>
                                    </p:anim>
                                    <p:animEffect transition="in" filter="fade">
                                      <p:cBhvr>
                                        <p:cTn id="133" dur="500"/>
                                        <p:tgtEl>
                                          <p:spTgt spid="28"/>
                                        </p:tgtEl>
                                      </p:cBhvr>
                                    </p:animEffect>
                                  </p:childTnLst>
                                </p:cTn>
                              </p:par>
                              <p:par>
                                <p:cTn id="134" presetID="53" presetClass="entr" presetSubtype="16" fill="hold" nodeType="withEffect">
                                  <p:stCondLst>
                                    <p:cond delay="1650"/>
                                  </p:stCondLst>
                                  <p:childTnLst>
                                    <p:set>
                                      <p:cBhvr>
                                        <p:cTn id="135" dur="1" fill="hold">
                                          <p:stCondLst>
                                            <p:cond delay="0"/>
                                          </p:stCondLst>
                                        </p:cTn>
                                        <p:tgtEl>
                                          <p:spTgt spid="29"/>
                                        </p:tgtEl>
                                        <p:attrNameLst>
                                          <p:attrName>style.visibility</p:attrName>
                                        </p:attrNameLst>
                                      </p:cBhvr>
                                      <p:to>
                                        <p:strVal val="visible"/>
                                      </p:to>
                                    </p:set>
                                    <p:anim calcmode="lin" valueType="num">
                                      <p:cBhvr>
                                        <p:cTn id="136" dur="500" fill="hold"/>
                                        <p:tgtEl>
                                          <p:spTgt spid="29"/>
                                        </p:tgtEl>
                                        <p:attrNameLst>
                                          <p:attrName>ppt_w</p:attrName>
                                        </p:attrNameLst>
                                      </p:cBhvr>
                                      <p:tavLst>
                                        <p:tav tm="0">
                                          <p:val>
                                            <p:fltVal val="0"/>
                                          </p:val>
                                        </p:tav>
                                        <p:tav tm="100000">
                                          <p:val>
                                            <p:strVal val="#ppt_w"/>
                                          </p:val>
                                        </p:tav>
                                      </p:tavLst>
                                    </p:anim>
                                    <p:anim calcmode="lin" valueType="num">
                                      <p:cBhvr>
                                        <p:cTn id="137" dur="500" fill="hold"/>
                                        <p:tgtEl>
                                          <p:spTgt spid="29"/>
                                        </p:tgtEl>
                                        <p:attrNameLst>
                                          <p:attrName>ppt_h</p:attrName>
                                        </p:attrNameLst>
                                      </p:cBhvr>
                                      <p:tavLst>
                                        <p:tav tm="0">
                                          <p:val>
                                            <p:fltVal val="0"/>
                                          </p:val>
                                        </p:tav>
                                        <p:tav tm="100000">
                                          <p:val>
                                            <p:strVal val="#ppt_h"/>
                                          </p:val>
                                        </p:tav>
                                      </p:tavLst>
                                    </p:anim>
                                    <p:animEffect transition="in" filter="fade">
                                      <p:cBhvr>
                                        <p:cTn id="138" dur="500"/>
                                        <p:tgtEl>
                                          <p:spTgt spid="29"/>
                                        </p:tgtEl>
                                      </p:cBhvr>
                                    </p:animEffect>
                                  </p:childTnLst>
                                </p:cTn>
                              </p:par>
                              <p:par>
                                <p:cTn id="139" presetID="53" presetClass="entr" presetSubtype="16" fill="hold" nodeType="withEffect">
                                  <p:stCondLst>
                                    <p:cond delay="1650"/>
                                  </p:stCondLst>
                                  <p:childTnLst>
                                    <p:set>
                                      <p:cBhvr>
                                        <p:cTn id="140" dur="1" fill="hold">
                                          <p:stCondLst>
                                            <p:cond delay="0"/>
                                          </p:stCondLst>
                                        </p:cTn>
                                        <p:tgtEl>
                                          <p:spTgt spid="30"/>
                                        </p:tgtEl>
                                        <p:attrNameLst>
                                          <p:attrName>style.visibility</p:attrName>
                                        </p:attrNameLst>
                                      </p:cBhvr>
                                      <p:to>
                                        <p:strVal val="visible"/>
                                      </p:to>
                                    </p:set>
                                    <p:anim calcmode="lin" valueType="num">
                                      <p:cBhvr>
                                        <p:cTn id="141" dur="500" fill="hold"/>
                                        <p:tgtEl>
                                          <p:spTgt spid="30"/>
                                        </p:tgtEl>
                                        <p:attrNameLst>
                                          <p:attrName>ppt_w</p:attrName>
                                        </p:attrNameLst>
                                      </p:cBhvr>
                                      <p:tavLst>
                                        <p:tav tm="0">
                                          <p:val>
                                            <p:fltVal val="0"/>
                                          </p:val>
                                        </p:tav>
                                        <p:tav tm="100000">
                                          <p:val>
                                            <p:strVal val="#ppt_w"/>
                                          </p:val>
                                        </p:tav>
                                      </p:tavLst>
                                    </p:anim>
                                    <p:anim calcmode="lin" valueType="num">
                                      <p:cBhvr>
                                        <p:cTn id="142" dur="500" fill="hold"/>
                                        <p:tgtEl>
                                          <p:spTgt spid="30"/>
                                        </p:tgtEl>
                                        <p:attrNameLst>
                                          <p:attrName>ppt_h</p:attrName>
                                        </p:attrNameLst>
                                      </p:cBhvr>
                                      <p:tavLst>
                                        <p:tav tm="0">
                                          <p:val>
                                            <p:fltVal val="0"/>
                                          </p:val>
                                        </p:tav>
                                        <p:tav tm="100000">
                                          <p:val>
                                            <p:strVal val="#ppt_h"/>
                                          </p:val>
                                        </p:tav>
                                      </p:tavLst>
                                    </p:anim>
                                    <p:animEffect transition="in" filter="fade">
                                      <p:cBhvr>
                                        <p:cTn id="143" dur="500"/>
                                        <p:tgtEl>
                                          <p:spTgt spid="30"/>
                                        </p:tgtEl>
                                      </p:cBhvr>
                                    </p:animEffect>
                                  </p:childTnLst>
                                </p:cTn>
                              </p:par>
                              <p:par>
                                <p:cTn id="144" presetID="53" presetClass="entr" presetSubtype="16" fill="hold" nodeType="withEffect">
                                  <p:stCondLst>
                                    <p:cond delay="1650"/>
                                  </p:stCondLst>
                                  <p:childTnLst>
                                    <p:set>
                                      <p:cBhvr>
                                        <p:cTn id="145" dur="1" fill="hold">
                                          <p:stCondLst>
                                            <p:cond delay="0"/>
                                          </p:stCondLst>
                                        </p:cTn>
                                        <p:tgtEl>
                                          <p:spTgt spid="31"/>
                                        </p:tgtEl>
                                        <p:attrNameLst>
                                          <p:attrName>style.visibility</p:attrName>
                                        </p:attrNameLst>
                                      </p:cBhvr>
                                      <p:to>
                                        <p:strVal val="visible"/>
                                      </p:to>
                                    </p:set>
                                    <p:anim calcmode="lin" valueType="num">
                                      <p:cBhvr>
                                        <p:cTn id="146" dur="500" fill="hold"/>
                                        <p:tgtEl>
                                          <p:spTgt spid="31"/>
                                        </p:tgtEl>
                                        <p:attrNameLst>
                                          <p:attrName>ppt_w</p:attrName>
                                        </p:attrNameLst>
                                      </p:cBhvr>
                                      <p:tavLst>
                                        <p:tav tm="0">
                                          <p:val>
                                            <p:fltVal val="0"/>
                                          </p:val>
                                        </p:tav>
                                        <p:tav tm="100000">
                                          <p:val>
                                            <p:strVal val="#ppt_w"/>
                                          </p:val>
                                        </p:tav>
                                      </p:tavLst>
                                    </p:anim>
                                    <p:anim calcmode="lin" valueType="num">
                                      <p:cBhvr>
                                        <p:cTn id="147" dur="500" fill="hold"/>
                                        <p:tgtEl>
                                          <p:spTgt spid="31"/>
                                        </p:tgtEl>
                                        <p:attrNameLst>
                                          <p:attrName>ppt_h</p:attrName>
                                        </p:attrNameLst>
                                      </p:cBhvr>
                                      <p:tavLst>
                                        <p:tav tm="0">
                                          <p:val>
                                            <p:fltVal val="0"/>
                                          </p:val>
                                        </p:tav>
                                        <p:tav tm="100000">
                                          <p:val>
                                            <p:strVal val="#ppt_h"/>
                                          </p:val>
                                        </p:tav>
                                      </p:tavLst>
                                    </p:anim>
                                    <p:animEffect transition="in" filter="fade">
                                      <p:cBhvr>
                                        <p:cTn id="148" dur="500"/>
                                        <p:tgtEl>
                                          <p:spTgt spid="31"/>
                                        </p:tgtEl>
                                      </p:cBhvr>
                                    </p:animEffect>
                                  </p:childTnLst>
                                </p:cTn>
                              </p:par>
                              <p:par>
                                <p:cTn id="149" presetID="53" presetClass="entr" presetSubtype="16" fill="hold" grpId="0" nodeType="withEffect">
                                  <p:stCondLst>
                                    <p:cond delay="1650"/>
                                  </p:stCondLst>
                                  <p:childTnLst>
                                    <p:set>
                                      <p:cBhvr>
                                        <p:cTn id="150" dur="1" fill="hold">
                                          <p:stCondLst>
                                            <p:cond delay="0"/>
                                          </p:stCondLst>
                                        </p:cTn>
                                        <p:tgtEl>
                                          <p:spTgt spid="32"/>
                                        </p:tgtEl>
                                        <p:attrNameLst>
                                          <p:attrName>style.visibility</p:attrName>
                                        </p:attrNameLst>
                                      </p:cBhvr>
                                      <p:to>
                                        <p:strVal val="visible"/>
                                      </p:to>
                                    </p:set>
                                    <p:anim calcmode="lin" valueType="num">
                                      <p:cBhvr>
                                        <p:cTn id="151" dur="500" fill="hold"/>
                                        <p:tgtEl>
                                          <p:spTgt spid="32"/>
                                        </p:tgtEl>
                                        <p:attrNameLst>
                                          <p:attrName>ppt_w</p:attrName>
                                        </p:attrNameLst>
                                      </p:cBhvr>
                                      <p:tavLst>
                                        <p:tav tm="0">
                                          <p:val>
                                            <p:fltVal val="0"/>
                                          </p:val>
                                        </p:tav>
                                        <p:tav tm="100000">
                                          <p:val>
                                            <p:strVal val="#ppt_w"/>
                                          </p:val>
                                        </p:tav>
                                      </p:tavLst>
                                    </p:anim>
                                    <p:anim calcmode="lin" valueType="num">
                                      <p:cBhvr>
                                        <p:cTn id="152" dur="500" fill="hold"/>
                                        <p:tgtEl>
                                          <p:spTgt spid="32"/>
                                        </p:tgtEl>
                                        <p:attrNameLst>
                                          <p:attrName>ppt_h</p:attrName>
                                        </p:attrNameLst>
                                      </p:cBhvr>
                                      <p:tavLst>
                                        <p:tav tm="0">
                                          <p:val>
                                            <p:fltVal val="0"/>
                                          </p:val>
                                        </p:tav>
                                        <p:tav tm="100000">
                                          <p:val>
                                            <p:strVal val="#ppt_h"/>
                                          </p:val>
                                        </p:tav>
                                      </p:tavLst>
                                    </p:anim>
                                    <p:animEffect transition="in" filter="fade">
                                      <p:cBhvr>
                                        <p:cTn id="153" dur="500"/>
                                        <p:tgtEl>
                                          <p:spTgt spid="32"/>
                                        </p:tgtEl>
                                      </p:cBhvr>
                                    </p:animEffect>
                                  </p:childTnLst>
                                </p:cTn>
                              </p:par>
                              <p:par>
                                <p:cTn id="154" presetID="53" presetClass="entr" presetSubtype="16" fill="hold" grpId="0" nodeType="withEffect">
                                  <p:stCondLst>
                                    <p:cond delay="1650"/>
                                  </p:stCondLst>
                                  <p:childTnLst>
                                    <p:set>
                                      <p:cBhvr>
                                        <p:cTn id="155" dur="1" fill="hold">
                                          <p:stCondLst>
                                            <p:cond delay="0"/>
                                          </p:stCondLst>
                                        </p:cTn>
                                        <p:tgtEl>
                                          <p:spTgt spid="33"/>
                                        </p:tgtEl>
                                        <p:attrNameLst>
                                          <p:attrName>style.visibility</p:attrName>
                                        </p:attrNameLst>
                                      </p:cBhvr>
                                      <p:to>
                                        <p:strVal val="visible"/>
                                      </p:to>
                                    </p:set>
                                    <p:anim calcmode="lin" valueType="num">
                                      <p:cBhvr>
                                        <p:cTn id="156" dur="500" fill="hold"/>
                                        <p:tgtEl>
                                          <p:spTgt spid="33"/>
                                        </p:tgtEl>
                                        <p:attrNameLst>
                                          <p:attrName>ppt_w</p:attrName>
                                        </p:attrNameLst>
                                      </p:cBhvr>
                                      <p:tavLst>
                                        <p:tav tm="0">
                                          <p:val>
                                            <p:fltVal val="0"/>
                                          </p:val>
                                        </p:tav>
                                        <p:tav tm="100000">
                                          <p:val>
                                            <p:strVal val="#ppt_w"/>
                                          </p:val>
                                        </p:tav>
                                      </p:tavLst>
                                    </p:anim>
                                    <p:anim calcmode="lin" valueType="num">
                                      <p:cBhvr>
                                        <p:cTn id="157" dur="500" fill="hold"/>
                                        <p:tgtEl>
                                          <p:spTgt spid="33"/>
                                        </p:tgtEl>
                                        <p:attrNameLst>
                                          <p:attrName>ppt_h</p:attrName>
                                        </p:attrNameLst>
                                      </p:cBhvr>
                                      <p:tavLst>
                                        <p:tav tm="0">
                                          <p:val>
                                            <p:fltVal val="0"/>
                                          </p:val>
                                        </p:tav>
                                        <p:tav tm="100000">
                                          <p:val>
                                            <p:strVal val="#ppt_h"/>
                                          </p:val>
                                        </p:tav>
                                      </p:tavLst>
                                    </p:anim>
                                    <p:animEffect transition="in" filter="fade">
                                      <p:cBhvr>
                                        <p:cTn id="158" dur="500"/>
                                        <p:tgtEl>
                                          <p:spTgt spid="33"/>
                                        </p:tgtEl>
                                      </p:cBhvr>
                                    </p:animEffect>
                                  </p:childTnLst>
                                </p:cTn>
                              </p:par>
                              <p:par>
                                <p:cTn id="159" presetID="53" presetClass="entr" presetSubtype="16" fill="hold" grpId="0" nodeType="withEffect">
                                  <p:stCondLst>
                                    <p:cond delay="1650"/>
                                  </p:stCondLst>
                                  <p:childTnLst>
                                    <p:set>
                                      <p:cBhvr>
                                        <p:cTn id="160" dur="1" fill="hold">
                                          <p:stCondLst>
                                            <p:cond delay="0"/>
                                          </p:stCondLst>
                                        </p:cTn>
                                        <p:tgtEl>
                                          <p:spTgt spid="34"/>
                                        </p:tgtEl>
                                        <p:attrNameLst>
                                          <p:attrName>style.visibility</p:attrName>
                                        </p:attrNameLst>
                                      </p:cBhvr>
                                      <p:to>
                                        <p:strVal val="visible"/>
                                      </p:to>
                                    </p:set>
                                    <p:anim calcmode="lin" valueType="num">
                                      <p:cBhvr>
                                        <p:cTn id="161" dur="500" fill="hold"/>
                                        <p:tgtEl>
                                          <p:spTgt spid="34"/>
                                        </p:tgtEl>
                                        <p:attrNameLst>
                                          <p:attrName>ppt_w</p:attrName>
                                        </p:attrNameLst>
                                      </p:cBhvr>
                                      <p:tavLst>
                                        <p:tav tm="0">
                                          <p:val>
                                            <p:fltVal val="0"/>
                                          </p:val>
                                        </p:tav>
                                        <p:tav tm="100000">
                                          <p:val>
                                            <p:strVal val="#ppt_w"/>
                                          </p:val>
                                        </p:tav>
                                      </p:tavLst>
                                    </p:anim>
                                    <p:anim calcmode="lin" valueType="num">
                                      <p:cBhvr>
                                        <p:cTn id="162" dur="500" fill="hold"/>
                                        <p:tgtEl>
                                          <p:spTgt spid="34"/>
                                        </p:tgtEl>
                                        <p:attrNameLst>
                                          <p:attrName>ppt_h</p:attrName>
                                        </p:attrNameLst>
                                      </p:cBhvr>
                                      <p:tavLst>
                                        <p:tav tm="0">
                                          <p:val>
                                            <p:fltVal val="0"/>
                                          </p:val>
                                        </p:tav>
                                        <p:tav tm="100000">
                                          <p:val>
                                            <p:strVal val="#ppt_h"/>
                                          </p:val>
                                        </p:tav>
                                      </p:tavLst>
                                    </p:anim>
                                    <p:animEffect transition="in" filter="fade">
                                      <p:cBhvr>
                                        <p:cTn id="163" dur="500"/>
                                        <p:tgtEl>
                                          <p:spTgt spid="34"/>
                                        </p:tgtEl>
                                      </p:cBhvr>
                                    </p:animEffect>
                                  </p:childTnLst>
                                </p:cTn>
                              </p:par>
                              <p:par>
                                <p:cTn id="164" presetID="53" presetClass="entr" presetSubtype="16" fill="hold" nodeType="withEffect">
                                  <p:stCondLst>
                                    <p:cond delay="1925"/>
                                  </p:stCondLst>
                                  <p:childTnLst>
                                    <p:set>
                                      <p:cBhvr>
                                        <p:cTn id="165" dur="1" fill="hold">
                                          <p:stCondLst>
                                            <p:cond delay="0"/>
                                          </p:stCondLst>
                                        </p:cTn>
                                        <p:tgtEl>
                                          <p:spTgt spid="35"/>
                                        </p:tgtEl>
                                        <p:attrNameLst>
                                          <p:attrName>style.visibility</p:attrName>
                                        </p:attrNameLst>
                                      </p:cBhvr>
                                      <p:to>
                                        <p:strVal val="visible"/>
                                      </p:to>
                                    </p:set>
                                    <p:anim calcmode="lin" valueType="num">
                                      <p:cBhvr>
                                        <p:cTn id="166" dur="500" fill="hold"/>
                                        <p:tgtEl>
                                          <p:spTgt spid="35"/>
                                        </p:tgtEl>
                                        <p:attrNameLst>
                                          <p:attrName>ppt_w</p:attrName>
                                        </p:attrNameLst>
                                      </p:cBhvr>
                                      <p:tavLst>
                                        <p:tav tm="0">
                                          <p:val>
                                            <p:fltVal val="0"/>
                                          </p:val>
                                        </p:tav>
                                        <p:tav tm="100000">
                                          <p:val>
                                            <p:strVal val="#ppt_w"/>
                                          </p:val>
                                        </p:tav>
                                      </p:tavLst>
                                    </p:anim>
                                    <p:anim calcmode="lin" valueType="num">
                                      <p:cBhvr>
                                        <p:cTn id="167" dur="500" fill="hold"/>
                                        <p:tgtEl>
                                          <p:spTgt spid="35"/>
                                        </p:tgtEl>
                                        <p:attrNameLst>
                                          <p:attrName>ppt_h</p:attrName>
                                        </p:attrNameLst>
                                      </p:cBhvr>
                                      <p:tavLst>
                                        <p:tav tm="0">
                                          <p:val>
                                            <p:fltVal val="0"/>
                                          </p:val>
                                        </p:tav>
                                        <p:tav tm="100000">
                                          <p:val>
                                            <p:strVal val="#ppt_h"/>
                                          </p:val>
                                        </p:tav>
                                      </p:tavLst>
                                    </p:anim>
                                    <p:animEffect transition="in" filter="fade">
                                      <p:cBhvr>
                                        <p:cTn id="168" dur="500"/>
                                        <p:tgtEl>
                                          <p:spTgt spid="35"/>
                                        </p:tgtEl>
                                      </p:cBhvr>
                                    </p:animEffect>
                                  </p:childTnLst>
                                </p:cTn>
                              </p:par>
                              <p:par>
                                <p:cTn id="169" presetID="53" presetClass="entr" presetSubtype="16" fill="hold" nodeType="withEffect">
                                  <p:stCondLst>
                                    <p:cond delay="1925"/>
                                  </p:stCondLst>
                                  <p:childTnLst>
                                    <p:set>
                                      <p:cBhvr>
                                        <p:cTn id="170" dur="1" fill="hold">
                                          <p:stCondLst>
                                            <p:cond delay="0"/>
                                          </p:stCondLst>
                                        </p:cTn>
                                        <p:tgtEl>
                                          <p:spTgt spid="36"/>
                                        </p:tgtEl>
                                        <p:attrNameLst>
                                          <p:attrName>style.visibility</p:attrName>
                                        </p:attrNameLst>
                                      </p:cBhvr>
                                      <p:to>
                                        <p:strVal val="visible"/>
                                      </p:to>
                                    </p:set>
                                    <p:anim calcmode="lin" valueType="num">
                                      <p:cBhvr>
                                        <p:cTn id="171" dur="500" fill="hold"/>
                                        <p:tgtEl>
                                          <p:spTgt spid="36"/>
                                        </p:tgtEl>
                                        <p:attrNameLst>
                                          <p:attrName>ppt_w</p:attrName>
                                        </p:attrNameLst>
                                      </p:cBhvr>
                                      <p:tavLst>
                                        <p:tav tm="0">
                                          <p:val>
                                            <p:fltVal val="0"/>
                                          </p:val>
                                        </p:tav>
                                        <p:tav tm="100000">
                                          <p:val>
                                            <p:strVal val="#ppt_w"/>
                                          </p:val>
                                        </p:tav>
                                      </p:tavLst>
                                    </p:anim>
                                    <p:anim calcmode="lin" valueType="num">
                                      <p:cBhvr>
                                        <p:cTn id="172" dur="500" fill="hold"/>
                                        <p:tgtEl>
                                          <p:spTgt spid="36"/>
                                        </p:tgtEl>
                                        <p:attrNameLst>
                                          <p:attrName>ppt_h</p:attrName>
                                        </p:attrNameLst>
                                      </p:cBhvr>
                                      <p:tavLst>
                                        <p:tav tm="0">
                                          <p:val>
                                            <p:fltVal val="0"/>
                                          </p:val>
                                        </p:tav>
                                        <p:tav tm="100000">
                                          <p:val>
                                            <p:strVal val="#ppt_h"/>
                                          </p:val>
                                        </p:tav>
                                      </p:tavLst>
                                    </p:anim>
                                    <p:animEffect transition="in" filter="fade">
                                      <p:cBhvr>
                                        <p:cTn id="173" dur="500"/>
                                        <p:tgtEl>
                                          <p:spTgt spid="36"/>
                                        </p:tgtEl>
                                      </p:cBhvr>
                                    </p:animEffect>
                                  </p:childTnLst>
                                </p:cTn>
                              </p:par>
                              <p:par>
                                <p:cTn id="174" presetID="53" presetClass="entr" presetSubtype="16" fill="hold" nodeType="withEffect">
                                  <p:stCondLst>
                                    <p:cond delay="1925"/>
                                  </p:stCondLst>
                                  <p:childTnLst>
                                    <p:set>
                                      <p:cBhvr>
                                        <p:cTn id="175" dur="1" fill="hold">
                                          <p:stCondLst>
                                            <p:cond delay="0"/>
                                          </p:stCondLst>
                                        </p:cTn>
                                        <p:tgtEl>
                                          <p:spTgt spid="37"/>
                                        </p:tgtEl>
                                        <p:attrNameLst>
                                          <p:attrName>style.visibility</p:attrName>
                                        </p:attrNameLst>
                                      </p:cBhvr>
                                      <p:to>
                                        <p:strVal val="visible"/>
                                      </p:to>
                                    </p:set>
                                    <p:anim calcmode="lin" valueType="num">
                                      <p:cBhvr>
                                        <p:cTn id="176" dur="500" fill="hold"/>
                                        <p:tgtEl>
                                          <p:spTgt spid="37"/>
                                        </p:tgtEl>
                                        <p:attrNameLst>
                                          <p:attrName>ppt_w</p:attrName>
                                        </p:attrNameLst>
                                      </p:cBhvr>
                                      <p:tavLst>
                                        <p:tav tm="0">
                                          <p:val>
                                            <p:fltVal val="0"/>
                                          </p:val>
                                        </p:tav>
                                        <p:tav tm="100000">
                                          <p:val>
                                            <p:strVal val="#ppt_w"/>
                                          </p:val>
                                        </p:tav>
                                      </p:tavLst>
                                    </p:anim>
                                    <p:anim calcmode="lin" valueType="num">
                                      <p:cBhvr>
                                        <p:cTn id="177" dur="500" fill="hold"/>
                                        <p:tgtEl>
                                          <p:spTgt spid="37"/>
                                        </p:tgtEl>
                                        <p:attrNameLst>
                                          <p:attrName>ppt_h</p:attrName>
                                        </p:attrNameLst>
                                      </p:cBhvr>
                                      <p:tavLst>
                                        <p:tav tm="0">
                                          <p:val>
                                            <p:fltVal val="0"/>
                                          </p:val>
                                        </p:tav>
                                        <p:tav tm="100000">
                                          <p:val>
                                            <p:strVal val="#ppt_h"/>
                                          </p:val>
                                        </p:tav>
                                      </p:tavLst>
                                    </p:anim>
                                    <p:animEffect transition="in" filter="fade">
                                      <p:cBhvr>
                                        <p:cTn id="178" dur="500"/>
                                        <p:tgtEl>
                                          <p:spTgt spid="37"/>
                                        </p:tgtEl>
                                      </p:cBhvr>
                                    </p:animEffect>
                                  </p:childTnLst>
                                </p:cTn>
                              </p:par>
                              <p:par>
                                <p:cTn id="179" presetID="53" presetClass="entr" presetSubtype="16" fill="hold" grpId="0" nodeType="withEffect">
                                  <p:stCondLst>
                                    <p:cond delay="1925"/>
                                  </p:stCondLst>
                                  <p:childTnLst>
                                    <p:set>
                                      <p:cBhvr>
                                        <p:cTn id="180" dur="1" fill="hold">
                                          <p:stCondLst>
                                            <p:cond delay="0"/>
                                          </p:stCondLst>
                                        </p:cTn>
                                        <p:tgtEl>
                                          <p:spTgt spid="38"/>
                                        </p:tgtEl>
                                        <p:attrNameLst>
                                          <p:attrName>style.visibility</p:attrName>
                                        </p:attrNameLst>
                                      </p:cBhvr>
                                      <p:to>
                                        <p:strVal val="visible"/>
                                      </p:to>
                                    </p:set>
                                    <p:anim calcmode="lin" valueType="num">
                                      <p:cBhvr>
                                        <p:cTn id="181" dur="500" fill="hold"/>
                                        <p:tgtEl>
                                          <p:spTgt spid="38"/>
                                        </p:tgtEl>
                                        <p:attrNameLst>
                                          <p:attrName>ppt_w</p:attrName>
                                        </p:attrNameLst>
                                      </p:cBhvr>
                                      <p:tavLst>
                                        <p:tav tm="0">
                                          <p:val>
                                            <p:fltVal val="0"/>
                                          </p:val>
                                        </p:tav>
                                        <p:tav tm="100000">
                                          <p:val>
                                            <p:strVal val="#ppt_w"/>
                                          </p:val>
                                        </p:tav>
                                      </p:tavLst>
                                    </p:anim>
                                    <p:anim calcmode="lin" valueType="num">
                                      <p:cBhvr>
                                        <p:cTn id="182" dur="500" fill="hold"/>
                                        <p:tgtEl>
                                          <p:spTgt spid="38"/>
                                        </p:tgtEl>
                                        <p:attrNameLst>
                                          <p:attrName>ppt_h</p:attrName>
                                        </p:attrNameLst>
                                      </p:cBhvr>
                                      <p:tavLst>
                                        <p:tav tm="0">
                                          <p:val>
                                            <p:fltVal val="0"/>
                                          </p:val>
                                        </p:tav>
                                        <p:tav tm="100000">
                                          <p:val>
                                            <p:strVal val="#ppt_h"/>
                                          </p:val>
                                        </p:tav>
                                      </p:tavLst>
                                    </p:anim>
                                    <p:animEffect transition="in" filter="fade">
                                      <p:cBhvr>
                                        <p:cTn id="183" dur="500"/>
                                        <p:tgtEl>
                                          <p:spTgt spid="38"/>
                                        </p:tgtEl>
                                      </p:cBhvr>
                                    </p:animEffect>
                                  </p:childTnLst>
                                </p:cTn>
                              </p:par>
                              <p:par>
                                <p:cTn id="184" presetID="53" presetClass="entr" presetSubtype="16" fill="hold" grpId="0" nodeType="withEffect">
                                  <p:stCondLst>
                                    <p:cond delay="1925"/>
                                  </p:stCondLst>
                                  <p:childTnLst>
                                    <p:set>
                                      <p:cBhvr>
                                        <p:cTn id="185" dur="1" fill="hold">
                                          <p:stCondLst>
                                            <p:cond delay="0"/>
                                          </p:stCondLst>
                                        </p:cTn>
                                        <p:tgtEl>
                                          <p:spTgt spid="39"/>
                                        </p:tgtEl>
                                        <p:attrNameLst>
                                          <p:attrName>style.visibility</p:attrName>
                                        </p:attrNameLst>
                                      </p:cBhvr>
                                      <p:to>
                                        <p:strVal val="visible"/>
                                      </p:to>
                                    </p:set>
                                    <p:anim calcmode="lin" valueType="num">
                                      <p:cBhvr>
                                        <p:cTn id="186" dur="500" fill="hold"/>
                                        <p:tgtEl>
                                          <p:spTgt spid="39"/>
                                        </p:tgtEl>
                                        <p:attrNameLst>
                                          <p:attrName>ppt_w</p:attrName>
                                        </p:attrNameLst>
                                      </p:cBhvr>
                                      <p:tavLst>
                                        <p:tav tm="0">
                                          <p:val>
                                            <p:fltVal val="0"/>
                                          </p:val>
                                        </p:tav>
                                        <p:tav tm="100000">
                                          <p:val>
                                            <p:strVal val="#ppt_w"/>
                                          </p:val>
                                        </p:tav>
                                      </p:tavLst>
                                    </p:anim>
                                    <p:anim calcmode="lin" valueType="num">
                                      <p:cBhvr>
                                        <p:cTn id="187" dur="500" fill="hold"/>
                                        <p:tgtEl>
                                          <p:spTgt spid="39"/>
                                        </p:tgtEl>
                                        <p:attrNameLst>
                                          <p:attrName>ppt_h</p:attrName>
                                        </p:attrNameLst>
                                      </p:cBhvr>
                                      <p:tavLst>
                                        <p:tav tm="0">
                                          <p:val>
                                            <p:fltVal val="0"/>
                                          </p:val>
                                        </p:tav>
                                        <p:tav tm="100000">
                                          <p:val>
                                            <p:strVal val="#ppt_h"/>
                                          </p:val>
                                        </p:tav>
                                      </p:tavLst>
                                    </p:anim>
                                    <p:animEffect transition="in" filter="fade">
                                      <p:cBhvr>
                                        <p:cTn id="188" dur="500"/>
                                        <p:tgtEl>
                                          <p:spTgt spid="39"/>
                                        </p:tgtEl>
                                      </p:cBhvr>
                                    </p:animEffect>
                                  </p:childTnLst>
                                </p:cTn>
                              </p:par>
                              <p:par>
                                <p:cTn id="189" presetID="53" presetClass="entr" presetSubtype="16" fill="hold" grpId="0" nodeType="withEffect">
                                  <p:stCondLst>
                                    <p:cond delay="1925"/>
                                  </p:stCondLst>
                                  <p:childTnLst>
                                    <p:set>
                                      <p:cBhvr>
                                        <p:cTn id="190" dur="1" fill="hold">
                                          <p:stCondLst>
                                            <p:cond delay="0"/>
                                          </p:stCondLst>
                                        </p:cTn>
                                        <p:tgtEl>
                                          <p:spTgt spid="40"/>
                                        </p:tgtEl>
                                        <p:attrNameLst>
                                          <p:attrName>style.visibility</p:attrName>
                                        </p:attrNameLst>
                                      </p:cBhvr>
                                      <p:to>
                                        <p:strVal val="visible"/>
                                      </p:to>
                                    </p:set>
                                    <p:anim calcmode="lin" valueType="num">
                                      <p:cBhvr>
                                        <p:cTn id="191" dur="500" fill="hold"/>
                                        <p:tgtEl>
                                          <p:spTgt spid="40"/>
                                        </p:tgtEl>
                                        <p:attrNameLst>
                                          <p:attrName>ppt_w</p:attrName>
                                        </p:attrNameLst>
                                      </p:cBhvr>
                                      <p:tavLst>
                                        <p:tav tm="0">
                                          <p:val>
                                            <p:fltVal val="0"/>
                                          </p:val>
                                        </p:tav>
                                        <p:tav tm="100000">
                                          <p:val>
                                            <p:strVal val="#ppt_w"/>
                                          </p:val>
                                        </p:tav>
                                      </p:tavLst>
                                    </p:anim>
                                    <p:anim calcmode="lin" valueType="num">
                                      <p:cBhvr>
                                        <p:cTn id="192" dur="500" fill="hold"/>
                                        <p:tgtEl>
                                          <p:spTgt spid="40"/>
                                        </p:tgtEl>
                                        <p:attrNameLst>
                                          <p:attrName>ppt_h</p:attrName>
                                        </p:attrNameLst>
                                      </p:cBhvr>
                                      <p:tavLst>
                                        <p:tav tm="0">
                                          <p:val>
                                            <p:fltVal val="0"/>
                                          </p:val>
                                        </p:tav>
                                        <p:tav tm="100000">
                                          <p:val>
                                            <p:strVal val="#ppt_h"/>
                                          </p:val>
                                        </p:tav>
                                      </p:tavLst>
                                    </p:anim>
                                    <p:animEffect transition="in" filter="fade">
                                      <p:cBhvr>
                                        <p:cTn id="193" dur="500"/>
                                        <p:tgtEl>
                                          <p:spTgt spid="40"/>
                                        </p:tgtEl>
                                      </p:cBhvr>
                                    </p:animEffect>
                                  </p:childTnLst>
                                </p:cTn>
                              </p:par>
                              <p:par>
                                <p:cTn id="194" presetID="37" presetClass="entr" presetSubtype="0" fill="hold" nodeType="withEffect">
                                  <p:stCondLst>
                                    <p:cond delay="2200"/>
                                  </p:stCondLst>
                                  <p:childTnLst>
                                    <p:set>
                                      <p:cBhvr>
                                        <p:cTn id="195" dur="1" fill="hold">
                                          <p:stCondLst>
                                            <p:cond delay="0"/>
                                          </p:stCondLst>
                                        </p:cTn>
                                        <p:tgtEl>
                                          <p:spTgt spid="41"/>
                                        </p:tgtEl>
                                        <p:attrNameLst>
                                          <p:attrName>style.visibility</p:attrName>
                                        </p:attrNameLst>
                                      </p:cBhvr>
                                      <p:to>
                                        <p:strVal val="visible"/>
                                      </p:to>
                                    </p:set>
                                    <p:animEffect transition="in" filter="fade">
                                      <p:cBhvr>
                                        <p:cTn id="196" dur="600"/>
                                        <p:tgtEl>
                                          <p:spTgt spid="41"/>
                                        </p:tgtEl>
                                      </p:cBhvr>
                                    </p:animEffect>
                                    <p:anim calcmode="lin" valueType="num">
                                      <p:cBhvr>
                                        <p:cTn id="197" dur="600" fill="hold"/>
                                        <p:tgtEl>
                                          <p:spTgt spid="41"/>
                                        </p:tgtEl>
                                        <p:attrNameLst>
                                          <p:attrName>ppt_x</p:attrName>
                                        </p:attrNameLst>
                                      </p:cBhvr>
                                      <p:tavLst>
                                        <p:tav tm="0">
                                          <p:val>
                                            <p:strVal val="#ppt_x"/>
                                          </p:val>
                                        </p:tav>
                                        <p:tav tm="100000">
                                          <p:val>
                                            <p:strVal val="#ppt_x"/>
                                          </p:val>
                                        </p:tav>
                                      </p:tavLst>
                                    </p:anim>
                                    <p:anim calcmode="lin" valueType="num">
                                      <p:cBhvr>
                                        <p:cTn id="198" dur="540" decel="100000" fill="hold"/>
                                        <p:tgtEl>
                                          <p:spTgt spid="41"/>
                                        </p:tgtEl>
                                        <p:attrNameLst>
                                          <p:attrName>ppt_y</p:attrName>
                                        </p:attrNameLst>
                                      </p:cBhvr>
                                      <p:tavLst>
                                        <p:tav tm="0">
                                          <p:val>
                                            <p:strVal val="#ppt_y+1"/>
                                          </p:val>
                                        </p:tav>
                                        <p:tav tm="100000">
                                          <p:val>
                                            <p:strVal val="#ppt_y-.03"/>
                                          </p:val>
                                        </p:tav>
                                      </p:tavLst>
                                    </p:anim>
                                    <p:anim calcmode="lin" valueType="num">
                                      <p:cBhvr>
                                        <p:cTn id="199" dur="60" accel="100000" fill="hold">
                                          <p:stCondLst>
                                            <p:cond delay="540"/>
                                          </p:stCondLst>
                                        </p:cTn>
                                        <p:tgtEl>
                                          <p:spTgt spid="41"/>
                                        </p:tgtEl>
                                        <p:attrNameLst>
                                          <p:attrName>ppt_y</p:attrName>
                                        </p:attrNameLst>
                                      </p:cBhvr>
                                      <p:tavLst>
                                        <p:tav tm="0">
                                          <p:val>
                                            <p:strVal val="#ppt_y-.03"/>
                                          </p:val>
                                        </p:tav>
                                        <p:tav tm="100000">
                                          <p:val>
                                            <p:strVal val="#ppt_y"/>
                                          </p:val>
                                        </p:tav>
                                      </p:tavLst>
                                    </p:anim>
                                  </p:childTnLst>
                                </p:cTn>
                              </p:par>
                              <p:par>
                                <p:cTn id="200" presetID="37" presetClass="entr" presetSubtype="0" fill="hold" grpId="0" nodeType="withEffect">
                                  <p:stCondLst>
                                    <p:cond delay="2200"/>
                                  </p:stCondLst>
                                  <p:childTnLst>
                                    <p:set>
                                      <p:cBhvr>
                                        <p:cTn id="201" dur="1" fill="hold">
                                          <p:stCondLst>
                                            <p:cond delay="0"/>
                                          </p:stCondLst>
                                        </p:cTn>
                                        <p:tgtEl>
                                          <p:spTgt spid="42"/>
                                        </p:tgtEl>
                                        <p:attrNameLst>
                                          <p:attrName>style.visibility</p:attrName>
                                        </p:attrNameLst>
                                      </p:cBhvr>
                                      <p:to>
                                        <p:strVal val="visible"/>
                                      </p:to>
                                    </p:set>
                                    <p:animEffect transition="in" filter="fade">
                                      <p:cBhvr>
                                        <p:cTn id="202" dur="600"/>
                                        <p:tgtEl>
                                          <p:spTgt spid="42"/>
                                        </p:tgtEl>
                                      </p:cBhvr>
                                    </p:animEffect>
                                    <p:anim calcmode="lin" valueType="num">
                                      <p:cBhvr>
                                        <p:cTn id="203" dur="600" fill="hold"/>
                                        <p:tgtEl>
                                          <p:spTgt spid="42"/>
                                        </p:tgtEl>
                                        <p:attrNameLst>
                                          <p:attrName>ppt_x</p:attrName>
                                        </p:attrNameLst>
                                      </p:cBhvr>
                                      <p:tavLst>
                                        <p:tav tm="0">
                                          <p:val>
                                            <p:strVal val="#ppt_x"/>
                                          </p:val>
                                        </p:tav>
                                        <p:tav tm="100000">
                                          <p:val>
                                            <p:strVal val="#ppt_x"/>
                                          </p:val>
                                        </p:tav>
                                      </p:tavLst>
                                    </p:anim>
                                    <p:anim calcmode="lin" valueType="num">
                                      <p:cBhvr>
                                        <p:cTn id="204" dur="540" decel="100000" fill="hold"/>
                                        <p:tgtEl>
                                          <p:spTgt spid="42"/>
                                        </p:tgtEl>
                                        <p:attrNameLst>
                                          <p:attrName>ppt_y</p:attrName>
                                        </p:attrNameLst>
                                      </p:cBhvr>
                                      <p:tavLst>
                                        <p:tav tm="0">
                                          <p:val>
                                            <p:strVal val="#ppt_y+1"/>
                                          </p:val>
                                        </p:tav>
                                        <p:tav tm="100000">
                                          <p:val>
                                            <p:strVal val="#ppt_y-.03"/>
                                          </p:val>
                                        </p:tav>
                                      </p:tavLst>
                                    </p:anim>
                                    <p:anim calcmode="lin" valueType="num">
                                      <p:cBhvr>
                                        <p:cTn id="205" dur="60" accel="100000" fill="hold">
                                          <p:stCondLst>
                                            <p:cond delay="540"/>
                                          </p:stCondLst>
                                        </p:cTn>
                                        <p:tgtEl>
                                          <p:spTgt spid="4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P spid="9" grpId="0" animBg="1"/>
      <p:bldP spid="10" grpId="0" animBg="1"/>
      <p:bldP spid="14" grpId="0" animBg="1"/>
      <p:bldP spid="15" grpId="0" animBg="1"/>
      <p:bldP spid="16" grpId="0" animBg="1"/>
      <p:bldP spid="20" grpId="0" animBg="1"/>
      <p:bldP spid="21" grpId="0" animBg="1"/>
      <p:bldP spid="22" grpId="0" animBg="1"/>
      <p:bldP spid="26" grpId="0" animBg="1"/>
      <p:bldP spid="27" grpId="0" animBg="1"/>
      <p:bldP spid="28" grpId="0" animBg="1"/>
      <p:bldP spid="32" grpId="0" animBg="1"/>
      <p:bldP spid="33" grpId="0" animBg="1"/>
      <p:bldP spid="34" grpId="0" animBg="1"/>
      <p:bldP spid="38" grpId="0" animBg="1"/>
      <p:bldP spid="39" grpId="0" animBg="1"/>
      <p:bldP spid="40"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1|flyup|146" descr="C:\Users\AL-NOOR\Downloads\app-research-lab\app-research-lab\presentation\assets\phones\home.png"/>
          <p:cNvPicPr>
            <a:picLocks noChangeAspect="1"/>
          </p:cNvPicPr>
          <p:nvPr/>
        </p:nvPicPr>
        <p:blipFill>
          <a:blip r:embed="rId4"/>
          <a:stretch>
            <a:fillRect/>
          </a:stretch>
        </p:blipFill>
        <p:spPr>
          <a:xfrm>
            <a:off x="1097280" y="411480"/>
            <a:ext cx="2751151" cy="6035040"/>
          </a:xfrm>
          <a:prstGeom prst="rect">
            <a:avLst/>
          </a:prstGeom>
          <a:effectLst>
            <a:outerShdw blurRad="279400" dist="101600" dir="5400000" algn="bl" rotWithShape="0">
              <a:srgbClr val="000000">
                <a:alpha val="35000"/>
              </a:srgbClr>
            </a:outerShdw>
          </a:effectLst>
        </p:spPr>
      </p:pic>
      <p:sp>
        <p:nvSpPr>
          <p:cNvPr id="3" name="anim|2|fade|147"/>
          <p:cNvSpPr txBox="1"/>
          <p:nvPr/>
        </p:nvSpPr>
        <p:spPr>
          <a:xfrm>
            <a:off x="5120640" y="868680"/>
            <a:ext cx="6492240"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الصفحة الرئيسية</a:t>
            </a:r>
            <a:endParaRPr lang="ar-IQ" sz="1400" dirty="0"/>
          </a:p>
        </p:txBody>
      </p:sp>
      <p:sp>
        <p:nvSpPr>
          <p:cNvPr id="4" name="anim|2|fade|148"/>
          <p:cNvSpPr txBox="1"/>
          <p:nvPr/>
        </p:nvSpPr>
        <p:spPr>
          <a:xfrm>
            <a:off x="5120640" y="1188720"/>
            <a:ext cx="6492240" cy="822960"/>
          </a:xfrm>
          <a:prstGeom prst="rect">
            <a:avLst/>
          </a:prstGeom>
          <a:noFill/>
          <a:ln/>
        </p:spPr>
        <p:txBody>
          <a:bodyPr wrap="square" lIns="0" tIns="0" rIns="0" bIns="0" rtlCol="0" anchor="t"/>
          <a:lstStyle/>
          <a:p>
            <a:pPr marL="0" indent="0" algn="r" rtl="1">
              <a:buNone/>
            </a:pPr>
            <a:r>
              <a:rPr lang="ar-IQ" altLang="en-US" sz="4000" b="1" dirty="0">
                <a:solidFill>
                  <a:srgbClr val="221C1B"/>
                </a:solidFill>
                <a:latin typeface="Segoe UI" pitchFamily="34" charset="0"/>
                <a:ea typeface="Segoe UI" pitchFamily="34" charset="-122"/>
                <a:cs typeface="Segoe UI" pitchFamily="34" charset="-120"/>
              </a:rPr>
              <a:t>من الحيرة إلى الاختيار</a:t>
            </a:r>
            <a:endParaRPr lang="ar-IQ" sz="4000" dirty="0"/>
          </a:p>
        </p:txBody>
      </p:sp>
      <p:sp>
        <p:nvSpPr>
          <p:cNvPr id="5" name="anim|2|fade|149"/>
          <p:cNvSpPr txBox="1"/>
          <p:nvPr/>
        </p:nvSpPr>
        <p:spPr>
          <a:xfrm>
            <a:off x="5120640" y="2011680"/>
            <a:ext cx="6492240" cy="457200"/>
          </a:xfrm>
          <a:prstGeom prst="rect">
            <a:avLst/>
          </a:prstGeom>
          <a:noFill/>
          <a:ln/>
        </p:spPr>
        <p:txBody>
          <a:bodyPr wrap="square" lIns="0" tIns="0" rIns="0" bIns="0" rtlCol="0" anchor="t"/>
          <a:lstStyle/>
          <a:p>
            <a:pPr marL="0" indent="0" algn="r" rtl="1">
              <a:buNone/>
            </a:pPr>
            <a:r>
              <a:rPr lang="ar-IQ" altLang="en-US" sz="1800" dirty="0">
                <a:solidFill>
                  <a:srgbClr val="6E6461"/>
                </a:solidFill>
                <a:latin typeface="Segoe UI" pitchFamily="34" charset="0"/>
                <a:ea typeface="Segoe UI" pitchFamily="34" charset="-122"/>
                <a:cs typeface="Segoe UI" pitchFamily="34" charset="-120"/>
              </a:rPr>
              <a:t>كل الفئات تبين من أول شاشة، ويا عدد المزودين الحقيقي بكل فئة.</a:t>
            </a:r>
            <a:endParaRPr lang="ar-IQ" sz="1800" dirty="0"/>
          </a:p>
        </p:txBody>
      </p:sp>
      <p:sp>
        <p:nvSpPr>
          <p:cNvPr id="6" name="anim|3|rise|150"/>
          <p:cNvSpPr/>
          <p:nvPr/>
        </p:nvSpPr>
        <p:spPr>
          <a:xfrm>
            <a:off x="6035040" y="2697480"/>
            <a:ext cx="5577840" cy="585216"/>
          </a:xfrm>
          <a:prstGeom prst="roundRect">
            <a:avLst>
              <a:gd name="adj" fmla="val 28125"/>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7" name="anim|3|rise|151"/>
          <p:cNvSpPr/>
          <p:nvPr/>
        </p:nvSpPr>
        <p:spPr>
          <a:xfrm>
            <a:off x="10972800" y="2761488"/>
            <a:ext cx="457200" cy="457200"/>
          </a:xfrm>
          <a:prstGeom prst="ellipse">
            <a:avLst/>
          </a:prstGeom>
          <a:solidFill>
            <a:srgbClr val="F5ECEE"/>
          </a:solidFill>
          <a:ln w="12700">
            <a:solidFill>
              <a:srgbClr val="F5ECEE"/>
            </a:solidFill>
            <a:prstDash val="solid"/>
          </a:ln>
        </p:spPr>
      </p:sp>
      <p:pic>
        <p:nvPicPr>
          <p:cNvPr id="8" name="anim|3|rise|152" descr="C:\Users\AL-NOOR\Downloads\app-research-lab\app-research-lab\presentation\assets\icons\hall_maroon.png"/>
          <p:cNvPicPr>
            <a:picLocks noChangeAspect="1"/>
          </p:cNvPicPr>
          <p:nvPr/>
        </p:nvPicPr>
        <p:blipFill>
          <a:blip r:embed="rId5"/>
          <a:stretch>
            <a:fillRect/>
          </a:stretch>
        </p:blipFill>
        <p:spPr>
          <a:xfrm>
            <a:off x="11082528" y="2871216"/>
            <a:ext cx="237744" cy="237744"/>
          </a:xfrm>
          <a:prstGeom prst="rect">
            <a:avLst/>
          </a:prstGeom>
        </p:spPr>
      </p:pic>
      <p:sp>
        <p:nvSpPr>
          <p:cNvPr id="9" name="anim|3|rise|153"/>
          <p:cNvSpPr txBox="1"/>
          <p:nvPr/>
        </p:nvSpPr>
        <p:spPr>
          <a:xfrm>
            <a:off x="7863840" y="2697480"/>
            <a:ext cx="2971800" cy="585216"/>
          </a:xfrm>
          <a:prstGeom prst="rect">
            <a:avLst/>
          </a:prstGeom>
          <a:noFill/>
          <a:ln/>
        </p:spPr>
        <p:txBody>
          <a:bodyPr wrap="square" lIns="0" tIns="0" rIns="0" bIns="0" rtlCol="0" anchor="ctr"/>
          <a:lstStyle/>
          <a:p>
            <a:pPr marL="0" indent="0" algn="r" rtl="1">
              <a:buNone/>
            </a:pPr>
            <a:r>
              <a:rPr lang="ar-IQ" altLang="en-US" sz="1800" b="1" dirty="0">
                <a:solidFill>
                  <a:srgbClr val="221C1B"/>
                </a:solidFill>
                <a:latin typeface="Segoe UI" pitchFamily="34" charset="0"/>
                <a:ea typeface="Segoe UI" pitchFamily="34" charset="-122"/>
                <a:cs typeface="Segoe UI" pitchFamily="34" charset="-120"/>
              </a:rPr>
              <a:t>القاعات</a:t>
            </a:r>
            <a:endParaRPr lang="ar-IQ" sz="1800" dirty="0"/>
          </a:p>
        </p:txBody>
      </p:sp>
      <p:sp>
        <p:nvSpPr>
          <p:cNvPr id="10" name="anim|3|rise|154"/>
          <p:cNvSpPr txBox="1"/>
          <p:nvPr/>
        </p:nvSpPr>
        <p:spPr>
          <a:xfrm>
            <a:off x="6217920" y="2697480"/>
            <a:ext cx="1645920" cy="585216"/>
          </a:xfrm>
          <a:prstGeom prst="rect">
            <a:avLst/>
          </a:prstGeom>
          <a:noFill/>
          <a:ln/>
        </p:spPr>
        <p:txBody>
          <a:bodyPr wrap="square" lIns="0" tIns="0" rIns="0" bIns="0" rtlCol="0" anchor="ctr"/>
          <a:lstStyle/>
          <a:p>
            <a:pPr marL="0" indent="0" algn="l" rtl="1">
              <a:buNone/>
            </a:pPr>
            <a:r>
              <a:rPr lang="ar-IQ" altLang="en-US" sz="1500" b="1" dirty="0">
                <a:solidFill>
                  <a:srgbClr val="6E1E33"/>
                </a:solidFill>
                <a:latin typeface="Segoe UI" pitchFamily="34" charset="0"/>
                <a:ea typeface="Segoe UI" pitchFamily="34" charset="-122"/>
                <a:cs typeface="Segoe UI" pitchFamily="34" charset="-120"/>
              </a:rPr>
              <a:t>6 مزودين</a:t>
            </a:r>
            <a:endParaRPr lang="ar-IQ" sz="1500" dirty="0"/>
          </a:p>
        </p:txBody>
      </p:sp>
      <p:sp>
        <p:nvSpPr>
          <p:cNvPr id="11" name="anim|4|rise|155"/>
          <p:cNvSpPr/>
          <p:nvPr/>
        </p:nvSpPr>
        <p:spPr>
          <a:xfrm>
            <a:off x="6035040" y="3410712"/>
            <a:ext cx="5577840" cy="585216"/>
          </a:xfrm>
          <a:prstGeom prst="roundRect">
            <a:avLst>
              <a:gd name="adj" fmla="val 28125"/>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12" name="anim|4|rise|156"/>
          <p:cNvSpPr/>
          <p:nvPr/>
        </p:nvSpPr>
        <p:spPr>
          <a:xfrm>
            <a:off x="10972800" y="3474720"/>
            <a:ext cx="457200" cy="457200"/>
          </a:xfrm>
          <a:prstGeom prst="ellipse">
            <a:avLst/>
          </a:prstGeom>
          <a:solidFill>
            <a:srgbClr val="F5ECEE"/>
          </a:solidFill>
          <a:ln w="12700">
            <a:solidFill>
              <a:srgbClr val="F5ECEE"/>
            </a:solidFill>
            <a:prstDash val="solid"/>
          </a:ln>
        </p:spPr>
      </p:sp>
      <p:pic>
        <p:nvPicPr>
          <p:cNvPr id="13" name="anim|4|rise|157" descr="C:\Users\AL-NOOR\Downloads\app-research-lab\app-research-lab\presentation\assets\icons\camera_maroon.png"/>
          <p:cNvPicPr>
            <a:picLocks noChangeAspect="1"/>
          </p:cNvPicPr>
          <p:nvPr/>
        </p:nvPicPr>
        <p:blipFill>
          <a:blip r:embed="rId6"/>
          <a:stretch>
            <a:fillRect/>
          </a:stretch>
        </p:blipFill>
        <p:spPr>
          <a:xfrm>
            <a:off x="11082528" y="3584448"/>
            <a:ext cx="237744" cy="237744"/>
          </a:xfrm>
          <a:prstGeom prst="rect">
            <a:avLst/>
          </a:prstGeom>
        </p:spPr>
      </p:pic>
      <p:sp>
        <p:nvSpPr>
          <p:cNvPr id="14" name="anim|4|rise|158"/>
          <p:cNvSpPr txBox="1"/>
          <p:nvPr/>
        </p:nvSpPr>
        <p:spPr>
          <a:xfrm>
            <a:off x="7863840" y="3410712"/>
            <a:ext cx="2971800" cy="585216"/>
          </a:xfrm>
          <a:prstGeom prst="rect">
            <a:avLst/>
          </a:prstGeom>
          <a:noFill/>
          <a:ln/>
        </p:spPr>
        <p:txBody>
          <a:bodyPr wrap="square" lIns="0" tIns="0" rIns="0" bIns="0" rtlCol="0" anchor="ctr"/>
          <a:lstStyle/>
          <a:p>
            <a:pPr marL="0" indent="0" algn="r" rtl="1">
              <a:buNone/>
            </a:pPr>
            <a:r>
              <a:rPr lang="ar-IQ" altLang="en-US" sz="1800" b="1" dirty="0">
                <a:solidFill>
                  <a:srgbClr val="221C1B"/>
                </a:solidFill>
                <a:latin typeface="Segoe UI" pitchFamily="34" charset="0"/>
                <a:ea typeface="Segoe UI" pitchFamily="34" charset="-122"/>
                <a:cs typeface="Segoe UI" pitchFamily="34" charset="-120"/>
              </a:rPr>
              <a:t>التصوير</a:t>
            </a:r>
            <a:endParaRPr lang="ar-IQ" sz="1800" dirty="0"/>
          </a:p>
        </p:txBody>
      </p:sp>
      <p:sp>
        <p:nvSpPr>
          <p:cNvPr id="15" name="anim|4|rise|159"/>
          <p:cNvSpPr txBox="1"/>
          <p:nvPr/>
        </p:nvSpPr>
        <p:spPr>
          <a:xfrm>
            <a:off x="6217920" y="3410712"/>
            <a:ext cx="1645920" cy="585216"/>
          </a:xfrm>
          <a:prstGeom prst="rect">
            <a:avLst/>
          </a:prstGeom>
          <a:noFill/>
          <a:ln/>
        </p:spPr>
        <p:txBody>
          <a:bodyPr wrap="square" lIns="0" tIns="0" rIns="0" bIns="0" rtlCol="0" anchor="ctr"/>
          <a:lstStyle/>
          <a:p>
            <a:pPr marL="0" indent="0" algn="l" rtl="1">
              <a:buNone/>
            </a:pPr>
            <a:r>
              <a:rPr lang="ar-IQ" altLang="en-US" sz="1500" b="1" dirty="0">
                <a:solidFill>
                  <a:srgbClr val="6E1E33"/>
                </a:solidFill>
                <a:latin typeface="Segoe UI" pitchFamily="34" charset="0"/>
                <a:ea typeface="Segoe UI" pitchFamily="34" charset="-122"/>
                <a:cs typeface="Segoe UI" pitchFamily="34" charset="-120"/>
              </a:rPr>
              <a:t>5 مزودين</a:t>
            </a:r>
            <a:endParaRPr lang="ar-IQ" sz="1500" dirty="0"/>
          </a:p>
        </p:txBody>
      </p:sp>
      <p:sp>
        <p:nvSpPr>
          <p:cNvPr id="16" name="anim|5|rise|160"/>
          <p:cNvSpPr/>
          <p:nvPr/>
        </p:nvSpPr>
        <p:spPr>
          <a:xfrm>
            <a:off x="6035040" y="4123944"/>
            <a:ext cx="5577840" cy="585216"/>
          </a:xfrm>
          <a:prstGeom prst="roundRect">
            <a:avLst>
              <a:gd name="adj" fmla="val 28125"/>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17" name="anim|5|rise|161"/>
          <p:cNvSpPr/>
          <p:nvPr/>
        </p:nvSpPr>
        <p:spPr>
          <a:xfrm>
            <a:off x="10972800" y="4187952"/>
            <a:ext cx="457200" cy="457200"/>
          </a:xfrm>
          <a:prstGeom prst="ellipse">
            <a:avLst/>
          </a:prstGeom>
          <a:solidFill>
            <a:srgbClr val="F5ECEE"/>
          </a:solidFill>
          <a:ln w="12700">
            <a:solidFill>
              <a:srgbClr val="F5ECEE"/>
            </a:solidFill>
            <a:prstDash val="solid"/>
          </a:ln>
        </p:spPr>
      </p:sp>
      <p:pic>
        <p:nvPicPr>
          <p:cNvPr id="18" name="anim|5|rise|162" descr="C:\Users\AL-NOOR\Downloads\app-research-lab\app-research-lab\presentation\assets\icons\rose_maroon.png"/>
          <p:cNvPicPr>
            <a:picLocks noChangeAspect="1"/>
          </p:cNvPicPr>
          <p:nvPr/>
        </p:nvPicPr>
        <p:blipFill>
          <a:blip r:embed="rId7"/>
          <a:stretch>
            <a:fillRect/>
          </a:stretch>
        </p:blipFill>
        <p:spPr>
          <a:xfrm>
            <a:off x="11082528" y="4297680"/>
            <a:ext cx="237744" cy="237744"/>
          </a:xfrm>
          <a:prstGeom prst="rect">
            <a:avLst/>
          </a:prstGeom>
        </p:spPr>
      </p:pic>
      <p:sp>
        <p:nvSpPr>
          <p:cNvPr id="19" name="anim|5|rise|163"/>
          <p:cNvSpPr txBox="1"/>
          <p:nvPr/>
        </p:nvSpPr>
        <p:spPr>
          <a:xfrm>
            <a:off x="7863840" y="4123944"/>
            <a:ext cx="2971800" cy="585216"/>
          </a:xfrm>
          <a:prstGeom prst="rect">
            <a:avLst/>
          </a:prstGeom>
          <a:noFill/>
          <a:ln/>
        </p:spPr>
        <p:txBody>
          <a:bodyPr wrap="square" lIns="0" tIns="0" rIns="0" bIns="0" rtlCol="0" anchor="ctr"/>
          <a:lstStyle/>
          <a:p>
            <a:pPr marL="0" indent="0" algn="r" rtl="1">
              <a:buNone/>
            </a:pPr>
            <a:r>
              <a:rPr lang="ar-IQ" altLang="en-US" sz="1800" b="1" dirty="0">
                <a:solidFill>
                  <a:srgbClr val="221C1B"/>
                </a:solidFill>
                <a:latin typeface="Segoe UI" pitchFamily="34" charset="0"/>
                <a:ea typeface="Segoe UI" pitchFamily="34" charset="-122"/>
                <a:cs typeface="Segoe UI" pitchFamily="34" charset="-120"/>
              </a:rPr>
              <a:t>الورد والزهور</a:t>
            </a:r>
            <a:endParaRPr lang="ar-IQ" sz="1800" dirty="0"/>
          </a:p>
        </p:txBody>
      </p:sp>
      <p:sp>
        <p:nvSpPr>
          <p:cNvPr id="20" name="anim|5|rise|164"/>
          <p:cNvSpPr txBox="1"/>
          <p:nvPr/>
        </p:nvSpPr>
        <p:spPr>
          <a:xfrm>
            <a:off x="6217920" y="4123944"/>
            <a:ext cx="1645920" cy="585216"/>
          </a:xfrm>
          <a:prstGeom prst="rect">
            <a:avLst/>
          </a:prstGeom>
          <a:noFill/>
          <a:ln/>
        </p:spPr>
        <p:txBody>
          <a:bodyPr wrap="square" lIns="0" tIns="0" rIns="0" bIns="0" rtlCol="0" anchor="ctr"/>
          <a:lstStyle/>
          <a:p>
            <a:pPr marL="0" indent="0" algn="l" rtl="1">
              <a:buNone/>
            </a:pPr>
            <a:r>
              <a:rPr lang="ar-IQ" altLang="en-US" sz="1500" b="1" dirty="0">
                <a:solidFill>
                  <a:srgbClr val="6E1E33"/>
                </a:solidFill>
                <a:latin typeface="Segoe UI" pitchFamily="34" charset="0"/>
                <a:ea typeface="Segoe UI" pitchFamily="34" charset="-122"/>
                <a:cs typeface="Segoe UI" pitchFamily="34" charset="-120"/>
              </a:rPr>
              <a:t>4 مزودين</a:t>
            </a:r>
            <a:endParaRPr lang="ar-IQ" sz="1500" dirty="0"/>
          </a:p>
        </p:txBody>
      </p:sp>
      <p:sp>
        <p:nvSpPr>
          <p:cNvPr id="21" name="anim|6|rise|165"/>
          <p:cNvSpPr/>
          <p:nvPr/>
        </p:nvSpPr>
        <p:spPr>
          <a:xfrm>
            <a:off x="6035040" y="4837176"/>
            <a:ext cx="5577840" cy="585216"/>
          </a:xfrm>
          <a:prstGeom prst="roundRect">
            <a:avLst>
              <a:gd name="adj" fmla="val 28125"/>
            </a:avLst>
          </a:prstGeom>
          <a:solidFill>
            <a:srgbClr val="FAF7F2"/>
          </a:solidFill>
          <a:ln w="9525">
            <a:solidFill>
              <a:srgbClr val="E8E1D8"/>
            </a:solidFill>
            <a:prstDash val="solid"/>
          </a:ln>
        </p:spPr>
      </p:sp>
      <p:sp>
        <p:nvSpPr>
          <p:cNvPr id="22" name="anim|6|rise|166"/>
          <p:cNvSpPr/>
          <p:nvPr/>
        </p:nvSpPr>
        <p:spPr>
          <a:xfrm>
            <a:off x="10972800" y="4901184"/>
            <a:ext cx="457200" cy="457200"/>
          </a:xfrm>
          <a:prstGeom prst="ellipse">
            <a:avLst/>
          </a:prstGeom>
          <a:solidFill>
            <a:srgbClr val="EFEAE3"/>
          </a:solidFill>
          <a:ln w="12700">
            <a:solidFill>
              <a:srgbClr val="EFEAE3"/>
            </a:solidFill>
            <a:prstDash val="solid"/>
          </a:ln>
        </p:spPr>
      </p:sp>
      <p:pic>
        <p:nvPicPr>
          <p:cNvPr id="23" name="anim|6|rise|167" descr="C:\Users\AL-NOOR\Downloads\app-research-lab\app-research-lab\presentation\assets\icons\car_grey.png"/>
          <p:cNvPicPr>
            <a:picLocks noChangeAspect="1"/>
          </p:cNvPicPr>
          <p:nvPr/>
        </p:nvPicPr>
        <p:blipFill>
          <a:blip r:embed="rId8"/>
          <a:stretch>
            <a:fillRect/>
          </a:stretch>
        </p:blipFill>
        <p:spPr>
          <a:xfrm>
            <a:off x="11082528" y="5010912"/>
            <a:ext cx="237744" cy="237744"/>
          </a:xfrm>
          <a:prstGeom prst="rect">
            <a:avLst/>
          </a:prstGeom>
        </p:spPr>
      </p:pic>
      <p:sp>
        <p:nvSpPr>
          <p:cNvPr id="24" name="anim|6|rise|168"/>
          <p:cNvSpPr txBox="1"/>
          <p:nvPr/>
        </p:nvSpPr>
        <p:spPr>
          <a:xfrm>
            <a:off x="7863840" y="4837176"/>
            <a:ext cx="2971800" cy="585216"/>
          </a:xfrm>
          <a:prstGeom prst="rect">
            <a:avLst/>
          </a:prstGeom>
          <a:noFill/>
          <a:ln/>
        </p:spPr>
        <p:txBody>
          <a:bodyPr wrap="square" lIns="0" tIns="0" rIns="0" bIns="0" rtlCol="0" anchor="ctr"/>
          <a:lstStyle/>
          <a:p>
            <a:pPr marL="0" indent="0" algn="r" rtl="1">
              <a:buNone/>
            </a:pPr>
            <a:r>
              <a:rPr lang="ar-IQ" altLang="en-US" sz="1800" b="1" dirty="0">
                <a:solidFill>
                  <a:srgbClr val="6E6461"/>
                </a:solidFill>
                <a:latin typeface="Segoe UI" pitchFamily="34" charset="0"/>
                <a:ea typeface="Segoe UI" pitchFamily="34" charset="-122"/>
                <a:cs typeface="Segoe UI" pitchFamily="34" charset="-120"/>
              </a:rPr>
              <a:t>السيارات</a:t>
            </a:r>
            <a:endParaRPr lang="ar-IQ" sz="1800" dirty="0"/>
          </a:p>
        </p:txBody>
      </p:sp>
      <p:sp>
        <p:nvSpPr>
          <p:cNvPr id="25" name="anim|6|rise|169"/>
          <p:cNvSpPr txBox="1"/>
          <p:nvPr/>
        </p:nvSpPr>
        <p:spPr>
          <a:xfrm>
            <a:off x="6217920" y="4837176"/>
            <a:ext cx="1645920" cy="585216"/>
          </a:xfrm>
          <a:prstGeom prst="rect">
            <a:avLst/>
          </a:prstGeom>
          <a:noFill/>
          <a:ln/>
        </p:spPr>
        <p:txBody>
          <a:bodyPr wrap="square" lIns="0" tIns="0" rIns="0" bIns="0" rtlCol="0" anchor="ctr"/>
          <a:lstStyle/>
          <a:p>
            <a:pPr marL="0" indent="0" algn="l" rtl="1">
              <a:buNone/>
            </a:pPr>
            <a:r>
              <a:rPr lang="ar-IQ" altLang="en-US" sz="1500" dirty="0">
                <a:solidFill>
                  <a:srgbClr val="B08D57"/>
                </a:solidFill>
                <a:latin typeface="Segoe UI" pitchFamily="34" charset="0"/>
                <a:ea typeface="Segoe UI" pitchFamily="34" charset="-122"/>
                <a:cs typeface="Segoe UI" pitchFamily="34" charset="-120"/>
              </a:rPr>
              <a:t>قريباً</a:t>
            </a:r>
            <a:endParaRPr lang="ar-IQ" sz="1500" dirty="0"/>
          </a:p>
        </p:txBody>
      </p:sp>
      <p:sp>
        <p:nvSpPr>
          <p:cNvPr id="26" name="anim|7|rise|170"/>
          <p:cNvSpPr/>
          <p:nvPr/>
        </p:nvSpPr>
        <p:spPr>
          <a:xfrm>
            <a:off x="6035040" y="5550408"/>
            <a:ext cx="5577840" cy="585216"/>
          </a:xfrm>
          <a:prstGeom prst="roundRect">
            <a:avLst>
              <a:gd name="adj" fmla="val 28125"/>
            </a:avLst>
          </a:prstGeom>
          <a:solidFill>
            <a:srgbClr val="FAF7F2"/>
          </a:solidFill>
          <a:ln w="9525">
            <a:solidFill>
              <a:srgbClr val="E8E1D8"/>
            </a:solidFill>
            <a:prstDash val="solid"/>
          </a:ln>
        </p:spPr>
      </p:sp>
      <p:sp>
        <p:nvSpPr>
          <p:cNvPr id="27" name="anim|7|rise|171"/>
          <p:cNvSpPr/>
          <p:nvPr/>
        </p:nvSpPr>
        <p:spPr>
          <a:xfrm>
            <a:off x="10972800" y="5614416"/>
            <a:ext cx="457200" cy="457200"/>
          </a:xfrm>
          <a:prstGeom prst="ellipse">
            <a:avLst/>
          </a:prstGeom>
          <a:solidFill>
            <a:srgbClr val="EFEAE3"/>
          </a:solidFill>
          <a:ln w="12700">
            <a:solidFill>
              <a:srgbClr val="EFEAE3"/>
            </a:solidFill>
            <a:prstDash val="solid"/>
          </a:ln>
        </p:spPr>
      </p:sp>
      <p:pic>
        <p:nvPicPr>
          <p:cNvPr id="28" name="anim|7|rise|172" descr="C:\Users\AL-NOOR\Downloads\app-research-lab\app-research-lab\presentation\assets\icons\sparkle_grey.png"/>
          <p:cNvPicPr>
            <a:picLocks noChangeAspect="1"/>
          </p:cNvPicPr>
          <p:nvPr/>
        </p:nvPicPr>
        <p:blipFill>
          <a:blip r:embed="rId9"/>
          <a:stretch>
            <a:fillRect/>
          </a:stretch>
        </p:blipFill>
        <p:spPr>
          <a:xfrm>
            <a:off x="11082528" y="5724144"/>
            <a:ext cx="237744" cy="237744"/>
          </a:xfrm>
          <a:prstGeom prst="rect">
            <a:avLst/>
          </a:prstGeom>
        </p:spPr>
      </p:pic>
      <p:sp>
        <p:nvSpPr>
          <p:cNvPr id="29" name="anim|7|rise|173"/>
          <p:cNvSpPr txBox="1"/>
          <p:nvPr/>
        </p:nvSpPr>
        <p:spPr>
          <a:xfrm>
            <a:off x="7863840" y="5550408"/>
            <a:ext cx="2971800" cy="585216"/>
          </a:xfrm>
          <a:prstGeom prst="rect">
            <a:avLst/>
          </a:prstGeom>
          <a:noFill/>
          <a:ln/>
        </p:spPr>
        <p:txBody>
          <a:bodyPr wrap="square" lIns="0" tIns="0" rIns="0" bIns="0" rtlCol="0" anchor="ctr"/>
          <a:lstStyle/>
          <a:p>
            <a:pPr marL="0" indent="0" algn="r" rtl="1">
              <a:buNone/>
            </a:pPr>
            <a:r>
              <a:rPr lang="ar-IQ" altLang="en-US" sz="1800" b="1" dirty="0">
                <a:solidFill>
                  <a:srgbClr val="6E6461"/>
                </a:solidFill>
                <a:latin typeface="Segoe UI" pitchFamily="34" charset="0"/>
                <a:ea typeface="Segoe UI" pitchFamily="34" charset="-122"/>
                <a:cs typeface="Segoe UI" pitchFamily="34" charset="-120"/>
              </a:rPr>
              <a:t>خدمات أخرى</a:t>
            </a:r>
            <a:endParaRPr lang="ar-IQ" sz="1800" dirty="0"/>
          </a:p>
        </p:txBody>
      </p:sp>
      <p:sp>
        <p:nvSpPr>
          <p:cNvPr id="30" name="anim|7|rise|174"/>
          <p:cNvSpPr txBox="1"/>
          <p:nvPr/>
        </p:nvSpPr>
        <p:spPr>
          <a:xfrm>
            <a:off x="6217920" y="5550408"/>
            <a:ext cx="1645920" cy="585216"/>
          </a:xfrm>
          <a:prstGeom prst="rect">
            <a:avLst/>
          </a:prstGeom>
          <a:noFill/>
          <a:ln/>
        </p:spPr>
        <p:txBody>
          <a:bodyPr wrap="square" lIns="0" tIns="0" rIns="0" bIns="0" rtlCol="0" anchor="ctr"/>
          <a:lstStyle/>
          <a:p>
            <a:pPr marL="0" indent="0" algn="l" rtl="1">
              <a:buNone/>
            </a:pPr>
            <a:r>
              <a:rPr lang="ar-IQ" altLang="en-US" sz="1500" dirty="0">
                <a:solidFill>
                  <a:srgbClr val="B08D57"/>
                </a:solidFill>
                <a:latin typeface="Segoe UI" pitchFamily="34" charset="0"/>
                <a:ea typeface="Segoe UI" pitchFamily="34" charset="-122"/>
                <a:cs typeface="Segoe UI" pitchFamily="34" charset="-120"/>
              </a:rPr>
              <a:t>قريباً</a:t>
            </a:r>
            <a:endParaRPr lang="ar-IQ" sz="1500" dirty="0"/>
          </a:p>
        </p:txBody>
      </p:sp>
      <p:sp>
        <p:nvSpPr>
          <p:cNvPr id="31" name="Text 23"/>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08</a:t>
            </a:r>
            <a:endParaRPr lang="en-US" sz="1000" dirty="0"/>
          </a:p>
        </p:txBody>
      </p:sp>
      <p:sp>
        <p:nvSpPr>
          <p:cNvPr id="32" name="Text 24"/>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800" fill="hold"/>
                                        <p:tgtEl>
                                          <p:spTgt spid="2"/>
                                        </p:tgtEl>
                                        <p:attrNameLst>
                                          <p:attrName>ppt_x</p:attrName>
                                        </p:attrNameLst>
                                      </p:cBhvr>
                                      <p:tavLst>
                                        <p:tav tm="0">
                                          <p:val>
                                            <p:strVal val="#ppt_x"/>
                                          </p:val>
                                        </p:tav>
                                        <p:tav tm="100000">
                                          <p:val>
                                            <p:strVal val="#ppt_x"/>
                                          </p:val>
                                        </p:tav>
                                      </p:tavLst>
                                    </p:anim>
                                    <p:anim calcmode="lin" valueType="num">
                                      <p:cBhvr additive="base">
                                        <p:cTn id="8" dur="800" fill="hold"/>
                                        <p:tgtEl>
                                          <p:spTgt spid="2"/>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8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par>
                                <p:cTn id="12" presetID="10" presetClass="entr" presetSubtype="0" fill="hold" grpId="0" nodeType="withEffect">
                                  <p:stCondLst>
                                    <p:cond delay="2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childTnLst>
                                </p:cTn>
                              </p:par>
                              <p:par>
                                <p:cTn id="15" presetID="10" presetClass="entr" presetSubtype="0" fill="hold" grpId="0" nodeType="withEffect">
                                  <p:stCondLst>
                                    <p:cond delay="28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childTnLst>
                                </p:cTn>
                              </p:par>
                              <p:par>
                                <p:cTn id="18" presetID="37" presetClass="entr" presetSubtype="0" fill="hold" nodeType="withEffect">
                                  <p:stCondLst>
                                    <p:cond delay="56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600"/>
                                        <p:tgtEl>
                                          <p:spTgt spid="6"/>
                                        </p:tgtEl>
                                      </p:cBhvr>
                                    </p:animEffect>
                                    <p:anim calcmode="lin" valueType="num">
                                      <p:cBhvr>
                                        <p:cTn id="21" dur="600" fill="hold"/>
                                        <p:tgtEl>
                                          <p:spTgt spid="6"/>
                                        </p:tgtEl>
                                        <p:attrNameLst>
                                          <p:attrName>ppt_x</p:attrName>
                                        </p:attrNameLst>
                                      </p:cBhvr>
                                      <p:tavLst>
                                        <p:tav tm="0">
                                          <p:val>
                                            <p:strVal val="#ppt_x"/>
                                          </p:val>
                                        </p:tav>
                                        <p:tav tm="100000">
                                          <p:val>
                                            <p:strVal val="#ppt_x"/>
                                          </p:val>
                                        </p:tav>
                                      </p:tavLst>
                                    </p:anim>
                                    <p:anim calcmode="lin" valueType="num">
                                      <p:cBhvr>
                                        <p:cTn id="22" dur="540" decel="100000" fill="hold"/>
                                        <p:tgtEl>
                                          <p:spTgt spid="6"/>
                                        </p:tgtEl>
                                        <p:attrNameLst>
                                          <p:attrName>ppt_y</p:attrName>
                                        </p:attrNameLst>
                                      </p:cBhvr>
                                      <p:tavLst>
                                        <p:tav tm="0">
                                          <p:val>
                                            <p:strVal val="#ppt_y+1"/>
                                          </p:val>
                                        </p:tav>
                                        <p:tav tm="100000">
                                          <p:val>
                                            <p:strVal val="#ppt_y-.03"/>
                                          </p:val>
                                        </p:tav>
                                      </p:tavLst>
                                    </p:anim>
                                    <p:anim calcmode="lin" valueType="num">
                                      <p:cBhvr>
                                        <p:cTn id="23" dur="60" accel="100000" fill="hold">
                                          <p:stCondLst>
                                            <p:cond delay="540"/>
                                          </p:stCondLst>
                                        </p:cTn>
                                        <p:tgtEl>
                                          <p:spTgt spid="6"/>
                                        </p:tgtEl>
                                        <p:attrNameLst>
                                          <p:attrName>ppt_y</p:attrName>
                                        </p:attrNameLst>
                                      </p:cBhvr>
                                      <p:tavLst>
                                        <p:tav tm="0">
                                          <p:val>
                                            <p:strVal val="#ppt_y-.03"/>
                                          </p:val>
                                        </p:tav>
                                        <p:tav tm="100000">
                                          <p:val>
                                            <p:strVal val="#ppt_y"/>
                                          </p:val>
                                        </p:tav>
                                      </p:tavLst>
                                    </p:anim>
                                  </p:childTnLst>
                                </p:cTn>
                              </p:par>
                              <p:par>
                                <p:cTn id="24" presetID="37" presetClass="entr" presetSubtype="0" fill="hold" nodeType="withEffect">
                                  <p:stCondLst>
                                    <p:cond delay="56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00"/>
                                        <p:tgtEl>
                                          <p:spTgt spid="7"/>
                                        </p:tgtEl>
                                      </p:cBhvr>
                                    </p:animEffect>
                                    <p:anim calcmode="lin" valueType="num">
                                      <p:cBhvr>
                                        <p:cTn id="27" dur="600" fill="hold"/>
                                        <p:tgtEl>
                                          <p:spTgt spid="7"/>
                                        </p:tgtEl>
                                        <p:attrNameLst>
                                          <p:attrName>ppt_x</p:attrName>
                                        </p:attrNameLst>
                                      </p:cBhvr>
                                      <p:tavLst>
                                        <p:tav tm="0">
                                          <p:val>
                                            <p:strVal val="#ppt_x"/>
                                          </p:val>
                                        </p:tav>
                                        <p:tav tm="100000">
                                          <p:val>
                                            <p:strVal val="#ppt_x"/>
                                          </p:val>
                                        </p:tav>
                                      </p:tavLst>
                                    </p:anim>
                                    <p:anim calcmode="lin" valueType="num">
                                      <p:cBhvr>
                                        <p:cTn id="28" dur="540" decel="100000" fill="hold"/>
                                        <p:tgtEl>
                                          <p:spTgt spid="7"/>
                                        </p:tgtEl>
                                        <p:attrNameLst>
                                          <p:attrName>ppt_y</p:attrName>
                                        </p:attrNameLst>
                                      </p:cBhvr>
                                      <p:tavLst>
                                        <p:tav tm="0">
                                          <p:val>
                                            <p:strVal val="#ppt_y+1"/>
                                          </p:val>
                                        </p:tav>
                                        <p:tav tm="100000">
                                          <p:val>
                                            <p:strVal val="#ppt_y-.03"/>
                                          </p:val>
                                        </p:tav>
                                      </p:tavLst>
                                    </p:anim>
                                    <p:anim calcmode="lin" valueType="num">
                                      <p:cBhvr>
                                        <p:cTn id="29" dur="60" accel="100000" fill="hold">
                                          <p:stCondLst>
                                            <p:cond delay="540"/>
                                          </p:stCondLst>
                                        </p:cTn>
                                        <p:tgtEl>
                                          <p:spTgt spid="7"/>
                                        </p:tgtEl>
                                        <p:attrNameLst>
                                          <p:attrName>ppt_y</p:attrName>
                                        </p:attrNameLst>
                                      </p:cBhvr>
                                      <p:tavLst>
                                        <p:tav tm="0">
                                          <p:val>
                                            <p:strVal val="#ppt_y-.03"/>
                                          </p:val>
                                        </p:tav>
                                        <p:tav tm="100000">
                                          <p:val>
                                            <p:strVal val="#ppt_y"/>
                                          </p:val>
                                        </p:tav>
                                      </p:tavLst>
                                    </p:anim>
                                  </p:childTnLst>
                                </p:cTn>
                              </p:par>
                              <p:par>
                                <p:cTn id="30" presetID="37" presetClass="entr" presetSubtype="0" fill="hold" nodeType="withEffect">
                                  <p:stCondLst>
                                    <p:cond delay="56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600"/>
                                        <p:tgtEl>
                                          <p:spTgt spid="8"/>
                                        </p:tgtEl>
                                      </p:cBhvr>
                                    </p:animEffect>
                                    <p:anim calcmode="lin" valueType="num">
                                      <p:cBhvr>
                                        <p:cTn id="33" dur="600" fill="hold"/>
                                        <p:tgtEl>
                                          <p:spTgt spid="8"/>
                                        </p:tgtEl>
                                        <p:attrNameLst>
                                          <p:attrName>ppt_x</p:attrName>
                                        </p:attrNameLst>
                                      </p:cBhvr>
                                      <p:tavLst>
                                        <p:tav tm="0">
                                          <p:val>
                                            <p:strVal val="#ppt_x"/>
                                          </p:val>
                                        </p:tav>
                                        <p:tav tm="100000">
                                          <p:val>
                                            <p:strVal val="#ppt_x"/>
                                          </p:val>
                                        </p:tav>
                                      </p:tavLst>
                                    </p:anim>
                                    <p:anim calcmode="lin" valueType="num">
                                      <p:cBhvr>
                                        <p:cTn id="34" dur="540" decel="100000" fill="hold"/>
                                        <p:tgtEl>
                                          <p:spTgt spid="8"/>
                                        </p:tgtEl>
                                        <p:attrNameLst>
                                          <p:attrName>ppt_y</p:attrName>
                                        </p:attrNameLst>
                                      </p:cBhvr>
                                      <p:tavLst>
                                        <p:tav tm="0">
                                          <p:val>
                                            <p:strVal val="#ppt_y+1"/>
                                          </p:val>
                                        </p:tav>
                                        <p:tav tm="100000">
                                          <p:val>
                                            <p:strVal val="#ppt_y-.03"/>
                                          </p:val>
                                        </p:tav>
                                      </p:tavLst>
                                    </p:anim>
                                    <p:anim calcmode="lin" valueType="num">
                                      <p:cBhvr>
                                        <p:cTn id="35" dur="60" accel="100000" fill="hold">
                                          <p:stCondLst>
                                            <p:cond delay="540"/>
                                          </p:stCondLst>
                                        </p:cTn>
                                        <p:tgtEl>
                                          <p:spTgt spid="8"/>
                                        </p:tgtEl>
                                        <p:attrNameLst>
                                          <p:attrName>ppt_y</p:attrName>
                                        </p:attrNameLst>
                                      </p:cBhvr>
                                      <p:tavLst>
                                        <p:tav tm="0">
                                          <p:val>
                                            <p:strVal val="#ppt_y-.03"/>
                                          </p:val>
                                        </p:tav>
                                        <p:tav tm="100000">
                                          <p:val>
                                            <p:strVal val="#ppt_y"/>
                                          </p:val>
                                        </p:tav>
                                      </p:tavLst>
                                    </p:anim>
                                  </p:childTnLst>
                                </p:cTn>
                              </p:par>
                              <p:par>
                                <p:cTn id="36" presetID="37" presetClass="entr" presetSubtype="0" fill="hold" grpId="0" nodeType="withEffect">
                                  <p:stCondLst>
                                    <p:cond delay="56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p:cTn id="39" dur="600" fill="hold"/>
                                        <p:tgtEl>
                                          <p:spTgt spid="9"/>
                                        </p:tgtEl>
                                        <p:attrNameLst>
                                          <p:attrName>ppt_x</p:attrName>
                                        </p:attrNameLst>
                                      </p:cBhvr>
                                      <p:tavLst>
                                        <p:tav tm="0">
                                          <p:val>
                                            <p:strVal val="#ppt_x"/>
                                          </p:val>
                                        </p:tav>
                                        <p:tav tm="100000">
                                          <p:val>
                                            <p:strVal val="#ppt_x"/>
                                          </p:val>
                                        </p:tav>
                                      </p:tavLst>
                                    </p:anim>
                                    <p:anim calcmode="lin" valueType="num">
                                      <p:cBhvr>
                                        <p:cTn id="40" dur="540" decel="100000" fill="hold"/>
                                        <p:tgtEl>
                                          <p:spTgt spid="9"/>
                                        </p:tgtEl>
                                        <p:attrNameLst>
                                          <p:attrName>ppt_y</p:attrName>
                                        </p:attrNameLst>
                                      </p:cBhvr>
                                      <p:tavLst>
                                        <p:tav tm="0">
                                          <p:val>
                                            <p:strVal val="#ppt_y+1"/>
                                          </p:val>
                                        </p:tav>
                                        <p:tav tm="100000">
                                          <p:val>
                                            <p:strVal val="#ppt_y-.03"/>
                                          </p:val>
                                        </p:tav>
                                      </p:tavLst>
                                    </p:anim>
                                    <p:anim calcmode="lin" valueType="num">
                                      <p:cBhvr>
                                        <p:cTn id="41" dur="60" accel="100000" fill="hold">
                                          <p:stCondLst>
                                            <p:cond delay="540"/>
                                          </p:stCondLst>
                                        </p:cTn>
                                        <p:tgtEl>
                                          <p:spTgt spid="9"/>
                                        </p:tgtEl>
                                        <p:attrNameLst>
                                          <p:attrName>ppt_y</p:attrName>
                                        </p:attrNameLst>
                                      </p:cBhvr>
                                      <p:tavLst>
                                        <p:tav tm="0">
                                          <p:val>
                                            <p:strVal val="#ppt_y-.03"/>
                                          </p:val>
                                        </p:tav>
                                        <p:tav tm="100000">
                                          <p:val>
                                            <p:strVal val="#ppt_y"/>
                                          </p:val>
                                        </p:tav>
                                      </p:tavLst>
                                    </p:anim>
                                  </p:childTnLst>
                                </p:cTn>
                              </p:par>
                              <p:par>
                                <p:cTn id="42" presetID="37" presetClass="entr" presetSubtype="0" fill="hold" grpId="0" nodeType="withEffect">
                                  <p:stCondLst>
                                    <p:cond delay="56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600"/>
                                        <p:tgtEl>
                                          <p:spTgt spid="10"/>
                                        </p:tgtEl>
                                      </p:cBhvr>
                                    </p:animEffect>
                                    <p:anim calcmode="lin" valueType="num">
                                      <p:cBhvr>
                                        <p:cTn id="45" dur="600" fill="hold"/>
                                        <p:tgtEl>
                                          <p:spTgt spid="10"/>
                                        </p:tgtEl>
                                        <p:attrNameLst>
                                          <p:attrName>ppt_x</p:attrName>
                                        </p:attrNameLst>
                                      </p:cBhvr>
                                      <p:tavLst>
                                        <p:tav tm="0">
                                          <p:val>
                                            <p:strVal val="#ppt_x"/>
                                          </p:val>
                                        </p:tav>
                                        <p:tav tm="100000">
                                          <p:val>
                                            <p:strVal val="#ppt_x"/>
                                          </p:val>
                                        </p:tav>
                                      </p:tavLst>
                                    </p:anim>
                                    <p:anim calcmode="lin" valueType="num">
                                      <p:cBhvr>
                                        <p:cTn id="46" dur="540" decel="100000" fill="hold"/>
                                        <p:tgtEl>
                                          <p:spTgt spid="10"/>
                                        </p:tgtEl>
                                        <p:attrNameLst>
                                          <p:attrName>ppt_y</p:attrName>
                                        </p:attrNameLst>
                                      </p:cBhvr>
                                      <p:tavLst>
                                        <p:tav tm="0">
                                          <p:val>
                                            <p:strVal val="#ppt_y+1"/>
                                          </p:val>
                                        </p:tav>
                                        <p:tav tm="100000">
                                          <p:val>
                                            <p:strVal val="#ppt_y-.03"/>
                                          </p:val>
                                        </p:tav>
                                      </p:tavLst>
                                    </p:anim>
                                    <p:anim calcmode="lin" valueType="num">
                                      <p:cBhvr>
                                        <p:cTn id="47" dur="60" accel="100000" fill="hold">
                                          <p:stCondLst>
                                            <p:cond delay="540"/>
                                          </p:stCondLst>
                                        </p:cTn>
                                        <p:tgtEl>
                                          <p:spTgt spid="10"/>
                                        </p:tgtEl>
                                        <p:attrNameLst>
                                          <p:attrName>ppt_y</p:attrName>
                                        </p:attrNameLst>
                                      </p:cBhvr>
                                      <p:tavLst>
                                        <p:tav tm="0">
                                          <p:val>
                                            <p:strVal val="#ppt_y-.03"/>
                                          </p:val>
                                        </p:tav>
                                        <p:tav tm="100000">
                                          <p:val>
                                            <p:strVal val="#ppt_y"/>
                                          </p:val>
                                        </p:tav>
                                      </p:tavLst>
                                    </p:anim>
                                  </p:childTnLst>
                                </p:cTn>
                              </p:par>
                              <p:par>
                                <p:cTn id="48" presetID="37" presetClass="entr" presetSubtype="0" fill="hold" nodeType="withEffect">
                                  <p:stCondLst>
                                    <p:cond delay="84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600"/>
                                        <p:tgtEl>
                                          <p:spTgt spid="11"/>
                                        </p:tgtEl>
                                      </p:cBhvr>
                                    </p:animEffect>
                                    <p:anim calcmode="lin" valueType="num">
                                      <p:cBhvr>
                                        <p:cTn id="51" dur="600" fill="hold"/>
                                        <p:tgtEl>
                                          <p:spTgt spid="11"/>
                                        </p:tgtEl>
                                        <p:attrNameLst>
                                          <p:attrName>ppt_x</p:attrName>
                                        </p:attrNameLst>
                                      </p:cBhvr>
                                      <p:tavLst>
                                        <p:tav tm="0">
                                          <p:val>
                                            <p:strVal val="#ppt_x"/>
                                          </p:val>
                                        </p:tav>
                                        <p:tav tm="100000">
                                          <p:val>
                                            <p:strVal val="#ppt_x"/>
                                          </p:val>
                                        </p:tav>
                                      </p:tavLst>
                                    </p:anim>
                                    <p:anim calcmode="lin" valueType="num">
                                      <p:cBhvr>
                                        <p:cTn id="52" dur="540" decel="100000" fill="hold"/>
                                        <p:tgtEl>
                                          <p:spTgt spid="11"/>
                                        </p:tgtEl>
                                        <p:attrNameLst>
                                          <p:attrName>ppt_y</p:attrName>
                                        </p:attrNameLst>
                                      </p:cBhvr>
                                      <p:tavLst>
                                        <p:tav tm="0">
                                          <p:val>
                                            <p:strVal val="#ppt_y+1"/>
                                          </p:val>
                                        </p:tav>
                                        <p:tav tm="100000">
                                          <p:val>
                                            <p:strVal val="#ppt_y-.03"/>
                                          </p:val>
                                        </p:tav>
                                      </p:tavLst>
                                    </p:anim>
                                    <p:anim calcmode="lin" valueType="num">
                                      <p:cBhvr>
                                        <p:cTn id="53" dur="60" accel="100000" fill="hold">
                                          <p:stCondLst>
                                            <p:cond delay="540"/>
                                          </p:stCondLst>
                                        </p:cTn>
                                        <p:tgtEl>
                                          <p:spTgt spid="11"/>
                                        </p:tgtEl>
                                        <p:attrNameLst>
                                          <p:attrName>ppt_y</p:attrName>
                                        </p:attrNameLst>
                                      </p:cBhvr>
                                      <p:tavLst>
                                        <p:tav tm="0">
                                          <p:val>
                                            <p:strVal val="#ppt_y-.03"/>
                                          </p:val>
                                        </p:tav>
                                        <p:tav tm="100000">
                                          <p:val>
                                            <p:strVal val="#ppt_y"/>
                                          </p:val>
                                        </p:tav>
                                      </p:tavLst>
                                    </p:anim>
                                  </p:childTnLst>
                                </p:cTn>
                              </p:par>
                              <p:par>
                                <p:cTn id="54" presetID="37" presetClass="entr" presetSubtype="0" fill="hold" nodeType="withEffect">
                                  <p:stCondLst>
                                    <p:cond delay="84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600"/>
                                        <p:tgtEl>
                                          <p:spTgt spid="12"/>
                                        </p:tgtEl>
                                      </p:cBhvr>
                                    </p:animEffect>
                                    <p:anim calcmode="lin" valueType="num">
                                      <p:cBhvr>
                                        <p:cTn id="57" dur="600" fill="hold"/>
                                        <p:tgtEl>
                                          <p:spTgt spid="12"/>
                                        </p:tgtEl>
                                        <p:attrNameLst>
                                          <p:attrName>ppt_x</p:attrName>
                                        </p:attrNameLst>
                                      </p:cBhvr>
                                      <p:tavLst>
                                        <p:tav tm="0">
                                          <p:val>
                                            <p:strVal val="#ppt_x"/>
                                          </p:val>
                                        </p:tav>
                                        <p:tav tm="100000">
                                          <p:val>
                                            <p:strVal val="#ppt_x"/>
                                          </p:val>
                                        </p:tav>
                                      </p:tavLst>
                                    </p:anim>
                                    <p:anim calcmode="lin" valueType="num">
                                      <p:cBhvr>
                                        <p:cTn id="58" dur="540" decel="100000" fill="hold"/>
                                        <p:tgtEl>
                                          <p:spTgt spid="12"/>
                                        </p:tgtEl>
                                        <p:attrNameLst>
                                          <p:attrName>ppt_y</p:attrName>
                                        </p:attrNameLst>
                                      </p:cBhvr>
                                      <p:tavLst>
                                        <p:tav tm="0">
                                          <p:val>
                                            <p:strVal val="#ppt_y+1"/>
                                          </p:val>
                                        </p:tav>
                                        <p:tav tm="100000">
                                          <p:val>
                                            <p:strVal val="#ppt_y-.03"/>
                                          </p:val>
                                        </p:tav>
                                      </p:tavLst>
                                    </p:anim>
                                    <p:anim calcmode="lin" valueType="num">
                                      <p:cBhvr>
                                        <p:cTn id="59" dur="60" accel="100000" fill="hold">
                                          <p:stCondLst>
                                            <p:cond delay="540"/>
                                          </p:stCondLst>
                                        </p:cTn>
                                        <p:tgtEl>
                                          <p:spTgt spid="12"/>
                                        </p:tgtEl>
                                        <p:attrNameLst>
                                          <p:attrName>ppt_y</p:attrName>
                                        </p:attrNameLst>
                                      </p:cBhvr>
                                      <p:tavLst>
                                        <p:tav tm="0">
                                          <p:val>
                                            <p:strVal val="#ppt_y-.03"/>
                                          </p:val>
                                        </p:tav>
                                        <p:tav tm="100000">
                                          <p:val>
                                            <p:strVal val="#ppt_y"/>
                                          </p:val>
                                        </p:tav>
                                      </p:tavLst>
                                    </p:anim>
                                  </p:childTnLst>
                                </p:cTn>
                              </p:par>
                              <p:par>
                                <p:cTn id="60" presetID="37" presetClass="entr" presetSubtype="0" fill="hold" nodeType="withEffect">
                                  <p:stCondLst>
                                    <p:cond delay="84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600"/>
                                        <p:tgtEl>
                                          <p:spTgt spid="13"/>
                                        </p:tgtEl>
                                      </p:cBhvr>
                                    </p:animEffect>
                                    <p:anim calcmode="lin" valueType="num">
                                      <p:cBhvr>
                                        <p:cTn id="63" dur="600" fill="hold"/>
                                        <p:tgtEl>
                                          <p:spTgt spid="13"/>
                                        </p:tgtEl>
                                        <p:attrNameLst>
                                          <p:attrName>ppt_x</p:attrName>
                                        </p:attrNameLst>
                                      </p:cBhvr>
                                      <p:tavLst>
                                        <p:tav tm="0">
                                          <p:val>
                                            <p:strVal val="#ppt_x"/>
                                          </p:val>
                                        </p:tav>
                                        <p:tav tm="100000">
                                          <p:val>
                                            <p:strVal val="#ppt_x"/>
                                          </p:val>
                                        </p:tav>
                                      </p:tavLst>
                                    </p:anim>
                                    <p:anim calcmode="lin" valueType="num">
                                      <p:cBhvr>
                                        <p:cTn id="64" dur="540" decel="100000" fill="hold"/>
                                        <p:tgtEl>
                                          <p:spTgt spid="13"/>
                                        </p:tgtEl>
                                        <p:attrNameLst>
                                          <p:attrName>ppt_y</p:attrName>
                                        </p:attrNameLst>
                                      </p:cBhvr>
                                      <p:tavLst>
                                        <p:tav tm="0">
                                          <p:val>
                                            <p:strVal val="#ppt_y+1"/>
                                          </p:val>
                                        </p:tav>
                                        <p:tav tm="100000">
                                          <p:val>
                                            <p:strVal val="#ppt_y-.03"/>
                                          </p:val>
                                        </p:tav>
                                      </p:tavLst>
                                    </p:anim>
                                    <p:anim calcmode="lin" valueType="num">
                                      <p:cBhvr>
                                        <p:cTn id="65" dur="60" accel="100000" fill="hold">
                                          <p:stCondLst>
                                            <p:cond delay="540"/>
                                          </p:stCondLst>
                                        </p:cTn>
                                        <p:tgtEl>
                                          <p:spTgt spid="13"/>
                                        </p:tgtEl>
                                        <p:attrNameLst>
                                          <p:attrName>ppt_y</p:attrName>
                                        </p:attrNameLst>
                                      </p:cBhvr>
                                      <p:tavLst>
                                        <p:tav tm="0">
                                          <p:val>
                                            <p:strVal val="#ppt_y-.03"/>
                                          </p:val>
                                        </p:tav>
                                        <p:tav tm="100000">
                                          <p:val>
                                            <p:strVal val="#ppt_y"/>
                                          </p:val>
                                        </p:tav>
                                      </p:tavLst>
                                    </p:anim>
                                  </p:childTnLst>
                                </p:cTn>
                              </p:par>
                              <p:par>
                                <p:cTn id="66" presetID="37" presetClass="entr" presetSubtype="0" fill="hold" grpId="0" nodeType="withEffect">
                                  <p:stCondLst>
                                    <p:cond delay="84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600"/>
                                        <p:tgtEl>
                                          <p:spTgt spid="14"/>
                                        </p:tgtEl>
                                      </p:cBhvr>
                                    </p:animEffect>
                                    <p:anim calcmode="lin" valueType="num">
                                      <p:cBhvr>
                                        <p:cTn id="69" dur="600" fill="hold"/>
                                        <p:tgtEl>
                                          <p:spTgt spid="14"/>
                                        </p:tgtEl>
                                        <p:attrNameLst>
                                          <p:attrName>ppt_x</p:attrName>
                                        </p:attrNameLst>
                                      </p:cBhvr>
                                      <p:tavLst>
                                        <p:tav tm="0">
                                          <p:val>
                                            <p:strVal val="#ppt_x"/>
                                          </p:val>
                                        </p:tav>
                                        <p:tav tm="100000">
                                          <p:val>
                                            <p:strVal val="#ppt_x"/>
                                          </p:val>
                                        </p:tav>
                                      </p:tavLst>
                                    </p:anim>
                                    <p:anim calcmode="lin" valueType="num">
                                      <p:cBhvr>
                                        <p:cTn id="70" dur="540" decel="100000" fill="hold"/>
                                        <p:tgtEl>
                                          <p:spTgt spid="14"/>
                                        </p:tgtEl>
                                        <p:attrNameLst>
                                          <p:attrName>ppt_y</p:attrName>
                                        </p:attrNameLst>
                                      </p:cBhvr>
                                      <p:tavLst>
                                        <p:tav tm="0">
                                          <p:val>
                                            <p:strVal val="#ppt_y+1"/>
                                          </p:val>
                                        </p:tav>
                                        <p:tav tm="100000">
                                          <p:val>
                                            <p:strVal val="#ppt_y-.03"/>
                                          </p:val>
                                        </p:tav>
                                      </p:tavLst>
                                    </p:anim>
                                    <p:anim calcmode="lin" valueType="num">
                                      <p:cBhvr>
                                        <p:cTn id="71"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par>
                                <p:cTn id="72" presetID="37" presetClass="entr" presetSubtype="0" fill="hold" grpId="0" nodeType="withEffect">
                                  <p:stCondLst>
                                    <p:cond delay="84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600"/>
                                        <p:tgtEl>
                                          <p:spTgt spid="15"/>
                                        </p:tgtEl>
                                      </p:cBhvr>
                                    </p:animEffect>
                                    <p:anim calcmode="lin" valueType="num">
                                      <p:cBhvr>
                                        <p:cTn id="75" dur="600" fill="hold"/>
                                        <p:tgtEl>
                                          <p:spTgt spid="15"/>
                                        </p:tgtEl>
                                        <p:attrNameLst>
                                          <p:attrName>ppt_x</p:attrName>
                                        </p:attrNameLst>
                                      </p:cBhvr>
                                      <p:tavLst>
                                        <p:tav tm="0">
                                          <p:val>
                                            <p:strVal val="#ppt_x"/>
                                          </p:val>
                                        </p:tav>
                                        <p:tav tm="100000">
                                          <p:val>
                                            <p:strVal val="#ppt_x"/>
                                          </p:val>
                                        </p:tav>
                                      </p:tavLst>
                                    </p:anim>
                                    <p:anim calcmode="lin" valueType="num">
                                      <p:cBhvr>
                                        <p:cTn id="76" dur="540" decel="100000" fill="hold"/>
                                        <p:tgtEl>
                                          <p:spTgt spid="15"/>
                                        </p:tgtEl>
                                        <p:attrNameLst>
                                          <p:attrName>ppt_y</p:attrName>
                                        </p:attrNameLst>
                                      </p:cBhvr>
                                      <p:tavLst>
                                        <p:tav tm="0">
                                          <p:val>
                                            <p:strVal val="#ppt_y+1"/>
                                          </p:val>
                                        </p:tav>
                                        <p:tav tm="100000">
                                          <p:val>
                                            <p:strVal val="#ppt_y-.03"/>
                                          </p:val>
                                        </p:tav>
                                      </p:tavLst>
                                    </p:anim>
                                    <p:anim calcmode="lin" valueType="num">
                                      <p:cBhvr>
                                        <p:cTn id="77"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par>
                                <p:cTn id="78" presetID="37" presetClass="entr" presetSubtype="0" fill="hold" nodeType="withEffect">
                                  <p:stCondLst>
                                    <p:cond delay="112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600"/>
                                        <p:tgtEl>
                                          <p:spTgt spid="16"/>
                                        </p:tgtEl>
                                      </p:cBhvr>
                                    </p:animEffect>
                                    <p:anim calcmode="lin" valueType="num">
                                      <p:cBhvr>
                                        <p:cTn id="81" dur="600" fill="hold"/>
                                        <p:tgtEl>
                                          <p:spTgt spid="16"/>
                                        </p:tgtEl>
                                        <p:attrNameLst>
                                          <p:attrName>ppt_x</p:attrName>
                                        </p:attrNameLst>
                                      </p:cBhvr>
                                      <p:tavLst>
                                        <p:tav tm="0">
                                          <p:val>
                                            <p:strVal val="#ppt_x"/>
                                          </p:val>
                                        </p:tav>
                                        <p:tav tm="100000">
                                          <p:val>
                                            <p:strVal val="#ppt_x"/>
                                          </p:val>
                                        </p:tav>
                                      </p:tavLst>
                                    </p:anim>
                                    <p:anim calcmode="lin" valueType="num">
                                      <p:cBhvr>
                                        <p:cTn id="82" dur="540" decel="100000" fill="hold"/>
                                        <p:tgtEl>
                                          <p:spTgt spid="16"/>
                                        </p:tgtEl>
                                        <p:attrNameLst>
                                          <p:attrName>ppt_y</p:attrName>
                                        </p:attrNameLst>
                                      </p:cBhvr>
                                      <p:tavLst>
                                        <p:tav tm="0">
                                          <p:val>
                                            <p:strVal val="#ppt_y+1"/>
                                          </p:val>
                                        </p:tav>
                                        <p:tav tm="100000">
                                          <p:val>
                                            <p:strVal val="#ppt_y-.03"/>
                                          </p:val>
                                        </p:tav>
                                      </p:tavLst>
                                    </p:anim>
                                    <p:anim calcmode="lin" valueType="num">
                                      <p:cBhvr>
                                        <p:cTn id="83"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84" presetID="37" presetClass="entr" presetSubtype="0" fill="hold" nodeType="withEffect">
                                  <p:stCondLst>
                                    <p:cond delay="112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600"/>
                                        <p:tgtEl>
                                          <p:spTgt spid="17"/>
                                        </p:tgtEl>
                                      </p:cBhvr>
                                    </p:animEffect>
                                    <p:anim calcmode="lin" valueType="num">
                                      <p:cBhvr>
                                        <p:cTn id="87" dur="600" fill="hold"/>
                                        <p:tgtEl>
                                          <p:spTgt spid="17"/>
                                        </p:tgtEl>
                                        <p:attrNameLst>
                                          <p:attrName>ppt_x</p:attrName>
                                        </p:attrNameLst>
                                      </p:cBhvr>
                                      <p:tavLst>
                                        <p:tav tm="0">
                                          <p:val>
                                            <p:strVal val="#ppt_x"/>
                                          </p:val>
                                        </p:tav>
                                        <p:tav tm="100000">
                                          <p:val>
                                            <p:strVal val="#ppt_x"/>
                                          </p:val>
                                        </p:tav>
                                      </p:tavLst>
                                    </p:anim>
                                    <p:anim calcmode="lin" valueType="num">
                                      <p:cBhvr>
                                        <p:cTn id="88" dur="540" decel="100000" fill="hold"/>
                                        <p:tgtEl>
                                          <p:spTgt spid="17"/>
                                        </p:tgtEl>
                                        <p:attrNameLst>
                                          <p:attrName>ppt_y</p:attrName>
                                        </p:attrNameLst>
                                      </p:cBhvr>
                                      <p:tavLst>
                                        <p:tav tm="0">
                                          <p:val>
                                            <p:strVal val="#ppt_y+1"/>
                                          </p:val>
                                        </p:tav>
                                        <p:tav tm="100000">
                                          <p:val>
                                            <p:strVal val="#ppt_y-.03"/>
                                          </p:val>
                                        </p:tav>
                                      </p:tavLst>
                                    </p:anim>
                                    <p:anim calcmode="lin" valueType="num">
                                      <p:cBhvr>
                                        <p:cTn id="89"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90" presetID="37" presetClass="entr" presetSubtype="0" fill="hold" nodeType="withEffect">
                                  <p:stCondLst>
                                    <p:cond delay="1120"/>
                                  </p:stCondLst>
                                  <p:childTnLst>
                                    <p:set>
                                      <p:cBhvr>
                                        <p:cTn id="91" dur="1" fill="hold">
                                          <p:stCondLst>
                                            <p:cond delay="0"/>
                                          </p:stCondLst>
                                        </p:cTn>
                                        <p:tgtEl>
                                          <p:spTgt spid="18"/>
                                        </p:tgtEl>
                                        <p:attrNameLst>
                                          <p:attrName>style.visibility</p:attrName>
                                        </p:attrNameLst>
                                      </p:cBhvr>
                                      <p:to>
                                        <p:strVal val="visible"/>
                                      </p:to>
                                    </p:set>
                                    <p:animEffect transition="in" filter="fade">
                                      <p:cBhvr>
                                        <p:cTn id="92" dur="600"/>
                                        <p:tgtEl>
                                          <p:spTgt spid="18"/>
                                        </p:tgtEl>
                                      </p:cBhvr>
                                    </p:animEffect>
                                    <p:anim calcmode="lin" valueType="num">
                                      <p:cBhvr>
                                        <p:cTn id="93" dur="600" fill="hold"/>
                                        <p:tgtEl>
                                          <p:spTgt spid="18"/>
                                        </p:tgtEl>
                                        <p:attrNameLst>
                                          <p:attrName>ppt_x</p:attrName>
                                        </p:attrNameLst>
                                      </p:cBhvr>
                                      <p:tavLst>
                                        <p:tav tm="0">
                                          <p:val>
                                            <p:strVal val="#ppt_x"/>
                                          </p:val>
                                        </p:tav>
                                        <p:tav tm="100000">
                                          <p:val>
                                            <p:strVal val="#ppt_x"/>
                                          </p:val>
                                        </p:tav>
                                      </p:tavLst>
                                    </p:anim>
                                    <p:anim calcmode="lin" valueType="num">
                                      <p:cBhvr>
                                        <p:cTn id="94" dur="540" decel="100000" fill="hold"/>
                                        <p:tgtEl>
                                          <p:spTgt spid="18"/>
                                        </p:tgtEl>
                                        <p:attrNameLst>
                                          <p:attrName>ppt_y</p:attrName>
                                        </p:attrNameLst>
                                      </p:cBhvr>
                                      <p:tavLst>
                                        <p:tav tm="0">
                                          <p:val>
                                            <p:strVal val="#ppt_y+1"/>
                                          </p:val>
                                        </p:tav>
                                        <p:tav tm="100000">
                                          <p:val>
                                            <p:strVal val="#ppt_y-.03"/>
                                          </p:val>
                                        </p:tav>
                                      </p:tavLst>
                                    </p:anim>
                                    <p:anim calcmode="lin" valueType="num">
                                      <p:cBhvr>
                                        <p:cTn id="95"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par>
                                <p:cTn id="96" presetID="37" presetClass="entr" presetSubtype="0" fill="hold" grpId="0" nodeType="withEffect">
                                  <p:stCondLst>
                                    <p:cond delay="1120"/>
                                  </p:stCondLst>
                                  <p:childTnLst>
                                    <p:set>
                                      <p:cBhvr>
                                        <p:cTn id="97" dur="1" fill="hold">
                                          <p:stCondLst>
                                            <p:cond delay="0"/>
                                          </p:stCondLst>
                                        </p:cTn>
                                        <p:tgtEl>
                                          <p:spTgt spid="19"/>
                                        </p:tgtEl>
                                        <p:attrNameLst>
                                          <p:attrName>style.visibility</p:attrName>
                                        </p:attrNameLst>
                                      </p:cBhvr>
                                      <p:to>
                                        <p:strVal val="visible"/>
                                      </p:to>
                                    </p:set>
                                    <p:animEffect transition="in" filter="fade">
                                      <p:cBhvr>
                                        <p:cTn id="98" dur="600"/>
                                        <p:tgtEl>
                                          <p:spTgt spid="19"/>
                                        </p:tgtEl>
                                      </p:cBhvr>
                                    </p:animEffect>
                                    <p:anim calcmode="lin" valueType="num">
                                      <p:cBhvr>
                                        <p:cTn id="99" dur="600" fill="hold"/>
                                        <p:tgtEl>
                                          <p:spTgt spid="19"/>
                                        </p:tgtEl>
                                        <p:attrNameLst>
                                          <p:attrName>ppt_x</p:attrName>
                                        </p:attrNameLst>
                                      </p:cBhvr>
                                      <p:tavLst>
                                        <p:tav tm="0">
                                          <p:val>
                                            <p:strVal val="#ppt_x"/>
                                          </p:val>
                                        </p:tav>
                                        <p:tav tm="100000">
                                          <p:val>
                                            <p:strVal val="#ppt_x"/>
                                          </p:val>
                                        </p:tav>
                                      </p:tavLst>
                                    </p:anim>
                                    <p:anim calcmode="lin" valueType="num">
                                      <p:cBhvr>
                                        <p:cTn id="100" dur="540" decel="100000" fill="hold"/>
                                        <p:tgtEl>
                                          <p:spTgt spid="19"/>
                                        </p:tgtEl>
                                        <p:attrNameLst>
                                          <p:attrName>ppt_y</p:attrName>
                                        </p:attrNameLst>
                                      </p:cBhvr>
                                      <p:tavLst>
                                        <p:tav tm="0">
                                          <p:val>
                                            <p:strVal val="#ppt_y+1"/>
                                          </p:val>
                                        </p:tav>
                                        <p:tav tm="100000">
                                          <p:val>
                                            <p:strVal val="#ppt_y-.03"/>
                                          </p:val>
                                        </p:tav>
                                      </p:tavLst>
                                    </p:anim>
                                    <p:anim calcmode="lin" valueType="num">
                                      <p:cBhvr>
                                        <p:cTn id="101" dur="60" accel="100000" fill="hold">
                                          <p:stCondLst>
                                            <p:cond delay="540"/>
                                          </p:stCondLst>
                                        </p:cTn>
                                        <p:tgtEl>
                                          <p:spTgt spid="19"/>
                                        </p:tgtEl>
                                        <p:attrNameLst>
                                          <p:attrName>ppt_y</p:attrName>
                                        </p:attrNameLst>
                                      </p:cBhvr>
                                      <p:tavLst>
                                        <p:tav tm="0">
                                          <p:val>
                                            <p:strVal val="#ppt_y-.03"/>
                                          </p:val>
                                        </p:tav>
                                        <p:tav tm="100000">
                                          <p:val>
                                            <p:strVal val="#ppt_y"/>
                                          </p:val>
                                        </p:tav>
                                      </p:tavLst>
                                    </p:anim>
                                  </p:childTnLst>
                                </p:cTn>
                              </p:par>
                              <p:par>
                                <p:cTn id="102" presetID="37" presetClass="entr" presetSubtype="0" fill="hold" grpId="0" nodeType="withEffect">
                                  <p:stCondLst>
                                    <p:cond delay="1120"/>
                                  </p:stCondLst>
                                  <p:childTnLst>
                                    <p:set>
                                      <p:cBhvr>
                                        <p:cTn id="103" dur="1" fill="hold">
                                          <p:stCondLst>
                                            <p:cond delay="0"/>
                                          </p:stCondLst>
                                        </p:cTn>
                                        <p:tgtEl>
                                          <p:spTgt spid="20"/>
                                        </p:tgtEl>
                                        <p:attrNameLst>
                                          <p:attrName>style.visibility</p:attrName>
                                        </p:attrNameLst>
                                      </p:cBhvr>
                                      <p:to>
                                        <p:strVal val="visible"/>
                                      </p:to>
                                    </p:set>
                                    <p:animEffect transition="in" filter="fade">
                                      <p:cBhvr>
                                        <p:cTn id="104" dur="600"/>
                                        <p:tgtEl>
                                          <p:spTgt spid="20"/>
                                        </p:tgtEl>
                                      </p:cBhvr>
                                    </p:animEffect>
                                    <p:anim calcmode="lin" valueType="num">
                                      <p:cBhvr>
                                        <p:cTn id="105" dur="600" fill="hold"/>
                                        <p:tgtEl>
                                          <p:spTgt spid="20"/>
                                        </p:tgtEl>
                                        <p:attrNameLst>
                                          <p:attrName>ppt_x</p:attrName>
                                        </p:attrNameLst>
                                      </p:cBhvr>
                                      <p:tavLst>
                                        <p:tav tm="0">
                                          <p:val>
                                            <p:strVal val="#ppt_x"/>
                                          </p:val>
                                        </p:tav>
                                        <p:tav tm="100000">
                                          <p:val>
                                            <p:strVal val="#ppt_x"/>
                                          </p:val>
                                        </p:tav>
                                      </p:tavLst>
                                    </p:anim>
                                    <p:anim calcmode="lin" valueType="num">
                                      <p:cBhvr>
                                        <p:cTn id="106" dur="540" decel="100000" fill="hold"/>
                                        <p:tgtEl>
                                          <p:spTgt spid="20"/>
                                        </p:tgtEl>
                                        <p:attrNameLst>
                                          <p:attrName>ppt_y</p:attrName>
                                        </p:attrNameLst>
                                      </p:cBhvr>
                                      <p:tavLst>
                                        <p:tav tm="0">
                                          <p:val>
                                            <p:strVal val="#ppt_y+1"/>
                                          </p:val>
                                        </p:tav>
                                        <p:tav tm="100000">
                                          <p:val>
                                            <p:strVal val="#ppt_y-.03"/>
                                          </p:val>
                                        </p:tav>
                                      </p:tavLst>
                                    </p:anim>
                                    <p:anim calcmode="lin" valueType="num">
                                      <p:cBhvr>
                                        <p:cTn id="107" dur="60" accel="100000" fill="hold">
                                          <p:stCondLst>
                                            <p:cond delay="540"/>
                                          </p:stCondLst>
                                        </p:cTn>
                                        <p:tgtEl>
                                          <p:spTgt spid="20"/>
                                        </p:tgtEl>
                                        <p:attrNameLst>
                                          <p:attrName>ppt_y</p:attrName>
                                        </p:attrNameLst>
                                      </p:cBhvr>
                                      <p:tavLst>
                                        <p:tav tm="0">
                                          <p:val>
                                            <p:strVal val="#ppt_y-.03"/>
                                          </p:val>
                                        </p:tav>
                                        <p:tav tm="100000">
                                          <p:val>
                                            <p:strVal val="#ppt_y"/>
                                          </p:val>
                                        </p:tav>
                                      </p:tavLst>
                                    </p:anim>
                                  </p:childTnLst>
                                </p:cTn>
                              </p:par>
                              <p:par>
                                <p:cTn id="108" presetID="37" presetClass="entr" presetSubtype="0" fill="hold" nodeType="withEffect">
                                  <p:stCondLst>
                                    <p:cond delay="1400"/>
                                  </p:stCondLst>
                                  <p:childTnLst>
                                    <p:set>
                                      <p:cBhvr>
                                        <p:cTn id="109" dur="1" fill="hold">
                                          <p:stCondLst>
                                            <p:cond delay="0"/>
                                          </p:stCondLst>
                                        </p:cTn>
                                        <p:tgtEl>
                                          <p:spTgt spid="21"/>
                                        </p:tgtEl>
                                        <p:attrNameLst>
                                          <p:attrName>style.visibility</p:attrName>
                                        </p:attrNameLst>
                                      </p:cBhvr>
                                      <p:to>
                                        <p:strVal val="visible"/>
                                      </p:to>
                                    </p:set>
                                    <p:animEffect transition="in" filter="fade">
                                      <p:cBhvr>
                                        <p:cTn id="110" dur="600"/>
                                        <p:tgtEl>
                                          <p:spTgt spid="21"/>
                                        </p:tgtEl>
                                      </p:cBhvr>
                                    </p:animEffect>
                                    <p:anim calcmode="lin" valueType="num">
                                      <p:cBhvr>
                                        <p:cTn id="111" dur="600" fill="hold"/>
                                        <p:tgtEl>
                                          <p:spTgt spid="21"/>
                                        </p:tgtEl>
                                        <p:attrNameLst>
                                          <p:attrName>ppt_x</p:attrName>
                                        </p:attrNameLst>
                                      </p:cBhvr>
                                      <p:tavLst>
                                        <p:tav tm="0">
                                          <p:val>
                                            <p:strVal val="#ppt_x"/>
                                          </p:val>
                                        </p:tav>
                                        <p:tav tm="100000">
                                          <p:val>
                                            <p:strVal val="#ppt_x"/>
                                          </p:val>
                                        </p:tav>
                                      </p:tavLst>
                                    </p:anim>
                                    <p:anim calcmode="lin" valueType="num">
                                      <p:cBhvr>
                                        <p:cTn id="112" dur="540" decel="100000" fill="hold"/>
                                        <p:tgtEl>
                                          <p:spTgt spid="21"/>
                                        </p:tgtEl>
                                        <p:attrNameLst>
                                          <p:attrName>ppt_y</p:attrName>
                                        </p:attrNameLst>
                                      </p:cBhvr>
                                      <p:tavLst>
                                        <p:tav tm="0">
                                          <p:val>
                                            <p:strVal val="#ppt_y+1"/>
                                          </p:val>
                                        </p:tav>
                                        <p:tav tm="100000">
                                          <p:val>
                                            <p:strVal val="#ppt_y-.03"/>
                                          </p:val>
                                        </p:tav>
                                      </p:tavLst>
                                    </p:anim>
                                    <p:anim calcmode="lin" valueType="num">
                                      <p:cBhvr>
                                        <p:cTn id="113" dur="60" accel="100000" fill="hold">
                                          <p:stCondLst>
                                            <p:cond delay="540"/>
                                          </p:stCondLst>
                                        </p:cTn>
                                        <p:tgtEl>
                                          <p:spTgt spid="21"/>
                                        </p:tgtEl>
                                        <p:attrNameLst>
                                          <p:attrName>ppt_y</p:attrName>
                                        </p:attrNameLst>
                                      </p:cBhvr>
                                      <p:tavLst>
                                        <p:tav tm="0">
                                          <p:val>
                                            <p:strVal val="#ppt_y-.03"/>
                                          </p:val>
                                        </p:tav>
                                        <p:tav tm="100000">
                                          <p:val>
                                            <p:strVal val="#ppt_y"/>
                                          </p:val>
                                        </p:tav>
                                      </p:tavLst>
                                    </p:anim>
                                  </p:childTnLst>
                                </p:cTn>
                              </p:par>
                              <p:par>
                                <p:cTn id="114" presetID="37" presetClass="entr" presetSubtype="0" fill="hold" nodeType="withEffect">
                                  <p:stCondLst>
                                    <p:cond delay="1400"/>
                                  </p:stCondLst>
                                  <p:childTnLst>
                                    <p:set>
                                      <p:cBhvr>
                                        <p:cTn id="115" dur="1" fill="hold">
                                          <p:stCondLst>
                                            <p:cond delay="0"/>
                                          </p:stCondLst>
                                        </p:cTn>
                                        <p:tgtEl>
                                          <p:spTgt spid="22"/>
                                        </p:tgtEl>
                                        <p:attrNameLst>
                                          <p:attrName>style.visibility</p:attrName>
                                        </p:attrNameLst>
                                      </p:cBhvr>
                                      <p:to>
                                        <p:strVal val="visible"/>
                                      </p:to>
                                    </p:set>
                                    <p:animEffect transition="in" filter="fade">
                                      <p:cBhvr>
                                        <p:cTn id="116" dur="600"/>
                                        <p:tgtEl>
                                          <p:spTgt spid="22"/>
                                        </p:tgtEl>
                                      </p:cBhvr>
                                    </p:animEffect>
                                    <p:anim calcmode="lin" valueType="num">
                                      <p:cBhvr>
                                        <p:cTn id="117" dur="600" fill="hold"/>
                                        <p:tgtEl>
                                          <p:spTgt spid="22"/>
                                        </p:tgtEl>
                                        <p:attrNameLst>
                                          <p:attrName>ppt_x</p:attrName>
                                        </p:attrNameLst>
                                      </p:cBhvr>
                                      <p:tavLst>
                                        <p:tav tm="0">
                                          <p:val>
                                            <p:strVal val="#ppt_x"/>
                                          </p:val>
                                        </p:tav>
                                        <p:tav tm="100000">
                                          <p:val>
                                            <p:strVal val="#ppt_x"/>
                                          </p:val>
                                        </p:tav>
                                      </p:tavLst>
                                    </p:anim>
                                    <p:anim calcmode="lin" valueType="num">
                                      <p:cBhvr>
                                        <p:cTn id="118" dur="540" decel="100000" fill="hold"/>
                                        <p:tgtEl>
                                          <p:spTgt spid="22"/>
                                        </p:tgtEl>
                                        <p:attrNameLst>
                                          <p:attrName>ppt_y</p:attrName>
                                        </p:attrNameLst>
                                      </p:cBhvr>
                                      <p:tavLst>
                                        <p:tav tm="0">
                                          <p:val>
                                            <p:strVal val="#ppt_y+1"/>
                                          </p:val>
                                        </p:tav>
                                        <p:tav tm="100000">
                                          <p:val>
                                            <p:strVal val="#ppt_y-.03"/>
                                          </p:val>
                                        </p:tav>
                                      </p:tavLst>
                                    </p:anim>
                                    <p:anim calcmode="lin" valueType="num">
                                      <p:cBhvr>
                                        <p:cTn id="119" dur="60" accel="100000" fill="hold">
                                          <p:stCondLst>
                                            <p:cond delay="540"/>
                                          </p:stCondLst>
                                        </p:cTn>
                                        <p:tgtEl>
                                          <p:spTgt spid="22"/>
                                        </p:tgtEl>
                                        <p:attrNameLst>
                                          <p:attrName>ppt_y</p:attrName>
                                        </p:attrNameLst>
                                      </p:cBhvr>
                                      <p:tavLst>
                                        <p:tav tm="0">
                                          <p:val>
                                            <p:strVal val="#ppt_y-.03"/>
                                          </p:val>
                                        </p:tav>
                                        <p:tav tm="100000">
                                          <p:val>
                                            <p:strVal val="#ppt_y"/>
                                          </p:val>
                                        </p:tav>
                                      </p:tavLst>
                                    </p:anim>
                                  </p:childTnLst>
                                </p:cTn>
                              </p:par>
                              <p:par>
                                <p:cTn id="120" presetID="37" presetClass="entr" presetSubtype="0" fill="hold" nodeType="withEffect">
                                  <p:stCondLst>
                                    <p:cond delay="1400"/>
                                  </p:stCondLst>
                                  <p:childTnLst>
                                    <p:set>
                                      <p:cBhvr>
                                        <p:cTn id="121" dur="1" fill="hold">
                                          <p:stCondLst>
                                            <p:cond delay="0"/>
                                          </p:stCondLst>
                                        </p:cTn>
                                        <p:tgtEl>
                                          <p:spTgt spid="23"/>
                                        </p:tgtEl>
                                        <p:attrNameLst>
                                          <p:attrName>style.visibility</p:attrName>
                                        </p:attrNameLst>
                                      </p:cBhvr>
                                      <p:to>
                                        <p:strVal val="visible"/>
                                      </p:to>
                                    </p:set>
                                    <p:animEffect transition="in" filter="fade">
                                      <p:cBhvr>
                                        <p:cTn id="122" dur="600"/>
                                        <p:tgtEl>
                                          <p:spTgt spid="23"/>
                                        </p:tgtEl>
                                      </p:cBhvr>
                                    </p:animEffect>
                                    <p:anim calcmode="lin" valueType="num">
                                      <p:cBhvr>
                                        <p:cTn id="123" dur="600" fill="hold"/>
                                        <p:tgtEl>
                                          <p:spTgt spid="23"/>
                                        </p:tgtEl>
                                        <p:attrNameLst>
                                          <p:attrName>ppt_x</p:attrName>
                                        </p:attrNameLst>
                                      </p:cBhvr>
                                      <p:tavLst>
                                        <p:tav tm="0">
                                          <p:val>
                                            <p:strVal val="#ppt_x"/>
                                          </p:val>
                                        </p:tav>
                                        <p:tav tm="100000">
                                          <p:val>
                                            <p:strVal val="#ppt_x"/>
                                          </p:val>
                                        </p:tav>
                                      </p:tavLst>
                                    </p:anim>
                                    <p:anim calcmode="lin" valueType="num">
                                      <p:cBhvr>
                                        <p:cTn id="124" dur="540" decel="100000" fill="hold"/>
                                        <p:tgtEl>
                                          <p:spTgt spid="23"/>
                                        </p:tgtEl>
                                        <p:attrNameLst>
                                          <p:attrName>ppt_y</p:attrName>
                                        </p:attrNameLst>
                                      </p:cBhvr>
                                      <p:tavLst>
                                        <p:tav tm="0">
                                          <p:val>
                                            <p:strVal val="#ppt_y+1"/>
                                          </p:val>
                                        </p:tav>
                                        <p:tav tm="100000">
                                          <p:val>
                                            <p:strVal val="#ppt_y-.03"/>
                                          </p:val>
                                        </p:tav>
                                      </p:tavLst>
                                    </p:anim>
                                    <p:anim calcmode="lin" valueType="num">
                                      <p:cBhvr>
                                        <p:cTn id="125" dur="60" accel="100000" fill="hold">
                                          <p:stCondLst>
                                            <p:cond delay="540"/>
                                          </p:stCondLst>
                                        </p:cTn>
                                        <p:tgtEl>
                                          <p:spTgt spid="23"/>
                                        </p:tgtEl>
                                        <p:attrNameLst>
                                          <p:attrName>ppt_y</p:attrName>
                                        </p:attrNameLst>
                                      </p:cBhvr>
                                      <p:tavLst>
                                        <p:tav tm="0">
                                          <p:val>
                                            <p:strVal val="#ppt_y-.03"/>
                                          </p:val>
                                        </p:tav>
                                        <p:tav tm="100000">
                                          <p:val>
                                            <p:strVal val="#ppt_y"/>
                                          </p:val>
                                        </p:tav>
                                      </p:tavLst>
                                    </p:anim>
                                  </p:childTnLst>
                                </p:cTn>
                              </p:par>
                              <p:par>
                                <p:cTn id="126" presetID="37" presetClass="entr" presetSubtype="0" fill="hold" grpId="0" nodeType="withEffect">
                                  <p:stCondLst>
                                    <p:cond delay="1400"/>
                                  </p:stCondLst>
                                  <p:childTnLst>
                                    <p:set>
                                      <p:cBhvr>
                                        <p:cTn id="127" dur="1" fill="hold">
                                          <p:stCondLst>
                                            <p:cond delay="0"/>
                                          </p:stCondLst>
                                        </p:cTn>
                                        <p:tgtEl>
                                          <p:spTgt spid="24"/>
                                        </p:tgtEl>
                                        <p:attrNameLst>
                                          <p:attrName>style.visibility</p:attrName>
                                        </p:attrNameLst>
                                      </p:cBhvr>
                                      <p:to>
                                        <p:strVal val="visible"/>
                                      </p:to>
                                    </p:set>
                                    <p:animEffect transition="in" filter="fade">
                                      <p:cBhvr>
                                        <p:cTn id="128" dur="600"/>
                                        <p:tgtEl>
                                          <p:spTgt spid="24"/>
                                        </p:tgtEl>
                                      </p:cBhvr>
                                    </p:animEffect>
                                    <p:anim calcmode="lin" valueType="num">
                                      <p:cBhvr>
                                        <p:cTn id="129" dur="600" fill="hold"/>
                                        <p:tgtEl>
                                          <p:spTgt spid="24"/>
                                        </p:tgtEl>
                                        <p:attrNameLst>
                                          <p:attrName>ppt_x</p:attrName>
                                        </p:attrNameLst>
                                      </p:cBhvr>
                                      <p:tavLst>
                                        <p:tav tm="0">
                                          <p:val>
                                            <p:strVal val="#ppt_x"/>
                                          </p:val>
                                        </p:tav>
                                        <p:tav tm="100000">
                                          <p:val>
                                            <p:strVal val="#ppt_x"/>
                                          </p:val>
                                        </p:tav>
                                      </p:tavLst>
                                    </p:anim>
                                    <p:anim calcmode="lin" valueType="num">
                                      <p:cBhvr>
                                        <p:cTn id="130" dur="540" decel="100000" fill="hold"/>
                                        <p:tgtEl>
                                          <p:spTgt spid="24"/>
                                        </p:tgtEl>
                                        <p:attrNameLst>
                                          <p:attrName>ppt_y</p:attrName>
                                        </p:attrNameLst>
                                      </p:cBhvr>
                                      <p:tavLst>
                                        <p:tav tm="0">
                                          <p:val>
                                            <p:strVal val="#ppt_y+1"/>
                                          </p:val>
                                        </p:tav>
                                        <p:tav tm="100000">
                                          <p:val>
                                            <p:strVal val="#ppt_y-.03"/>
                                          </p:val>
                                        </p:tav>
                                      </p:tavLst>
                                    </p:anim>
                                    <p:anim calcmode="lin" valueType="num">
                                      <p:cBhvr>
                                        <p:cTn id="131" dur="60" accel="100000" fill="hold">
                                          <p:stCondLst>
                                            <p:cond delay="540"/>
                                          </p:stCondLst>
                                        </p:cTn>
                                        <p:tgtEl>
                                          <p:spTgt spid="24"/>
                                        </p:tgtEl>
                                        <p:attrNameLst>
                                          <p:attrName>ppt_y</p:attrName>
                                        </p:attrNameLst>
                                      </p:cBhvr>
                                      <p:tavLst>
                                        <p:tav tm="0">
                                          <p:val>
                                            <p:strVal val="#ppt_y-.03"/>
                                          </p:val>
                                        </p:tav>
                                        <p:tav tm="100000">
                                          <p:val>
                                            <p:strVal val="#ppt_y"/>
                                          </p:val>
                                        </p:tav>
                                      </p:tavLst>
                                    </p:anim>
                                  </p:childTnLst>
                                </p:cTn>
                              </p:par>
                              <p:par>
                                <p:cTn id="132" presetID="37" presetClass="entr" presetSubtype="0" fill="hold" grpId="0" nodeType="withEffect">
                                  <p:stCondLst>
                                    <p:cond delay="1400"/>
                                  </p:stCondLst>
                                  <p:childTnLst>
                                    <p:set>
                                      <p:cBhvr>
                                        <p:cTn id="133" dur="1" fill="hold">
                                          <p:stCondLst>
                                            <p:cond delay="0"/>
                                          </p:stCondLst>
                                        </p:cTn>
                                        <p:tgtEl>
                                          <p:spTgt spid="25"/>
                                        </p:tgtEl>
                                        <p:attrNameLst>
                                          <p:attrName>style.visibility</p:attrName>
                                        </p:attrNameLst>
                                      </p:cBhvr>
                                      <p:to>
                                        <p:strVal val="visible"/>
                                      </p:to>
                                    </p:set>
                                    <p:animEffect transition="in" filter="fade">
                                      <p:cBhvr>
                                        <p:cTn id="134" dur="600"/>
                                        <p:tgtEl>
                                          <p:spTgt spid="25"/>
                                        </p:tgtEl>
                                      </p:cBhvr>
                                    </p:animEffect>
                                    <p:anim calcmode="lin" valueType="num">
                                      <p:cBhvr>
                                        <p:cTn id="135" dur="600" fill="hold"/>
                                        <p:tgtEl>
                                          <p:spTgt spid="25"/>
                                        </p:tgtEl>
                                        <p:attrNameLst>
                                          <p:attrName>ppt_x</p:attrName>
                                        </p:attrNameLst>
                                      </p:cBhvr>
                                      <p:tavLst>
                                        <p:tav tm="0">
                                          <p:val>
                                            <p:strVal val="#ppt_x"/>
                                          </p:val>
                                        </p:tav>
                                        <p:tav tm="100000">
                                          <p:val>
                                            <p:strVal val="#ppt_x"/>
                                          </p:val>
                                        </p:tav>
                                      </p:tavLst>
                                    </p:anim>
                                    <p:anim calcmode="lin" valueType="num">
                                      <p:cBhvr>
                                        <p:cTn id="136" dur="540" decel="100000" fill="hold"/>
                                        <p:tgtEl>
                                          <p:spTgt spid="25"/>
                                        </p:tgtEl>
                                        <p:attrNameLst>
                                          <p:attrName>ppt_y</p:attrName>
                                        </p:attrNameLst>
                                      </p:cBhvr>
                                      <p:tavLst>
                                        <p:tav tm="0">
                                          <p:val>
                                            <p:strVal val="#ppt_y+1"/>
                                          </p:val>
                                        </p:tav>
                                        <p:tav tm="100000">
                                          <p:val>
                                            <p:strVal val="#ppt_y-.03"/>
                                          </p:val>
                                        </p:tav>
                                      </p:tavLst>
                                    </p:anim>
                                    <p:anim calcmode="lin" valueType="num">
                                      <p:cBhvr>
                                        <p:cTn id="137" dur="60" accel="100000" fill="hold">
                                          <p:stCondLst>
                                            <p:cond delay="540"/>
                                          </p:stCondLst>
                                        </p:cTn>
                                        <p:tgtEl>
                                          <p:spTgt spid="25"/>
                                        </p:tgtEl>
                                        <p:attrNameLst>
                                          <p:attrName>ppt_y</p:attrName>
                                        </p:attrNameLst>
                                      </p:cBhvr>
                                      <p:tavLst>
                                        <p:tav tm="0">
                                          <p:val>
                                            <p:strVal val="#ppt_y-.03"/>
                                          </p:val>
                                        </p:tav>
                                        <p:tav tm="100000">
                                          <p:val>
                                            <p:strVal val="#ppt_y"/>
                                          </p:val>
                                        </p:tav>
                                      </p:tavLst>
                                    </p:anim>
                                  </p:childTnLst>
                                </p:cTn>
                              </p:par>
                              <p:par>
                                <p:cTn id="138" presetID="37" presetClass="entr" presetSubtype="0" fill="hold" nodeType="withEffect">
                                  <p:stCondLst>
                                    <p:cond delay="1680"/>
                                  </p:stCondLst>
                                  <p:childTnLst>
                                    <p:set>
                                      <p:cBhvr>
                                        <p:cTn id="139" dur="1" fill="hold">
                                          <p:stCondLst>
                                            <p:cond delay="0"/>
                                          </p:stCondLst>
                                        </p:cTn>
                                        <p:tgtEl>
                                          <p:spTgt spid="26"/>
                                        </p:tgtEl>
                                        <p:attrNameLst>
                                          <p:attrName>style.visibility</p:attrName>
                                        </p:attrNameLst>
                                      </p:cBhvr>
                                      <p:to>
                                        <p:strVal val="visible"/>
                                      </p:to>
                                    </p:set>
                                    <p:animEffect transition="in" filter="fade">
                                      <p:cBhvr>
                                        <p:cTn id="140" dur="600"/>
                                        <p:tgtEl>
                                          <p:spTgt spid="26"/>
                                        </p:tgtEl>
                                      </p:cBhvr>
                                    </p:animEffect>
                                    <p:anim calcmode="lin" valueType="num">
                                      <p:cBhvr>
                                        <p:cTn id="141" dur="600" fill="hold"/>
                                        <p:tgtEl>
                                          <p:spTgt spid="26"/>
                                        </p:tgtEl>
                                        <p:attrNameLst>
                                          <p:attrName>ppt_x</p:attrName>
                                        </p:attrNameLst>
                                      </p:cBhvr>
                                      <p:tavLst>
                                        <p:tav tm="0">
                                          <p:val>
                                            <p:strVal val="#ppt_x"/>
                                          </p:val>
                                        </p:tav>
                                        <p:tav tm="100000">
                                          <p:val>
                                            <p:strVal val="#ppt_x"/>
                                          </p:val>
                                        </p:tav>
                                      </p:tavLst>
                                    </p:anim>
                                    <p:anim calcmode="lin" valueType="num">
                                      <p:cBhvr>
                                        <p:cTn id="142" dur="540" decel="100000" fill="hold"/>
                                        <p:tgtEl>
                                          <p:spTgt spid="26"/>
                                        </p:tgtEl>
                                        <p:attrNameLst>
                                          <p:attrName>ppt_y</p:attrName>
                                        </p:attrNameLst>
                                      </p:cBhvr>
                                      <p:tavLst>
                                        <p:tav tm="0">
                                          <p:val>
                                            <p:strVal val="#ppt_y+1"/>
                                          </p:val>
                                        </p:tav>
                                        <p:tav tm="100000">
                                          <p:val>
                                            <p:strVal val="#ppt_y-.03"/>
                                          </p:val>
                                        </p:tav>
                                      </p:tavLst>
                                    </p:anim>
                                    <p:anim calcmode="lin" valueType="num">
                                      <p:cBhvr>
                                        <p:cTn id="143" dur="60" accel="100000" fill="hold">
                                          <p:stCondLst>
                                            <p:cond delay="540"/>
                                          </p:stCondLst>
                                        </p:cTn>
                                        <p:tgtEl>
                                          <p:spTgt spid="26"/>
                                        </p:tgtEl>
                                        <p:attrNameLst>
                                          <p:attrName>ppt_y</p:attrName>
                                        </p:attrNameLst>
                                      </p:cBhvr>
                                      <p:tavLst>
                                        <p:tav tm="0">
                                          <p:val>
                                            <p:strVal val="#ppt_y-.03"/>
                                          </p:val>
                                        </p:tav>
                                        <p:tav tm="100000">
                                          <p:val>
                                            <p:strVal val="#ppt_y"/>
                                          </p:val>
                                        </p:tav>
                                      </p:tavLst>
                                    </p:anim>
                                  </p:childTnLst>
                                </p:cTn>
                              </p:par>
                              <p:par>
                                <p:cTn id="144" presetID="37" presetClass="entr" presetSubtype="0" fill="hold" nodeType="withEffect">
                                  <p:stCondLst>
                                    <p:cond delay="1680"/>
                                  </p:stCondLst>
                                  <p:childTnLst>
                                    <p:set>
                                      <p:cBhvr>
                                        <p:cTn id="145" dur="1" fill="hold">
                                          <p:stCondLst>
                                            <p:cond delay="0"/>
                                          </p:stCondLst>
                                        </p:cTn>
                                        <p:tgtEl>
                                          <p:spTgt spid="27"/>
                                        </p:tgtEl>
                                        <p:attrNameLst>
                                          <p:attrName>style.visibility</p:attrName>
                                        </p:attrNameLst>
                                      </p:cBhvr>
                                      <p:to>
                                        <p:strVal val="visible"/>
                                      </p:to>
                                    </p:set>
                                    <p:animEffect transition="in" filter="fade">
                                      <p:cBhvr>
                                        <p:cTn id="146" dur="600"/>
                                        <p:tgtEl>
                                          <p:spTgt spid="27"/>
                                        </p:tgtEl>
                                      </p:cBhvr>
                                    </p:animEffect>
                                    <p:anim calcmode="lin" valueType="num">
                                      <p:cBhvr>
                                        <p:cTn id="147" dur="600" fill="hold"/>
                                        <p:tgtEl>
                                          <p:spTgt spid="27"/>
                                        </p:tgtEl>
                                        <p:attrNameLst>
                                          <p:attrName>ppt_x</p:attrName>
                                        </p:attrNameLst>
                                      </p:cBhvr>
                                      <p:tavLst>
                                        <p:tav tm="0">
                                          <p:val>
                                            <p:strVal val="#ppt_x"/>
                                          </p:val>
                                        </p:tav>
                                        <p:tav tm="100000">
                                          <p:val>
                                            <p:strVal val="#ppt_x"/>
                                          </p:val>
                                        </p:tav>
                                      </p:tavLst>
                                    </p:anim>
                                    <p:anim calcmode="lin" valueType="num">
                                      <p:cBhvr>
                                        <p:cTn id="148" dur="540" decel="100000" fill="hold"/>
                                        <p:tgtEl>
                                          <p:spTgt spid="27"/>
                                        </p:tgtEl>
                                        <p:attrNameLst>
                                          <p:attrName>ppt_y</p:attrName>
                                        </p:attrNameLst>
                                      </p:cBhvr>
                                      <p:tavLst>
                                        <p:tav tm="0">
                                          <p:val>
                                            <p:strVal val="#ppt_y+1"/>
                                          </p:val>
                                        </p:tav>
                                        <p:tav tm="100000">
                                          <p:val>
                                            <p:strVal val="#ppt_y-.03"/>
                                          </p:val>
                                        </p:tav>
                                      </p:tavLst>
                                    </p:anim>
                                    <p:anim calcmode="lin" valueType="num">
                                      <p:cBhvr>
                                        <p:cTn id="149" dur="60" accel="100000" fill="hold">
                                          <p:stCondLst>
                                            <p:cond delay="540"/>
                                          </p:stCondLst>
                                        </p:cTn>
                                        <p:tgtEl>
                                          <p:spTgt spid="27"/>
                                        </p:tgtEl>
                                        <p:attrNameLst>
                                          <p:attrName>ppt_y</p:attrName>
                                        </p:attrNameLst>
                                      </p:cBhvr>
                                      <p:tavLst>
                                        <p:tav tm="0">
                                          <p:val>
                                            <p:strVal val="#ppt_y-.03"/>
                                          </p:val>
                                        </p:tav>
                                        <p:tav tm="100000">
                                          <p:val>
                                            <p:strVal val="#ppt_y"/>
                                          </p:val>
                                        </p:tav>
                                      </p:tavLst>
                                    </p:anim>
                                  </p:childTnLst>
                                </p:cTn>
                              </p:par>
                              <p:par>
                                <p:cTn id="150" presetID="37" presetClass="entr" presetSubtype="0" fill="hold" nodeType="withEffect">
                                  <p:stCondLst>
                                    <p:cond delay="1680"/>
                                  </p:stCondLst>
                                  <p:childTnLst>
                                    <p:set>
                                      <p:cBhvr>
                                        <p:cTn id="151" dur="1" fill="hold">
                                          <p:stCondLst>
                                            <p:cond delay="0"/>
                                          </p:stCondLst>
                                        </p:cTn>
                                        <p:tgtEl>
                                          <p:spTgt spid="28"/>
                                        </p:tgtEl>
                                        <p:attrNameLst>
                                          <p:attrName>style.visibility</p:attrName>
                                        </p:attrNameLst>
                                      </p:cBhvr>
                                      <p:to>
                                        <p:strVal val="visible"/>
                                      </p:to>
                                    </p:set>
                                    <p:animEffect transition="in" filter="fade">
                                      <p:cBhvr>
                                        <p:cTn id="152" dur="600"/>
                                        <p:tgtEl>
                                          <p:spTgt spid="28"/>
                                        </p:tgtEl>
                                      </p:cBhvr>
                                    </p:animEffect>
                                    <p:anim calcmode="lin" valueType="num">
                                      <p:cBhvr>
                                        <p:cTn id="153" dur="600" fill="hold"/>
                                        <p:tgtEl>
                                          <p:spTgt spid="28"/>
                                        </p:tgtEl>
                                        <p:attrNameLst>
                                          <p:attrName>ppt_x</p:attrName>
                                        </p:attrNameLst>
                                      </p:cBhvr>
                                      <p:tavLst>
                                        <p:tav tm="0">
                                          <p:val>
                                            <p:strVal val="#ppt_x"/>
                                          </p:val>
                                        </p:tav>
                                        <p:tav tm="100000">
                                          <p:val>
                                            <p:strVal val="#ppt_x"/>
                                          </p:val>
                                        </p:tav>
                                      </p:tavLst>
                                    </p:anim>
                                    <p:anim calcmode="lin" valueType="num">
                                      <p:cBhvr>
                                        <p:cTn id="154" dur="540" decel="100000" fill="hold"/>
                                        <p:tgtEl>
                                          <p:spTgt spid="28"/>
                                        </p:tgtEl>
                                        <p:attrNameLst>
                                          <p:attrName>ppt_y</p:attrName>
                                        </p:attrNameLst>
                                      </p:cBhvr>
                                      <p:tavLst>
                                        <p:tav tm="0">
                                          <p:val>
                                            <p:strVal val="#ppt_y+1"/>
                                          </p:val>
                                        </p:tav>
                                        <p:tav tm="100000">
                                          <p:val>
                                            <p:strVal val="#ppt_y-.03"/>
                                          </p:val>
                                        </p:tav>
                                      </p:tavLst>
                                    </p:anim>
                                    <p:anim calcmode="lin" valueType="num">
                                      <p:cBhvr>
                                        <p:cTn id="155" dur="60" accel="100000" fill="hold">
                                          <p:stCondLst>
                                            <p:cond delay="540"/>
                                          </p:stCondLst>
                                        </p:cTn>
                                        <p:tgtEl>
                                          <p:spTgt spid="28"/>
                                        </p:tgtEl>
                                        <p:attrNameLst>
                                          <p:attrName>ppt_y</p:attrName>
                                        </p:attrNameLst>
                                      </p:cBhvr>
                                      <p:tavLst>
                                        <p:tav tm="0">
                                          <p:val>
                                            <p:strVal val="#ppt_y-.03"/>
                                          </p:val>
                                        </p:tav>
                                        <p:tav tm="100000">
                                          <p:val>
                                            <p:strVal val="#ppt_y"/>
                                          </p:val>
                                        </p:tav>
                                      </p:tavLst>
                                    </p:anim>
                                  </p:childTnLst>
                                </p:cTn>
                              </p:par>
                              <p:par>
                                <p:cTn id="156" presetID="37" presetClass="entr" presetSubtype="0" fill="hold" grpId="0" nodeType="withEffect">
                                  <p:stCondLst>
                                    <p:cond delay="1680"/>
                                  </p:stCondLst>
                                  <p:childTnLst>
                                    <p:set>
                                      <p:cBhvr>
                                        <p:cTn id="157" dur="1" fill="hold">
                                          <p:stCondLst>
                                            <p:cond delay="0"/>
                                          </p:stCondLst>
                                        </p:cTn>
                                        <p:tgtEl>
                                          <p:spTgt spid="29"/>
                                        </p:tgtEl>
                                        <p:attrNameLst>
                                          <p:attrName>style.visibility</p:attrName>
                                        </p:attrNameLst>
                                      </p:cBhvr>
                                      <p:to>
                                        <p:strVal val="visible"/>
                                      </p:to>
                                    </p:set>
                                    <p:animEffect transition="in" filter="fade">
                                      <p:cBhvr>
                                        <p:cTn id="158" dur="600"/>
                                        <p:tgtEl>
                                          <p:spTgt spid="29"/>
                                        </p:tgtEl>
                                      </p:cBhvr>
                                    </p:animEffect>
                                    <p:anim calcmode="lin" valueType="num">
                                      <p:cBhvr>
                                        <p:cTn id="159" dur="600" fill="hold"/>
                                        <p:tgtEl>
                                          <p:spTgt spid="29"/>
                                        </p:tgtEl>
                                        <p:attrNameLst>
                                          <p:attrName>ppt_x</p:attrName>
                                        </p:attrNameLst>
                                      </p:cBhvr>
                                      <p:tavLst>
                                        <p:tav tm="0">
                                          <p:val>
                                            <p:strVal val="#ppt_x"/>
                                          </p:val>
                                        </p:tav>
                                        <p:tav tm="100000">
                                          <p:val>
                                            <p:strVal val="#ppt_x"/>
                                          </p:val>
                                        </p:tav>
                                      </p:tavLst>
                                    </p:anim>
                                    <p:anim calcmode="lin" valueType="num">
                                      <p:cBhvr>
                                        <p:cTn id="160" dur="540" decel="100000" fill="hold"/>
                                        <p:tgtEl>
                                          <p:spTgt spid="29"/>
                                        </p:tgtEl>
                                        <p:attrNameLst>
                                          <p:attrName>ppt_y</p:attrName>
                                        </p:attrNameLst>
                                      </p:cBhvr>
                                      <p:tavLst>
                                        <p:tav tm="0">
                                          <p:val>
                                            <p:strVal val="#ppt_y+1"/>
                                          </p:val>
                                        </p:tav>
                                        <p:tav tm="100000">
                                          <p:val>
                                            <p:strVal val="#ppt_y-.03"/>
                                          </p:val>
                                        </p:tav>
                                      </p:tavLst>
                                    </p:anim>
                                    <p:anim calcmode="lin" valueType="num">
                                      <p:cBhvr>
                                        <p:cTn id="161" dur="60" accel="100000" fill="hold">
                                          <p:stCondLst>
                                            <p:cond delay="540"/>
                                          </p:stCondLst>
                                        </p:cTn>
                                        <p:tgtEl>
                                          <p:spTgt spid="29"/>
                                        </p:tgtEl>
                                        <p:attrNameLst>
                                          <p:attrName>ppt_y</p:attrName>
                                        </p:attrNameLst>
                                      </p:cBhvr>
                                      <p:tavLst>
                                        <p:tav tm="0">
                                          <p:val>
                                            <p:strVal val="#ppt_y-.03"/>
                                          </p:val>
                                        </p:tav>
                                        <p:tav tm="100000">
                                          <p:val>
                                            <p:strVal val="#ppt_y"/>
                                          </p:val>
                                        </p:tav>
                                      </p:tavLst>
                                    </p:anim>
                                  </p:childTnLst>
                                </p:cTn>
                              </p:par>
                              <p:par>
                                <p:cTn id="162" presetID="37" presetClass="entr" presetSubtype="0" fill="hold" grpId="0" nodeType="withEffect">
                                  <p:stCondLst>
                                    <p:cond delay="1680"/>
                                  </p:stCondLst>
                                  <p:childTnLst>
                                    <p:set>
                                      <p:cBhvr>
                                        <p:cTn id="163" dur="1" fill="hold">
                                          <p:stCondLst>
                                            <p:cond delay="0"/>
                                          </p:stCondLst>
                                        </p:cTn>
                                        <p:tgtEl>
                                          <p:spTgt spid="30"/>
                                        </p:tgtEl>
                                        <p:attrNameLst>
                                          <p:attrName>style.visibility</p:attrName>
                                        </p:attrNameLst>
                                      </p:cBhvr>
                                      <p:to>
                                        <p:strVal val="visible"/>
                                      </p:to>
                                    </p:set>
                                    <p:animEffect transition="in" filter="fade">
                                      <p:cBhvr>
                                        <p:cTn id="164" dur="600"/>
                                        <p:tgtEl>
                                          <p:spTgt spid="30"/>
                                        </p:tgtEl>
                                      </p:cBhvr>
                                    </p:animEffect>
                                    <p:anim calcmode="lin" valueType="num">
                                      <p:cBhvr>
                                        <p:cTn id="165" dur="600" fill="hold"/>
                                        <p:tgtEl>
                                          <p:spTgt spid="30"/>
                                        </p:tgtEl>
                                        <p:attrNameLst>
                                          <p:attrName>ppt_x</p:attrName>
                                        </p:attrNameLst>
                                      </p:cBhvr>
                                      <p:tavLst>
                                        <p:tav tm="0">
                                          <p:val>
                                            <p:strVal val="#ppt_x"/>
                                          </p:val>
                                        </p:tav>
                                        <p:tav tm="100000">
                                          <p:val>
                                            <p:strVal val="#ppt_x"/>
                                          </p:val>
                                        </p:tav>
                                      </p:tavLst>
                                    </p:anim>
                                    <p:anim calcmode="lin" valueType="num">
                                      <p:cBhvr>
                                        <p:cTn id="166" dur="540" decel="100000" fill="hold"/>
                                        <p:tgtEl>
                                          <p:spTgt spid="30"/>
                                        </p:tgtEl>
                                        <p:attrNameLst>
                                          <p:attrName>ppt_y</p:attrName>
                                        </p:attrNameLst>
                                      </p:cBhvr>
                                      <p:tavLst>
                                        <p:tav tm="0">
                                          <p:val>
                                            <p:strVal val="#ppt_y+1"/>
                                          </p:val>
                                        </p:tav>
                                        <p:tav tm="100000">
                                          <p:val>
                                            <p:strVal val="#ppt_y-.03"/>
                                          </p:val>
                                        </p:tav>
                                      </p:tavLst>
                                    </p:anim>
                                    <p:anim calcmode="lin" valueType="num">
                                      <p:cBhvr>
                                        <p:cTn id="167" dur="60" accel="100000" fill="hold">
                                          <p:stCondLst>
                                            <p:cond delay="540"/>
                                          </p:stCondLst>
                                        </p:cTn>
                                        <p:tgtEl>
                                          <p:spTgt spid="3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0" grpId="0" animBg="1"/>
      <p:bldP spid="14" grpId="0" animBg="1"/>
      <p:bldP spid="15" grpId="0" animBg="1"/>
      <p:bldP spid="19" grpId="0" animBg="1"/>
      <p:bldP spid="20" grpId="0" animBg="1"/>
      <p:bldP spid="24" grpId="0" animBg="1"/>
      <p:bldP spid="25" grpId="0" animBg="1"/>
      <p:bldP spid="29"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175"/>
          <p:cNvSpPr txBox="1"/>
          <p:nvPr/>
        </p:nvSpPr>
        <p:spPr>
          <a:xfrm>
            <a:off x="548640" y="502920"/>
            <a:ext cx="11094415"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استعراض المزودين</a:t>
            </a:r>
            <a:endParaRPr lang="ar-IQ" sz="1400" dirty="0"/>
          </a:p>
        </p:txBody>
      </p:sp>
      <p:sp>
        <p:nvSpPr>
          <p:cNvPr id="3" name="anim|1|fade|176"/>
          <p:cNvSpPr txBox="1"/>
          <p:nvPr/>
        </p:nvSpPr>
        <p:spPr>
          <a:xfrm>
            <a:off x="548640" y="822960"/>
            <a:ext cx="11094415" cy="822960"/>
          </a:xfrm>
          <a:prstGeom prst="rect">
            <a:avLst/>
          </a:prstGeom>
          <a:noFill/>
          <a:ln/>
        </p:spPr>
        <p:txBody>
          <a:bodyPr wrap="square" lIns="0" tIns="0" rIns="0" bIns="0" rtlCol="0" anchor="t"/>
          <a:lstStyle/>
          <a:p>
            <a:pPr marL="0" indent="0" algn="r" rtl="1">
              <a:buNone/>
            </a:pPr>
            <a:r>
              <a:rPr lang="ar-IQ" altLang="en-US" sz="4000" b="1" dirty="0">
                <a:solidFill>
                  <a:srgbClr val="221C1B"/>
                </a:solidFill>
                <a:latin typeface="Segoe UI" pitchFamily="34" charset="0"/>
                <a:ea typeface="Segoe UI" pitchFamily="34" charset="-122"/>
                <a:cs typeface="Segoe UI" pitchFamily="34" charset="-120"/>
              </a:rPr>
              <a:t>قاعات، تصوير، ورد</a:t>
            </a:r>
            <a:endParaRPr lang="ar-IQ" sz="4000" dirty="0"/>
          </a:p>
        </p:txBody>
      </p:sp>
      <p:pic>
        <p:nvPicPr>
          <p:cNvPr id="4" name="anim|2|flyup|177" descr="C:\Users\AL-NOOR\Downloads\app-research-lab\app-research-lab\presentation\assets\phones\cat_halls.png"/>
          <p:cNvPicPr>
            <a:picLocks noChangeAspect="1"/>
          </p:cNvPicPr>
          <p:nvPr/>
        </p:nvPicPr>
        <p:blipFill>
          <a:blip r:embed="rId4"/>
          <a:stretch>
            <a:fillRect/>
          </a:stretch>
        </p:blipFill>
        <p:spPr>
          <a:xfrm>
            <a:off x="8203967" y="1737360"/>
            <a:ext cx="2021679" cy="4434840"/>
          </a:xfrm>
          <a:prstGeom prst="rect">
            <a:avLst/>
          </a:prstGeom>
          <a:effectLst>
            <a:outerShdw blurRad="279400" dist="101600" dir="5400000" algn="bl" rotWithShape="0">
              <a:srgbClr val="000000">
                <a:alpha val="35000"/>
              </a:srgbClr>
            </a:outerShdw>
          </a:effectLst>
        </p:spPr>
      </p:pic>
      <p:sp>
        <p:nvSpPr>
          <p:cNvPr id="5" name="anim|2|flyup|178"/>
          <p:cNvSpPr/>
          <p:nvPr/>
        </p:nvSpPr>
        <p:spPr>
          <a:xfrm>
            <a:off x="8254687" y="5989320"/>
            <a:ext cx="1920240" cy="50292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6" name="anim|2|flyup|179" descr="C:\Users\AL-NOOR\Downloads\app-research-lab\app-research-lab\presentation\assets\icons\hall_maroon.png"/>
          <p:cNvPicPr>
            <a:picLocks noChangeAspect="1"/>
          </p:cNvPicPr>
          <p:nvPr/>
        </p:nvPicPr>
        <p:blipFill>
          <a:blip r:embed="rId5"/>
          <a:stretch>
            <a:fillRect/>
          </a:stretch>
        </p:blipFill>
        <p:spPr>
          <a:xfrm>
            <a:off x="9742416" y="6110021"/>
            <a:ext cx="261518" cy="261518"/>
          </a:xfrm>
          <a:prstGeom prst="rect">
            <a:avLst/>
          </a:prstGeom>
        </p:spPr>
      </p:pic>
      <p:sp>
        <p:nvSpPr>
          <p:cNvPr id="7" name="anim|2|flyup|180"/>
          <p:cNvSpPr txBox="1"/>
          <p:nvPr/>
        </p:nvSpPr>
        <p:spPr>
          <a:xfrm>
            <a:off x="8437567" y="5989320"/>
            <a:ext cx="1195121" cy="50292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القاعات</a:t>
            </a:r>
            <a:endParaRPr lang="ar-IQ" sz="1500" dirty="0"/>
          </a:p>
        </p:txBody>
      </p:sp>
      <p:pic>
        <p:nvPicPr>
          <p:cNvPr id="8" name="anim|3|flyup|181" descr="C:\Users\AL-NOOR\Downloads\app-research-lab\app-research-lab\presentation\assets\phones\cat_photo.png"/>
          <p:cNvPicPr>
            <a:picLocks noChangeAspect="1"/>
          </p:cNvPicPr>
          <p:nvPr/>
        </p:nvPicPr>
        <p:blipFill>
          <a:blip r:embed="rId6"/>
          <a:stretch>
            <a:fillRect/>
          </a:stretch>
        </p:blipFill>
        <p:spPr>
          <a:xfrm>
            <a:off x="5085008" y="1737360"/>
            <a:ext cx="2021679" cy="4434840"/>
          </a:xfrm>
          <a:prstGeom prst="rect">
            <a:avLst/>
          </a:prstGeom>
          <a:effectLst>
            <a:outerShdw blurRad="279400" dist="101600" dir="5400000" algn="bl" rotWithShape="0">
              <a:srgbClr val="000000">
                <a:alpha val="35000"/>
              </a:srgbClr>
            </a:outerShdw>
          </a:effectLst>
        </p:spPr>
      </p:pic>
      <p:sp>
        <p:nvSpPr>
          <p:cNvPr id="9" name="anim|3|flyup|182"/>
          <p:cNvSpPr/>
          <p:nvPr/>
        </p:nvSpPr>
        <p:spPr>
          <a:xfrm>
            <a:off x="5135728" y="5989320"/>
            <a:ext cx="1920240" cy="50292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10" name="anim|3|flyup|183" descr="C:\Users\AL-NOOR\Downloads\app-research-lab\app-research-lab\presentation\assets\icons\camera_maroon.png"/>
          <p:cNvPicPr>
            <a:picLocks noChangeAspect="1"/>
          </p:cNvPicPr>
          <p:nvPr/>
        </p:nvPicPr>
        <p:blipFill>
          <a:blip r:embed="rId7"/>
          <a:stretch>
            <a:fillRect/>
          </a:stretch>
        </p:blipFill>
        <p:spPr>
          <a:xfrm>
            <a:off x="6623456" y="6110021"/>
            <a:ext cx="261518" cy="261518"/>
          </a:xfrm>
          <a:prstGeom prst="rect">
            <a:avLst/>
          </a:prstGeom>
        </p:spPr>
      </p:pic>
      <p:sp>
        <p:nvSpPr>
          <p:cNvPr id="11" name="anim|3|flyup|184"/>
          <p:cNvSpPr txBox="1"/>
          <p:nvPr/>
        </p:nvSpPr>
        <p:spPr>
          <a:xfrm>
            <a:off x="5318608" y="5989320"/>
            <a:ext cx="1195121" cy="50292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التصوير</a:t>
            </a:r>
            <a:endParaRPr lang="ar-IQ" sz="1500" dirty="0"/>
          </a:p>
        </p:txBody>
      </p:sp>
      <p:pic>
        <p:nvPicPr>
          <p:cNvPr id="12" name="anim|4|flyup|185" descr="C:\Users\AL-NOOR\Downloads\app-research-lab\app-research-lab\presentation\assets\phones\cat_flowers.png"/>
          <p:cNvPicPr>
            <a:picLocks noChangeAspect="1"/>
          </p:cNvPicPr>
          <p:nvPr/>
        </p:nvPicPr>
        <p:blipFill>
          <a:blip r:embed="rId8"/>
          <a:stretch>
            <a:fillRect/>
          </a:stretch>
        </p:blipFill>
        <p:spPr>
          <a:xfrm>
            <a:off x="1966049" y="1737360"/>
            <a:ext cx="2021679" cy="4434840"/>
          </a:xfrm>
          <a:prstGeom prst="rect">
            <a:avLst/>
          </a:prstGeom>
          <a:effectLst>
            <a:outerShdw blurRad="279400" dist="101600" dir="5400000" algn="bl" rotWithShape="0">
              <a:srgbClr val="000000">
                <a:alpha val="35000"/>
              </a:srgbClr>
            </a:outerShdw>
          </a:effectLst>
        </p:spPr>
      </p:pic>
      <p:sp>
        <p:nvSpPr>
          <p:cNvPr id="13" name="anim|4|flyup|186"/>
          <p:cNvSpPr/>
          <p:nvPr/>
        </p:nvSpPr>
        <p:spPr>
          <a:xfrm>
            <a:off x="2016768" y="5989320"/>
            <a:ext cx="1920240" cy="502920"/>
          </a:xfrm>
          <a:prstGeom prst="roundRect">
            <a:avLst>
              <a:gd name="adj" fmla="val 50000"/>
            </a:avLst>
          </a:prstGeom>
          <a:solidFill>
            <a:srgbClr val="FFFFFF"/>
          </a:solidFill>
          <a:ln w="12700">
            <a:solidFill>
              <a:srgbClr val="FFFFFF"/>
            </a:solidFill>
            <a:prstDash val="solid"/>
          </a:ln>
          <a:effectLst>
            <a:outerShdw blurRad="127000" dist="38100" dir="5400000" algn="bl" rotWithShape="0">
              <a:srgbClr val="000000">
                <a:alpha val="18000"/>
              </a:srgbClr>
            </a:outerShdw>
          </a:effectLst>
        </p:spPr>
      </p:sp>
      <p:pic>
        <p:nvPicPr>
          <p:cNvPr id="14" name="anim|4|flyup|187" descr="C:\Users\AL-NOOR\Downloads\app-research-lab\app-research-lab\presentation\assets\icons\rose_maroon.png"/>
          <p:cNvPicPr>
            <a:picLocks noChangeAspect="1"/>
          </p:cNvPicPr>
          <p:nvPr/>
        </p:nvPicPr>
        <p:blipFill>
          <a:blip r:embed="rId9"/>
          <a:stretch>
            <a:fillRect/>
          </a:stretch>
        </p:blipFill>
        <p:spPr>
          <a:xfrm>
            <a:off x="3504497" y="6110021"/>
            <a:ext cx="261518" cy="261518"/>
          </a:xfrm>
          <a:prstGeom prst="rect">
            <a:avLst/>
          </a:prstGeom>
        </p:spPr>
      </p:pic>
      <p:sp>
        <p:nvSpPr>
          <p:cNvPr id="15" name="anim|4|flyup|188"/>
          <p:cNvSpPr txBox="1"/>
          <p:nvPr/>
        </p:nvSpPr>
        <p:spPr>
          <a:xfrm>
            <a:off x="2199648" y="5989320"/>
            <a:ext cx="1195121" cy="502920"/>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الورد والزهور</a:t>
            </a:r>
            <a:endParaRPr lang="ar-IQ" sz="1500" dirty="0"/>
          </a:p>
        </p:txBody>
      </p:sp>
      <p:sp>
        <p:nvSpPr>
          <p:cNvPr id="16" name="Text 8"/>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09</a:t>
            </a:r>
            <a:endParaRPr lang="en-US" sz="1000" dirty="0"/>
          </a:p>
        </p:txBody>
      </p:sp>
      <p:sp>
        <p:nvSpPr>
          <p:cNvPr id="17" name="Text 9"/>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 presetClass="entr" presetSubtype="4" fill="hold" nodeType="withEffect">
                                  <p:stCondLst>
                                    <p:cond delay="28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800" fill="hold"/>
                                        <p:tgtEl>
                                          <p:spTgt spid="4"/>
                                        </p:tgtEl>
                                        <p:attrNameLst>
                                          <p:attrName>ppt_x</p:attrName>
                                        </p:attrNameLst>
                                      </p:cBhvr>
                                      <p:tavLst>
                                        <p:tav tm="0">
                                          <p:val>
                                            <p:strVal val="#ppt_x"/>
                                          </p:val>
                                        </p:tav>
                                        <p:tav tm="100000">
                                          <p:val>
                                            <p:strVal val="#ppt_x"/>
                                          </p:val>
                                        </p:tav>
                                      </p:tavLst>
                                    </p:anim>
                                    <p:anim calcmode="lin" valueType="num">
                                      <p:cBhvr additive="base">
                                        <p:cTn id="14" dur="8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28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800" fill="hold"/>
                                        <p:tgtEl>
                                          <p:spTgt spid="5"/>
                                        </p:tgtEl>
                                        <p:attrNameLst>
                                          <p:attrName>ppt_x</p:attrName>
                                        </p:attrNameLst>
                                      </p:cBhvr>
                                      <p:tavLst>
                                        <p:tav tm="0">
                                          <p:val>
                                            <p:strVal val="#ppt_x"/>
                                          </p:val>
                                        </p:tav>
                                        <p:tav tm="100000">
                                          <p:val>
                                            <p:strVal val="#ppt_x"/>
                                          </p:val>
                                        </p:tav>
                                      </p:tavLst>
                                    </p:anim>
                                    <p:anim calcmode="lin" valueType="num">
                                      <p:cBhvr additive="base">
                                        <p:cTn id="18" dur="8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28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800" fill="hold"/>
                                        <p:tgtEl>
                                          <p:spTgt spid="6"/>
                                        </p:tgtEl>
                                        <p:attrNameLst>
                                          <p:attrName>ppt_x</p:attrName>
                                        </p:attrNameLst>
                                      </p:cBhvr>
                                      <p:tavLst>
                                        <p:tav tm="0">
                                          <p:val>
                                            <p:strVal val="#ppt_x"/>
                                          </p:val>
                                        </p:tav>
                                        <p:tav tm="100000">
                                          <p:val>
                                            <p:strVal val="#ppt_x"/>
                                          </p:val>
                                        </p:tav>
                                      </p:tavLst>
                                    </p:anim>
                                    <p:anim calcmode="lin" valueType="num">
                                      <p:cBhvr additive="base">
                                        <p:cTn id="22" dur="8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28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800" fill="hold"/>
                                        <p:tgtEl>
                                          <p:spTgt spid="7"/>
                                        </p:tgtEl>
                                        <p:attrNameLst>
                                          <p:attrName>ppt_x</p:attrName>
                                        </p:attrNameLst>
                                      </p:cBhvr>
                                      <p:tavLst>
                                        <p:tav tm="0">
                                          <p:val>
                                            <p:strVal val="#ppt_x"/>
                                          </p:val>
                                        </p:tav>
                                        <p:tav tm="100000">
                                          <p:val>
                                            <p:strVal val="#ppt_x"/>
                                          </p:val>
                                        </p:tav>
                                      </p:tavLst>
                                    </p:anim>
                                    <p:anim calcmode="lin" valueType="num">
                                      <p:cBhvr additive="base">
                                        <p:cTn id="26" dur="800" fill="hold"/>
                                        <p:tgtEl>
                                          <p:spTgt spid="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56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800" fill="hold"/>
                                        <p:tgtEl>
                                          <p:spTgt spid="8"/>
                                        </p:tgtEl>
                                        <p:attrNameLst>
                                          <p:attrName>ppt_x</p:attrName>
                                        </p:attrNameLst>
                                      </p:cBhvr>
                                      <p:tavLst>
                                        <p:tav tm="0">
                                          <p:val>
                                            <p:strVal val="#ppt_x"/>
                                          </p:val>
                                        </p:tav>
                                        <p:tav tm="100000">
                                          <p:val>
                                            <p:strVal val="#ppt_x"/>
                                          </p:val>
                                        </p:tav>
                                      </p:tavLst>
                                    </p:anim>
                                    <p:anim calcmode="lin" valueType="num">
                                      <p:cBhvr additive="base">
                                        <p:cTn id="30" dur="8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56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800" fill="hold"/>
                                        <p:tgtEl>
                                          <p:spTgt spid="9"/>
                                        </p:tgtEl>
                                        <p:attrNameLst>
                                          <p:attrName>ppt_x</p:attrName>
                                        </p:attrNameLst>
                                      </p:cBhvr>
                                      <p:tavLst>
                                        <p:tav tm="0">
                                          <p:val>
                                            <p:strVal val="#ppt_x"/>
                                          </p:val>
                                        </p:tav>
                                        <p:tav tm="100000">
                                          <p:val>
                                            <p:strVal val="#ppt_x"/>
                                          </p:val>
                                        </p:tav>
                                      </p:tavLst>
                                    </p:anim>
                                    <p:anim calcmode="lin" valueType="num">
                                      <p:cBhvr additive="base">
                                        <p:cTn id="34" dur="800" fill="hold"/>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56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800" fill="hold"/>
                                        <p:tgtEl>
                                          <p:spTgt spid="10"/>
                                        </p:tgtEl>
                                        <p:attrNameLst>
                                          <p:attrName>ppt_x</p:attrName>
                                        </p:attrNameLst>
                                      </p:cBhvr>
                                      <p:tavLst>
                                        <p:tav tm="0">
                                          <p:val>
                                            <p:strVal val="#ppt_x"/>
                                          </p:val>
                                        </p:tav>
                                        <p:tav tm="100000">
                                          <p:val>
                                            <p:strVal val="#ppt_x"/>
                                          </p:val>
                                        </p:tav>
                                      </p:tavLst>
                                    </p:anim>
                                    <p:anim calcmode="lin" valueType="num">
                                      <p:cBhvr additive="base">
                                        <p:cTn id="38" dur="800" fill="hold"/>
                                        <p:tgtEl>
                                          <p:spTgt spid="1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56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800" fill="hold"/>
                                        <p:tgtEl>
                                          <p:spTgt spid="11"/>
                                        </p:tgtEl>
                                        <p:attrNameLst>
                                          <p:attrName>ppt_x</p:attrName>
                                        </p:attrNameLst>
                                      </p:cBhvr>
                                      <p:tavLst>
                                        <p:tav tm="0">
                                          <p:val>
                                            <p:strVal val="#ppt_x"/>
                                          </p:val>
                                        </p:tav>
                                        <p:tav tm="100000">
                                          <p:val>
                                            <p:strVal val="#ppt_x"/>
                                          </p:val>
                                        </p:tav>
                                      </p:tavLst>
                                    </p:anim>
                                    <p:anim calcmode="lin" valueType="num">
                                      <p:cBhvr additive="base">
                                        <p:cTn id="42" dur="8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84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800" fill="hold"/>
                                        <p:tgtEl>
                                          <p:spTgt spid="12"/>
                                        </p:tgtEl>
                                        <p:attrNameLst>
                                          <p:attrName>ppt_x</p:attrName>
                                        </p:attrNameLst>
                                      </p:cBhvr>
                                      <p:tavLst>
                                        <p:tav tm="0">
                                          <p:val>
                                            <p:strVal val="#ppt_x"/>
                                          </p:val>
                                        </p:tav>
                                        <p:tav tm="100000">
                                          <p:val>
                                            <p:strVal val="#ppt_x"/>
                                          </p:val>
                                        </p:tav>
                                      </p:tavLst>
                                    </p:anim>
                                    <p:anim calcmode="lin" valueType="num">
                                      <p:cBhvr additive="base">
                                        <p:cTn id="46" dur="800" fill="hold"/>
                                        <p:tgtEl>
                                          <p:spTgt spid="12"/>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84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800" fill="hold"/>
                                        <p:tgtEl>
                                          <p:spTgt spid="13"/>
                                        </p:tgtEl>
                                        <p:attrNameLst>
                                          <p:attrName>ppt_x</p:attrName>
                                        </p:attrNameLst>
                                      </p:cBhvr>
                                      <p:tavLst>
                                        <p:tav tm="0">
                                          <p:val>
                                            <p:strVal val="#ppt_x"/>
                                          </p:val>
                                        </p:tav>
                                        <p:tav tm="100000">
                                          <p:val>
                                            <p:strVal val="#ppt_x"/>
                                          </p:val>
                                        </p:tav>
                                      </p:tavLst>
                                    </p:anim>
                                    <p:anim calcmode="lin" valueType="num">
                                      <p:cBhvr additive="base">
                                        <p:cTn id="50" dur="8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84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800" fill="hold"/>
                                        <p:tgtEl>
                                          <p:spTgt spid="14"/>
                                        </p:tgtEl>
                                        <p:attrNameLst>
                                          <p:attrName>ppt_x</p:attrName>
                                        </p:attrNameLst>
                                      </p:cBhvr>
                                      <p:tavLst>
                                        <p:tav tm="0">
                                          <p:val>
                                            <p:strVal val="#ppt_x"/>
                                          </p:val>
                                        </p:tav>
                                        <p:tav tm="100000">
                                          <p:val>
                                            <p:strVal val="#ppt_x"/>
                                          </p:val>
                                        </p:tav>
                                      </p:tavLst>
                                    </p:anim>
                                    <p:anim calcmode="lin" valueType="num">
                                      <p:cBhvr additive="base">
                                        <p:cTn id="54" dur="800" fill="hold"/>
                                        <p:tgtEl>
                                          <p:spTgt spid="1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84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800" fill="hold"/>
                                        <p:tgtEl>
                                          <p:spTgt spid="15"/>
                                        </p:tgtEl>
                                        <p:attrNameLst>
                                          <p:attrName>ppt_x</p:attrName>
                                        </p:attrNameLst>
                                      </p:cBhvr>
                                      <p:tavLst>
                                        <p:tav tm="0">
                                          <p:val>
                                            <p:strVal val="#ppt_x"/>
                                          </p:val>
                                        </p:tav>
                                        <p:tav tm="100000">
                                          <p:val>
                                            <p:strVal val="#ppt_x"/>
                                          </p:val>
                                        </p:tav>
                                      </p:tavLst>
                                    </p:anim>
                                    <p:anim calcmode="lin" valueType="num">
                                      <p:cBhvr additive="base">
                                        <p:cTn id="58" dur="8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11"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1|flyup|189" descr="C:\Users\AL-NOOR\Downloads\app-research-lab\app-research-lab\presentation\assets\phones\details.png"/>
          <p:cNvPicPr>
            <a:picLocks noChangeAspect="1"/>
          </p:cNvPicPr>
          <p:nvPr/>
        </p:nvPicPr>
        <p:blipFill>
          <a:blip r:embed="rId4"/>
          <a:stretch>
            <a:fillRect/>
          </a:stretch>
        </p:blipFill>
        <p:spPr>
          <a:xfrm>
            <a:off x="640080" y="502920"/>
            <a:ext cx="2667783" cy="5852160"/>
          </a:xfrm>
          <a:prstGeom prst="rect">
            <a:avLst/>
          </a:prstGeom>
          <a:effectLst>
            <a:outerShdw blurRad="279400" dist="101600" dir="5400000" algn="bl" rotWithShape="0">
              <a:srgbClr val="000000">
                <a:alpha val="35000"/>
              </a:srgbClr>
            </a:outerShdw>
          </a:effectLst>
        </p:spPr>
      </p:pic>
      <p:pic>
        <p:nvPicPr>
          <p:cNvPr id="3" name="anim|2|flyup|190" descr="C:\Users\AL-NOOR\Downloads\app-research-lab\app-research-lab\presentation\assets\phones\details_pk.png"/>
          <p:cNvPicPr>
            <a:picLocks noChangeAspect="1"/>
          </p:cNvPicPr>
          <p:nvPr/>
        </p:nvPicPr>
        <p:blipFill>
          <a:blip r:embed="rId5"/>
          <a:stretch>
            <a:fillRect/>
          </a:stretch>
        </p:blipFill>
        <p:spPr>
          <a:xfrm>
            <a:off x="3429000" y="868680"/>
            <a:ext cx="2501047" cy="5486400"/>
          </a:xfrm>
          <a:prstGeom prst="rect">
            <a:avLst/>
          </a:prstGeom>
          <a:effectLst>
            <a:outerShdw blurRad="279400" dist="101600" dir="5400000" algn="bl" rotWithShape="0">
              <a:srgbClr val="000000">
                <a:alpha val="35000"/>
              </a:srgbClr>
            </a:outerShdw>
          </a:effectLst>
        </p:spPr>
      </p:pic>
      <p:sp>
        <p:nvSpPr>
          <p:cNvPr id="4" name="anim|3|fade|191"/>
          <p:cNvSpPr txBox="1"/>
          <p:nvPr/>
        </p:nvSpPr>
        <p:spPr>
          <a:xfrm>
            <a:off x="6766560" y="868680"/>
            <a:ext cx="4846320"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صفحة المزوّد</a:t>
            </a:r>
            <a:endParaRPr lang="ar-IQ" sz="1400" dirty="0"/>
          </a:p>
        </p:txBody>
      </p:sp>
      <p:sp>
        <p:nvSpPr>
          <p:cNvPr id="5" name="anim|3|fade|192"/>
          <p:cNvSpPr txBox="1"/>
          <p:nvPr/>
        </p:nvSpPr>
        <p:spPr>
          <a:xfrm>
            <a:off x="6766560" y="1188720"/>
            <a:ext cx="4846320" cy="822960"/>
          </a:xfrm>
          <a:prstGeom prst="rect">
            <a:avLst/>
          </a:prstGeom>
          <a:noFill/>
          <a:ln/>
        </p:spPr>
        <p:txBody>
          <a:bodyPr wrap="square" lIns="0" tIns="0" rIns="0" bIns="0" rtlCol="0" anchor="t"/>
          <a:lstStyle/>
          <a:p>
            <a:pPr marL="0" indent="0" algn="r" rtl="1">
              <a:buNone/>
            </a:pPr>
            <a:r>
              <a:rPr lang="ar-IQ" altLang="en-US" sz="3800" b="1" dirty="0">
                <a:solidFill>
                  <a:srgbClr val="221C1B"/>
                </a:solidFill>
                <a:latin typeface="Segoe UI" pitchFamily="34" charset="0"/>
                <a:ea typeface="Segoe UI" pitchFamily="34" charset="-122"/>
                <a:cs typeface="Segoe UI" pitchFamily="34" charset="-120"/>
              </a:rPr>
              <a:t>اختار... قارن... تواصل</a:t>
            </a:r>
            <a:endParaRPr lang="ar-IQ" sz="3800" dirty="0"/>
          </a:p>
        </p:txBody>
      </p:sp>
      <p:sp>
        <p:nvSpPr>
          <p:cNvPr id="6" name="anim|4|rise|193"/>
          <p:cNvSpPr/>
          <p:nvPr/>
        </p:nvSpPr>
        <p:spPr>
          <a:xfrm>
            <a:off x="11064240" y="2331720"/>
            <a:ext cx="530352" cy="530352"/>
          </a:xfrm>
          <a:prstGeom prst="ellipse">
            <a:avLst/>
          </a:prstGeom>
          <a:solidFill>
            <a:srgbClr val="6E1E33"/>
          </a:solidFill>
          <a:ln w="12700">
            <a:solidFill>
              <a:srgbClr val="6E1E33"/>
            </a:solidFill>
            <a:prstDash val="solid"/>
          </a:ln>
        </p:spPr>
      </p:sp>
      <p:pic>
        <p:nvPicPr>
          <p:cNvPr id="7" name="anim|4|rise|194" descr="C:\Users\AL-NOOR\Downloads\app-research-lab\app-research-lab\presentation\assets\icons\image_white.png"/>
          <p:cNvPicPr>
            <a:picLocks noChangeAspect="1"/>
          </p:cNvPicPr>
          <p:nvPr/>
        </p:nvPicPr>
        <p:blipFill>
          <a:blip r:embed="rId6"/>
          <a:stretch>
            <a:fillRect/>
          </a:stretch>
        </p:blipFill>
        <p:spPr>
          <a:xfrm>
            <a:off x="11207435" y="2474915"/>
            <a:ext cx="243962" cy="243962"/>
          </a:xfrm>
          <a:prstGeom prst="rect">
            <a:avLst/>
          </a:prstGeom>
        </p:spPr>
      </p:pic>
      <p:sp>
        <p:nvSpPr>
          <p:cNvPr id="8" name="anim|4|rise|195"/>
          <p:cNvSpPr txBox="1"/>
          <p:nvPr/>
        </p:nvSpPr>
        <p:spPr>
          <a:xfrm>
            <a:off x="6766560" y="2331720"/>
            <a:ext cx="4114800" cy="530352"/>
          </a:xfrm>
          <a:prstGeom prst="rect">
            <a:avLst/>
          </a:prstGeom>
          <a:noFill/>
          <a:ln/>
        </p:spPr>
        <p:txBody>
          <a:bodyPr wrap="square" lIns="0" tIns="0" rIns="0" bIns="0" rtlCol="0" anchor="ctr"/>
          <a:lstStyle/>
          <a:p>
            <a:pPr marL="0" indent="0" algn="r" rtl="1">
              <a:buNone/>
            </a:pPr>
            <a:r>
              <a:rPr lang="ar-IQ" altLang="en-US" sz="1900" b="1" dirty="0">
                <a:solidFill>
                  <a:srgbClr val="221C1B"/>
                </a:solidFill>
                <a:latin typeface="Segoe UI" pitchFamily="34" charset="0"/>
                <a:ea typeface="Segoe UI" pitchFamily="34" charset="-122"/>
                <a:cs typeface="Segoe UI" pitchFamily="34" charset="-120"/>
              </a:rPr>
              <a:t>صور حقيقية من المزوّد</a:t>
            </a:r>
            <a:endParaRPr lang="ar-IQ" sz="1900" dirty="0"/>
          </a:p>
        </p:txBody>
      </p:sp>
      <p:sp>
        <p:nvSpPr>
          <p:cNvPr id="9" name="anim|5|rise|196"/>
          <p:cNvSpPr/>
          <p:nvPr/>
        </p:nvSpPr>
        <p:spPr>
          <a:xfrm>
            <a:off x="11064240" y="3063240"/>
            <a:ext cx="530352" cy="530352"/>
          </a:xfrm>
          <a:prstGeom prst="ellipse">
            <a:avLst/>
          </a:prstGeom>
          <a:solidFill>
            <a:srgbClr val="6E1E33"/>
          </a:solidFill>
          <a:ln w="12700">
            <a:solidFill>
              <a:srgbClr val="6E1E33"/>
            </a:solidFill>
            <a:prstDash val="solid"/>
          </a:ln>
        </p:spPr>
      </p:sp>
      <p:pic>
        <p:nvPicPr>
          <p:cNvPr id="10" name="anim|5|rise|197" descr="C:\Users\AL-NOOR\Downloads\app-research-lab\app-research-lab\presentation\assets\icons\pin_white.png"/>
          <p:cNvPicPr>
            <a:picLocks noChangeAspect="1"/>
          </p:cNvPicPr>
          <p:nvPr/>
        </p:nvPicPr>
        <p:blipFill>
          <a:blip r:embed="rId7"/>
          <a:stretch>
            <a:fillRect/>
          </a:stretch>
        </p:blipFill>
        <p:spPr>
          <a:xfrm>
            <a:off x="11207435" y="3206435"/>
            <a:ext cx="243962" cy="243962"/>
          </a:xfrm>
          <a:prstGeom prst="rect">
            <a:avLst/>
          </a:prstGeom>
        </p:spPr>
      </p:pic>
      <p:sp>
        <p:nvSpPr>
          <p:cNvPr id="11" name="anim|5|rise|198"/>
          <p:cNvSpPr txBox="1"/>
          <p:nvPr/>
        </p:nvSpPr>
        <p:spPr>
          <a:xfrm>
            <a:off x="6766560" y="3063240"/>
            <a:ext cx="4114800" cy="530352"/>
          </a:xfrm>
          <a:prstGeom prst="rect">
            <a:avLst/>
          </a:prstGeom>
          <a:noFill/>
          <a:ln/>
        </p:spPr>
        <p:txBody>
          <a:bodyPr wrap="square" lIns="0" tIns="0" rIns="0" bIns="0" rtlCol="0" anchor="ctr"/>
          <a:lstStyle/>
          <a:p>
            <a:pPr marL="0" indent="0" algn="r" rtl="1">
              <a:buNone/>
            </a:pPr>
            <a:r>
              <a:rPr lang="ar-IQ" altLang="en-US" sz="1900" b="1" dirty="0">
                <a:solidFill>
                  <a:srgbClr val="221C1B"/>
                </a:solidFill>
                <a:latin typeface="Segoe UI" pitchFamily="34" charset="0"/>
                <a:ea typeface="Segoe UI" pitchFamily="34" charset="-122"/>
                <a:cs typeface="Segoe UI" pitchFamily="34" charset="-120"/>
              </a:rPr>
              <a:t>المنطقة والموقع</a:t>
            </a:r>
            <a:endParaRPr lang="ar-IQ" sz="1900" dirty="0"/>
          </a:p>
        </p:txBody>
      </p:sp>
      <p:sp>
        <p:nvSpPr>
          <p:cNvPr id="12" name="anim|6|rise|199"/>
          <p:cNvSpPr/>
          <p:nvPr/>
        </p:nvSpPr>
        <p:spPr>
          <a:xfrm>
            <a:off x="11064240" y="3794760"/>
            <a:ext cx="530352" cy="530352"/>
          </a:xfrm>
          <a:prstGeom prst="ellipse">
            <a:avLst/>
          </a:prstGeom>
          <a:solidFill>
            <a:srgbClr val="6E1E33"/>
          </a:solidFill>
          <a:ln w="12700">
            <a:solidFill>
              <a:srgbClr val="6E1E33"/>
            </a:solidFill>
            <a:prstDash val="solid"/>
          </a:ln>
        </p:spPr>
      </p:sp>
      <p:pic>
        <p:nvPicPr>
          <p:cNvPr id="13" name="anim|6|rise|200" descr="C:\Users\AL-NOOR\Downloads\app-research-lab\app-research-lab\presentation\assets\icons\tag_white.png"/>
          <p:cNvPicPr>
            <a:picLocks noChangeAspect="1"/>
          </p:cNvPicPr>
          <p:nvPr/>
        </p:nvPicPr>
        <p:blipFill>
          <a:blip r:embed="rId8"/>
          <a:stretch>
            <a:fillRect/>
          </a:stretch>
        </p:blipFill>
        <p:spPr>
          <a:xfrm>
            <a:off x="11207435" y="3937955"/>
            <a:ext cx="243962" cy="243962"/>
          </a:xfrm>
          <a:prstGeom prst="rect">
            <a:avLst/>
          </a:prstGeom>
        </p:spPr>
      </p:pic>
      <p:sp>
        <p:nvSpPr>
          <p:cNvPr id="14" name="anim|6|rise|201"/>
          <p:cNvSpPr txBox="1"/>
          <p:nvPr/>
        </p:nvSpPr>
        <p:spPr>
          <a:xfrm>
            <a:off x="6766560" y="3794760"/>
            <a:ext cx="4114800" cy="530352"/>
          </a:xfrm>
          <a:prstGeom prst="rect">
            <a:avLst/>
          </a:prstGeom>
          <a:noFill/>
          <a:ln/>
        </p:spPr>
        <p:txBody>
          <a:bodyPr wrap="square" lIns="0" tIns="0" rIns="0" bIns="0" rtlCol="0" anchor="ctr"/>
          <a:lstStyle/>
          <a:p>
            <a:pPr marL="0" indent="0" algn="r" rtl="1">
              <a:buNone/>
            </a:pPr>
            <a:r>
              <a:rPr lang="ar-IQ" altLang="en-US" sz="1900" b="1" dirty="0">
                <a:solidFill>
                  <a:srgbClr val="221C1B"/>
                </a:solidFill>
                <a:latin typeface="Segoe UI" pitchFamily="34" charset="0"/>
                <a:ea typeface="Segoe UI" pitchFamily="34" charset="-122"/>
                <a:cs typeface="Segoe UI" pitchFamily="34" charset="-120"/>
              </a:rPr>
              <a:t>العروض والأسعار إذا متوفرة</a:t>
            </a:r>
            <a:endParaRPr lang="ar-IQ" sz="1900" dirty="0"/>
          </a:p>
        </p:txBody>
      </p:sp>
      <p:sp>
        <p:nvSpPr>
          <p:cNvPr id="15" name="anim|7|rise|202"/>
          <p:cNvSpPr/>
          <p:nvPr/>
        </p:nvSpPr>
        <p:spPr>
          <a:xfrm>
            <a:off x="11064240" y="4526280"/>
            <a:ext cx="530352" cy="530352"/>
          </a:xfrm>
          <a:prstGeom prst="ellipse">
            <a:avLst/>
          </a:prstGeom>
          <a:solidFill>
            <a:srgbClr val="6E1E33"/>
          </a:solidFill>
          <a:ln w="12700">
            <a:solidFill>
              <a:srgbClr val="6E1E33"/>
            </a:solidFill>
            <a:prstDash val="solid"/>
          </a:ln>
        </p:spPr>
      </p:sp>
      <p:pic>
        <p:nvPicPr>
          <p:cNvPr id="16" name="anim|7|rise|203" descr="C:\Users\AL-NOOR\Downloads\app-research-lab\app-research-lab\presentation\assets\icons\listcheck_white.png"/>
          <p:cNvPicPr>
            <a:picLocks noChangeAspect="1"/>
          </p:cNvPicPr>
          <p:nvPr/>
        </p:nvPicPr>
        <p:blipFill>
          <a:blip r:embed="rId9"/>
          <a:stretch>
            <a:fillRect/>
          </a:stretch>
        </p:blipFill>
        <p:spPr>
          <a:xfrm>
            <a:off x="11207435" y="4669475"/>
            <a:ext cx="243962" cy="243962"/>
          </a:xfrm>
          <a:prstGeom prst="rect">
            <a:avLst/>
          </a:prstGeom>
        </p:spPr>
      </p:pic>
      <p:sp>
        <p:nvSpPr>
          <p:cNvPr id="17" name="anim|7|rise|204"/>
          <p:cNvSpPr txBox="1"/>
          <p:nvPr/>
        </p:nvSpPr>
        <p:spPr>
          <a:xfrm>
            <a:off x="6766560" y="4526280"/>
            <a:ext cx="4114800" cy="530352"/>
          </a:xfrm>
          <a:prstGeom prst="rect">
            <a:avLst/>
          </a:prstGeom>
          <a:noFill/>
          <a:ln/>
        </p:spPr>
        <p:txBody>
          <a:bodyPr wrap="square" lIns="0" tIns="0" rIns="0" bIns="0" rtlCol="0" anchor="ctr"/>
          <a:lstStyle/>
          <a:p>
            <a:pPr marL="0" indent="0" algn="r" rtl="1">
              <a:buNone/>
            </a:pPr>
            <a:r>
              <a:rPr lang="ar-IQ" altLang="en-US" sz="1900" b="1" dirty="0">
                <a:solidFill>
                  <a:srgbClr val="221C1B"/>
                </a:solidFill>
                <a:latin typeface="Segoe UI" pitchFamily="34" charset="0"/>
                <a:ea typeface="Segoe UI" pitchFamily="34" charset="-122"/>
                <a:cs typeface="Segoe UI" pitchFamily="34" charset="-120"/>
              </a:rPr>
              <a:t>الخدمات المتوفرة</a:t>
            </a:r>
            <a:endParaRPr lang="ar-IQ" sz="1900" dirty="0"/>
          </a:p>
        </p:txBody>
      </p:sp>
      <p:sp>
        <p:nvSpPr>
          <p:cNvPr id="18" name="anim|8|rise|205"/>
          <p:cNvSpPr/>
          <p:nvPr/>
        </p:nvSpPr>
        <p:spPr>
          <a:xfrm>
            <a:off x="11064240" y="5257800"/>
            <a:ext cx="530352" cy="530352"/>
          </a:xfrm>
          <a:prstGeom prst="ellipse">
            <a:avLst/>
          </a:prstGeom>
          <a:solidFill>
            <a:srgbClr val="B08D57"/>
          </a:solidFill>
          <a:ln w="12700">
            <a:solidFill>
              <a:srgbClr val="B08D57"/>
            </a:solidFill>
            <a:prstDash val="solid"/>
          </a:ln>
        </p:spPr>
      </p:sp>
      <p:pic>
        <p:nvPicPr>
          <p:cNvPr id="19" name="anim|8|rise|206" descr="C:\Users\AL-NOOR\Downloads\app-research-lab\app-research-lab\presentation\assets\icons\send_white.png"/>
          <p:cNvPicPr>
            <a:picLocks noChangeAspect="1"/>
          </p:cNvPicPr>
          <p:nvPr/>
        </p:nvPicPr>
        <p:blipFill>
          <a:blip r:embed="rId10"/>
          <a:stretch>
            <a:fillRect/>
          </a:stretch>
        </p:blipFill>
        <p:spPr>
          <a:xfrm>
            <a:off x="11207435" y="5400995"/>
            <a:ext cx="243962" cy="243962"/>
          </a:xfrm>
          <a:prstGeom prst="rect">
            <a:avLst/>
          </a:prstGeom>
        </p:spPr>
      </p:pic>
      <p:sp>
        <p:nvSpPr>
          <p:cNvPr id="20" name="anim|8|rise|207"/>
          <p:cNvSpPr txBox="1"/>
          <p:nvPr/>
        </p:nvSpPr>
        <p:spPr>
          <a:xfrm>
            <a:off x="6766560" y="5257800"/>
            <a:ext cx="4114800" cy="530352"/>
          </a:xfrm>
          <a:prstGeom prst="rect">
            <a:avLst/>
          </a:prstGeom>
          <a:noFill/>
          <a:ln/>
        </p:spPr>
        <p:txBody>
          <a:bodyPr wrap="square" lIns="0" tIns="0" rIns="0" bIns="0" rtlCol="0" anchor="ctr"/>
          <a:lstStyle/>
          <a:p>
            <a:pPr marL="0" indent="0" algn="r" rtl="1">
              <a:buNone/>
            </a:pPr>
            <a:r>
              <a:rPr lang="ar-IQ" altLang="en-US" sz="1900" b="1" dirty="0">
                <a:solidFill>
                  <a:srgbClr val="221C1B"/>
                </a:solidFill>
                <a:latin typeface="Segoe UI" pitchFamily="34" charset="0"/>
                <a:ea typeface="Segoe UI" pitchFamily="34" charset="-122"/>
                <a:cs typeface="Segoe UI" pitchFamily="34" charset="-120"/>
              </a:rPr>
              <a:t>زر اطلب تواصل</a:t>
            </a:r>
            <a:endParaRPr lang="ar-IQ" sz="1900" dirty="0"/>
          </a:p>
        </p:txBody>
      </p:sp>
      <p:sp>
        <p:nvSpPr>
          <p:cNvPr id="21" name="anim|9|fade|208"/>
          <p:cNvSpPr txBox="1"/>
          <p:nvPr/>
        </p:nvSpPr>
        <p:spPr>
          <a:xfrm>
            <a:off x="6766560" y="6035040"/>
            <a:ext cx="4846320" cy="365760"/>
          </a:xfrm>
          <a:prstGeom prst="rect">
            <a:avLst/>
          </a:prstGeom>
          <a:noFill/>
          <a:ln/>
        </p:spPr>
        <p:txBody>
          <a:bodyPr wrap="square" lIns="0" tIns="0" rIns="0" bIns="0" rtlCol="0" anchor="t"/>
          <a:lstStyle/>
          <a:p>
            <a:pPr marL="0" indent="0" algn="r" rtl="1">
              <a:buNone/>
            </a:pPr>
            <a:r>
              <a:rPr lang="ar-IQ" altLang="en-US" sz="1400" i="1" dirty="0">
                <a:solidFill>
                  <a:srgbClr val="6E1E33"/>
                </a:solidFill>
                <a:latin typeface="Segoe UI" pitchFamily="34" charset="0"/>
                <a:ea typeface="Segoe UI" pitchFamily="34" charset="-122"/>
                <a:cs typeface="Segoe UI" pitchFamily="34" charset="-120"/>
              </a:rPr>
              <a:t>العروض المؤقتة تنكتب كعرض، مو كسعر ثابت.</a:t>
            </a:r>
            <a:endParaRPr lang="ar-IQ" sz="1400" dirty="0"/>
          </a:p>
        </p:txBody>
      </p:sp>
      <p:sp>
        <p:nvSpPr>
          <p:cNvPr id="22" name="Text 13"/>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10</a:t>
            </a:r>
            <a:endParaRPr lang="en-US" sz="1000" dirty="0"/>
          </a:p>
        </p:txBody>
      </p:sp>
      <p:sp>
        <p:nvSpPr>
          <p:cNvPr id="23" name="Text 14"/>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800" fill="hold"/>
                                        <p:tgtEl>
                                          <p:spTgt spid="2"/>
                                        </p:tgtEl>
                                        <p:attrNameLst>
                                          <p:attrName>ppt_x</p:attrName>
                                        </p:attrNameLst>
                                      </p:cBhvr>
                                      <p:tavLst>
                                        <p:tav tm="0">
                                          <p:val>
                                            <p:strVal val="#ppt_x"/>
                                          </p:val>
                                        </p:tav>
                                        <p:tav tm="100000">
                                          <p:val>
                                            <p:strVal val="#ppt_x"/>
                                          </p:val>
                                        </p:tav>
                                      </p:tavLst>
                                    </p:anim>
                                    <p:anim calcmode="lin" valueType="num">
                                      <p:cBhvr additive="base">
                                        <p:cTn id="8" dur="8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75"/>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800" fill="hold"/>
                                        <p:tgtEl>
                                          <p:spTgt spid="3"/>
                                        </p:tgtEl>
                                        <p:attrNameLst>
                                          <p:attrName>ppt_x</p:attrName>
                                        </p:attrNameLst>
                                      </p:cBhvr>
                                      <p:tavLst>
                                        <p:tav tm="0">
                                          <p:val>
                                            <p:strVal val="#ppt_x"/>
                                          </p:val>
                                        </p:tav>
                                        <p:tav tm="100000">
                                          <p:val>
                                            <p:strVal val="#ppt_x"/>
                                          </p:val>
                                        </p:tav>
                                      </p:tavLst>
                                    </p:anim>
                                    <p:anim calcmode="lin" valueType="num">
                                      <p:cBhvr additive="base">
                                        <p:cTn id="12" dur="800" fill="hold"/>
                                        <p:tgtEl>
                                          <p:spTgt spid="3"/>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5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par>
                                <p:cTn id="16" presetID="10" presetClass="entr" presetSubtype="0" fill="hold" grpId="0" nodeType="withEffect">
                                  <p:stCondLst>
                                    <p:cond delay="5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childTnLst>
                                </p:cTn>
                              </p:par>
                              <p:par>
                                <p:cTn id="19" presetID="37" presetClass="entr" presetSubtype="0" fill="hold" nodeType="withEffect">
                                  <p:stCondLst>
                                    <p:cond delay="825"/>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600"/>
                                        <p:tgtEl>
                                          <p:spTgt spid="6"/>
                                        </p:tgtEl>
                                      </p:cBhvr>
                                    </p:animEffect>
                                    <p:anim calcmode="lin" valueType="num">
                                      <p:cBhvr>
                                        <p:cTn id="22" dur="600" fill="hold"/>
                                        <p:tgtEl>
                                          <p:spTgt spid="6"/>
                                        </p:tgtEl>
                                        <p:attrNameLst>
                                          <p:attrName>ppt_x</p:attrName>
                                        </p:attrNameLst>
                                      </p:cBhvr>
                                      <p:tavLst>
                                        <p:tav tm="0">
                                          <p:val>
                                            <p:strVal val="#ppt_x"/>
                                          </p:val>
                                        </p:tav>
                                        <p:tav tm="100000">
                                          <p:val>
                                            <p:strVal val="#ppt_x"/>
                                          </p:val>
                                        </p:tav>
                                      </p:tavLst>
                                    </p:anim>
                                    <p:anim calcmode="lin" valueType="num">
                                      <p:cBhvr>
                                        <p:cTn id="23" dur="540" decel="100000" fill="hold"/>
                                        <p:tgtEl>
                                          <p:spTgt spid="6"/>
                                        </p:tgtEl>
                                        <p:attrNameLst>
                                          <p:attrName>ppt_y</p:attrName>
                                        </p:attrNameLst>
                                      </p:cBhvr>
                                      <p:tavLst>
                                        <p:tav tm="0">
                                          <p:val>
                                            <p:strVal val="#ppt_y+1"/>
                                          </p:val>
                                        </p:tav>
                                        <p:tav tm="100000">
                                          <p:val>
                                            <p:strVal val="#ppt_y-.03"/>
                                          </p:val>
                                        </p:tav>
                                      </p:tavLst>
                                    </p:anim>
                                    <p:anim calcmode="lin" valueType="num">
                                      <p:cBhvr>
                                        <p:cTn id="24" dur="60" accel="100000" fill="hold">
                                          <p:stCondLst>
                                            <p:cond delay="540"/>
                                          </p:stCondLst>
                                        </p:cTn>
                                        <p:tgtEl>
                                          <p:spTgt spid="6"/>
                                        </p:tgtEl>
                                        <p:attrNameLst>
                                          <p:attrName>ppt_y</p:attrName>
                                        </p:attrNameLst>
                                      </p:cBhvr>
                                      <p:tavLst>
                                        <p:tav tm="0">
                                          <p:val>
                                            <p:strVal val="#ppt_y-.03"/>
                                          </p:val>
                                        </p:tav>
                                        <p:tav tm="100000">
                                          <p:val>
                                            <p:strVal val="#ppt_y"/>
                                          </p:val>
                                        </p:tav>
                                      </p:tavLst>
                                    </p:anim>
                                  </p:childTnLst>
                                </p:cTn>
                              </p:par>
                              <p:par>
                                <p:cTn id="25" presetID="37" presetClass="entr" presetSubtype="0" fill="hold" nodeType="withEffect">
                                  <p:stCondLst>
                                    <p:cond delay="825"/>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anim calcmode="lin" valueType="num">
                                      <p:cBhvr>
                                        <p:cTn id="28" dur="600" fill="hold"/>
                                        <p:tgtEl>
                                          <p:spTgt spid="7"/>
                                        </p:tgtEl>
                                        <p:attrNameLst>
                                          <p:attrName>ppt_x</p:attrName>
                                        </p:attrNameLst>
                                      </p:cBhvr>
                                      <p:tavLst>
                                        <p:tav tm="0">
                                          <p:val>
                                            <p:strVal val="#ppt_x"/>
                                          </p:val>
                                        </p:tav>
                                        <p:tav tm="100000">
                                          <p:val>
                                            <p:strVal val="#ppt_x"/>
                                          </p:val>
                                        </p:tav>
                                      </p:tavLst>
                                    </p:anim>
                                    <p:anim calcmode="lin" valueType="num">
                                      <p:cBhvr>
                                        <p:cTn id="29" dur="540" decel="100000" fill="hold"/>
                                        <p:tgtEl>
                                          <p:spTgt spid="7"/>
                                        </p:tgtEl>
                                        <p:attrNameLst>
                                          <p:attrName>ppt_y</p:attrName>
                                        </p:attrNameLst>
                                      </p:cBhvr>
                                      <p:tavLst>
                                        <p:tav tm="0">
                                          <p:val>
                                            <p:strVal val="#ppt_y+1"/>
                                          </p:val>
                                        </p:tav>
                                        <p:tav tm="100000">
                                          <p:val>
                                            <p:strVal val="#ppt_y-.03"/>
                                          </p:val>
                                        </p:tav>
                                      </p:tavLst>
                                    </p:anim>
                                    <p:anim calcmode="lin" valueType="num">
                                      <p:cBhvr>
                                        <p:cTn id="30" dur="60" accel="100000" fill="hold">
                                          <p:stCondLst>
                                            <p:cond delay="540"/>
                                          </p:stCondLst>
                                        </p:cTn>
                                        <p:tgtEl>
                                          <p:spTgt spid="7"/>
                                        </p:tgtEl>
                                        <p:attrNameLst>
                                          <p:attrName>ppt_y</p:attrName>
                                        </p:attrNameLst>
                                      </p:cBhvr>
                                      <p:tavLst>
                                        <p:tav tm="0">
                                          <p:val>
                                            <p:strVal val="#ppt_y-.03"/>
                                          </p:val>
                                        </p:tav>
                                        <p:tav tm="100000">
                                          <p:val>
                                            <p:strVal val="#ppt_y"/>
                                          </p:val>
                                        </p:tav>
                                      </p:tavLst>
                                    </p:anim>
                                  </p:childTnLst>
                                </p:cTn>
                              </p:par>
                              <p:par>
                                <p:cTn id="31" presetID="37" presetClass="entr" presetSubtype="0" fill="hold" grpId="0" nodeType="withEffect">
                                  <p:stCondLst>
                                    <p:cond delay="825"/>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p:cTn id="34" dur="600" fill="hold"/>
                                        <p:tgtEl>
                                          <p:spTgt spid="8"/>
                                        </p:tgtEl>
                                        <p:attrNameLst>
                                          <p:attrName>ppt_x</p:attrName>
                                        </p:attrNameLst>
                                      </p:cBhvr>
                                      <p:tavLst>
                                        <p:tav tm="0">
                                          <p:val>
                                            <p:strVal val="#ppt_x"/>
                                          </p:val>
                                        </p:tav>
                                        <p:tav tm="100000">
                                          <p:val>
                                            <p:strVal val="#ppt_x"/>
                                          </p:val>
                                        </p:tav>
                                      </p:tavLst>
                                    </p:anim>
                                    <p:anim calcmode="lin" valueType="num">
                                      <p:cBhvr>
                                        <p:cTn id="35" dur="540" decel="100000" fill="hold"/>
                                        <p:tgtEl>
                                          <p:spTgt spid="8"/>
                                        </p:tgtEl>
                                        <p:attrNameLst>
                                          <p:attrName>ppt_y</p:attrName>
                                        </p:attrNameLst>
                                      </p:cBhvr>
                                      <p:tavLst>
                                        <p:tav tm="0">
                                          <p:val>
                                            <p:strVal val="#ppt_y+1"/>
                                          </p:val>
                                        </p:tav>
                                        <p:tav tm="100000">
                                          <p:val>
                                            <p:strVal val="#ppt_y-.03"/>
                                          </p:val>
                                        </p:tav>
                                      </p:tavLst>
                                    </p:anim>
                                    <p:anim calcmode="lin" valueType="num">
                                      <p:cBhvr>
                                        <p:cTn id="36" dur="60" accel="100000" fill="hold">
                                          <p:stCondLst>
                                            <p:cond delay="540"/>
                                          </p:stCondLst>
                                        </p:cTn>
                                        <p:tgtEl>
                                          <p:spTgt spid="8"/>
                                        </p:tgtEl>
                                        <p:attrNameLst>
                                          <p:attrName>ppt_y</p:attrName>
                                        </p:attrNameLst>
                                      </p:cBhvr>
                                      <p:tavLst>
                                        <p:tav tm="0">
                                          <p:val>
                                            <p:strVal val="#ppt_y-.03"/>
                                          </p:val>
                                        </p:tav>
                                        <p:tav tm="100000">
                                          <p:val>
                                            <p:strVal val="#ppt_y"/>
                                          </p:val>
                                        </p:tav>
                                      </p:tavLst>
                                    </p:anim>
                                  </p:childTnLst>
                                </p:cTn>
                              </p:par>
                              <p:par>
                                <p:cTn id="37" presetID="37" presetClass="entr" presetSubtype="0" fill="hold" nodeType="withEffect">
                                  <p:stCondLst>
                                    <p:cond delay="11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anim calcmode="lin" valueType="num">
                                      <p:cBhvr>
                                        <p:cTn id="40" dur="600" fill="hold"/>
                                        <p:tgtEl>
                                          <p:spTgt spid="9"/>
                                        </p:tgtEl>
                                        <p:attrNameLst>
                                          <p:attrName>ppt_x</p:attrName>
                                        </p:attrNameLst>
                                      </p:cBhvr>
                                      <p:tavLst>
                                        <p:tav tm="0">
                                          <p:val>
                                            <p:strVal val="#ppt_x"/>
                                          </p:val>
                                        </p:tav>
                                        <p:tav tm="100000">
                                          <p:val>
                                            <p:strVal val="#ppt_x"/>
                                          </p:val>
                                        </p:tav>
                                      </p:tavLst>
                                    </p:anim>
                                    <p:anim calcmode="lin" valueType="num">
                                      <p:cBhvr>
                                        <p:cTn id="41" dur="540" decel="100000" fill="hold"/>
                                        <p:tgtEl>
                                          <p:spTgt spid="9"/>
                                        </p:tgtEl>
                                        <p:attrNameLst>
                                          <p:attrName>ppt_y</p:attrName>
                                        </p:attrNameLst>
                                      </p:cBhvr>
                                      <p:tavLst>
                                        <p:tav tm="0">
                                          <p:val>
                                            <p:strVal val="#ppt_y+1"/>
                                          </p:val>
                                        </p:tav>
                                        <p:tav tm="100000">
                                          <p:val>
                                            <p:strVal val="#ppt_y-.03"/>
                                          </p:val>
                                        </p:tav>
                                      </p:tavLst>
                                    </p:anim>
                                    <p:anim calcmode="lin" valueType="num">
                                      <p:cBhvr>
                                        <p:cTn id="42" dur="60" accel="100000" fill="hold">
                                          <p:stCondLst>
                                            <p:cond delay="540"/>
                                          </p:stCondLst>
                                        </p:cTn>
                                        <p:tgtEl>
                                          <p:spTgt spid="9"/>
                                        </p:tgtEl>
                                        <p:attrNameLst>
                                          <p:attrName>ppt_y</p:attrName>
                                        </p:attrNameLst>
                                      </p:cBhvr>
                                      <p:tavLst>
                                        <p:tav tm="0">
                                          <p:val>
                                            <p:strVal val="#ppt_y-.03"/>
                                          </p:val>
                                        </p:tav>
                                        <p:tav tm="100000">
                                          <p:val>
                                            <p:strVal val="#ppt_y"/>
                                          </p:val>
                                        </p:tav>
                                      </p:tavLst>
                                    </p:anim>
                                  </p:childTnLst>
                                </p:cTn>
                              </p:par>
                              <p:par>
                                <p:cTn id="43" presetID="37" presetClass="entr" presetSubtype="0" fill="hold" nodeType="withEffect">
                                  <p:stCondLst>
                                    <p:cond delay="110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600"/>
                                        <p:tgtEl>
                                          <p:spTgt spid="10"/>
                                        </p:tgtEl>
                                      </p:cBhvr>
                                    </p:animEffect>
                                    <p:anim calcmode="lin" valueType="num">
                                      <p:cBhvr>
                                        <p:cTn id="46" dur="600" fill="hold"/>
                                        <p:tgtEl>
                                          <p:spTgt spid="10"/>
                                        </p:tgtEl>
                                        <p:attrNameLst>
                                          <p:attrName>ppt_x</p:attrName>
                                        </p:attrNameLst>
                                      </p:cBhvr>
                                      <p:tavLst>
                                        <p:tav tm="0">
                                          <p:val>
                                            <p:strVal val="#ppt_x"/>
                                          </p:val>
                                        </p:tav>
                                        <p:tav tm="100000">
                                          <p:val>
                                            <p:strVal val="#ppt_x"/>
                                          </p:val>
                                        </p:tav>
                                      </p:tavLst>
                                    </p:anim>
                                    <p:anim calcmode="lin" valueType="num">
                                      <p:cBhvr>
                                        <p:cTn id="47" dur="540" decel="100000" fill="hold"/>
                                        <p:tgtEl>
                                          <p:spTgt spid="10"/>
                                        </p:tgtEl>
                                        <p:attrNameLst>
                                          <p:attrName>ppt_y</p:attrName>
                                        </p:attrNameLst>
                                      </p:cBhvr>
                                      <p:tavLst>
                                        <p:tav tm="0">
                                          <p:val>
                                            <p:strVal val="#ppt_y+1"/>
                                          </p:val>
                                        </p:tav>
                                        <p:tav tm="100000">
                                          <p:val>
                                            <p:strVal val="#ppt_y-.03"/>
                                          </p:val>
                                        </p:tav>
                                      </p:tavLst>
                                    </p:anim>
                                    <p:anim calcmode="lin" valueType="num">
                                      <p:cBhvr>
                                        <p:cTn id="48" dur="60" accel="100000" fill="hold">
                                          <p:stCondLst>
                                            <p:cond delay="540"/>
                                          </p:stCondLst>
                                        </p:cTn>
                                        <p:tgtEl>
                                          <p:spTgt spid="10"/>
                                        </p:tgtEl>
                                        <p:attrNameLst>
                                          <p:attrName>ppt_y</p:attrName>
                                        </p:attrNameLst>
                                      </p:cBhvr>
                                      <p:tavLst>
                                        <p:tav tm="0">
                                          <p:val>
                                            <p:strVal val="#ppt_y-.03"/>
                                          </p:val>
                                        </p:tav>
                                        <p:tav tm="100000">
                                          <p:val>
                                            <p:strVal val="#ppt_y"/>
                                          </p:val>
                                        </p:tav>
                                      </p:tavLst>
                                    </p:anim>
                                  </p:childTnLst>
                                </p:cTn>
                              </p:par>
                              <p:par>
                                <p:cTn id="49" presetID="37" presetClass="entr" presetSubtype="0" fill="hold" grpId="0" nodeType="withEffect">
                                  <p:stCondLst>
                                    <p:cond delay="110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600"/>
                                        <p:tgtEl>
                                          <p:spTgt spid="11"/>
                                        </p:tgtEl>
                                      </p:cBhvr>
                                    </p:animEffect>
                                    <p:anim calcmode="lin" valueType="num">
                                      <p:cBhvr>
                                        <p:cTn id="52" dur="600" fill="hold"/>
                                        <p:tgtEl>
                                          <p:spTgt spid="11"/>
                                        </p:tgtEl>
                                        <p:attrNameLst>
                                          <p:attrName>ppt_x</p:attrName>
                                        </p:attrNameLst>
                                      </p:cBhvr>
                                      <p:tavLst>
                                        <p:tav tm="0">
                                          <p:val>
                                            <p:strVal val="#ppt_x"/>
                                          </p:val>
                                        </p:tav>
                                        <p:tav tm="100000">
                                          <p:val>
                                            <p:strVal val="#ppt_x"/>
                                          </p:val>
                                        </p:tav>
                                      </p:tavLst>
                                    </p:anim>
                                    <p:anim calcmode="lin" valueType="num">
                                      <p:cBhvr>
                                        <p:cTn id="53" dur="540" decel="100000" fill="hold"/>
                                        <p:tgtEl>
                                          <p:spTgt spid="11"/>
                                        </p:tgtEl>
                                        <p:attrNameLst>
                                          <p:attrName>ppt_y</p:attrName>
                                        </p:attrNameLst>
                                      </p:cBhvr>
                                      <p:tavLst>
                                        <p:tav tm="0">
                                          <p:val>
                                            <p:strVal val="#ppt_y+1"/>
                                          </p:val>
                                        </p:tav>
                                        <p:tav tm="100000">
                                          <p:val>
                                            <p:strVal val="#ppt_y-.03"/>
                                          </p:val>
                                        </p:tav>
                                      </p:tavLst>
                                    </p:anim>
                                    <p:anim calcmode="lin" valueType="num">
                                      <p:cBhvr>
                                        <p:cTn id="54" dur="60" accel="100000" fill="hold">
                                          <p:stCondLst>
                                            <p:cond delay="540"/>
                                          </p:stCondLst>
                                        </p:cTn>
                                        <p:tgtEl>
                                          <p:spTgt spid="11"/>
                                        </p:tgtEl>
                                        <p:attrNameLst>
                                          <p:attrName>ppt_y</p:attrName>
                                        </p:attrNameLst>
                                      </p:cBhvr>
                                      <p:tavLst>
                                        <p:tav tm="0">
                                          <p:val>
                                            <p:strVal val="#ppt_y-.03"/>
                                          </p:val>
                                        </p:tav>
                                        <p:tav tm="100000">
                                          <p:val>
                                            <p:strVal val="#ppt_y"/>
                                          </p:val>
                                        </p:tav>
                                      </p:tavLst>
                                    </p:anim>
                                  </p:childTnLst>
                                </p:cTn>
                              </p:par>
                              <p:par>
                                <p:cTn id="55" presetID="37" presetClass="entr" presetSubtype="0" fill="hold" nodeType="withEffect">
                                  <p:stCondLst>
                                    <p:cond delay="1375"/>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600"/>
                                        <p:tgtEl>
                                          <p:spTgt spid="12"/>
                                        </p:tgtEl>
                                      </p:cBhvr>
                                    </p:animEffect>
                                    <p:anim calcmode="lin" valueType="num">
                                      <p:cBhvr>
                                        <p:cTn id="58" dur="600" fill="hold"/>
                                        <p:tgtEl>
                                          <p:spTgt spid="12"/>
                                        </p:tgtEl>
                                        <p:attrNameLst>
                                          <p:attrName>ppt_x</p:attrName>
                                        </p:attrNameLst>
                                      </p:cBhvr>
                                      <p:tavLst>
                                        <p:tav tm="0">
                                          <p:val>
                                            <p:strVal val="#ppt_x"/>
                                          </p:val>
                                        </p:tav>
                                        <p:tav tm="100000">
                                          <p:val>
                                            <p:strVal val="#ppt_x"/>
                                          </p:val>
                                        </p:tav>
                                      </p:tavLst>
                                    </p:anim>
                                    <p:anim calcmode="lin" valueType="num">
                                      <p:cBhvr>
                                        <p:cTn id="59" dur="540" decel="100000" fill="hold"/>
                                        <p:tgtEl>
                                          <p:spTgt spid="12"/>
                                        </p:tgtEl>
                                        <p:attrNameLst>
                                          <p:attrName>ppt_y</p:attrName>
                                        </p:attrNameLst>
                                      </p:cBhvr>
                                      <p:tavLst>
                                        <p:tav tm="0">
                                          <p:val>
                                            <p:strVal val="#ppt_y+1"/>
                                          </p:val>
                                        </p:tav>
                                        <p:tav tm="100000">
                                          <p:val>
                                            <p:strVal val="#ppt_y-.03"/>
                                          </p:val>
                                        </p:tav>
                                      </p:tavLst>
                                    </p:anim>
                                    <p:anim calcmode="lin" valueType="num">
                                      <p:cBhvr>
                                        <p:cTn id="60" dur="60" accel="100000" fill="hold">
                                          <p:stCondLst>
                                            <p:cond delay="540"/>
                                          </p:stCondLst>
                                        </p:cTn>
                                        <p:tgtEl>
                                          <p:spTgt spid="12"/>
                                        </p:tgtEl>
                                        <p:attrNameLst>
                                          <p:attrName>ppt_y</p:attrName>
                                        </p:attrNameLst>
                                      </p:cBhvr>
                                      <p:tavLst>
                                        <p:tav tm="0">
                                          <p:val>
                                            <p:strVal val="#ppt_y-.03"/>
                                          </p:val>
                                        </p:tav>
                                        <p:tav tm="100000">
                                          <p:val>
                                            <p:strVal val="#ppt_y"/>
                                          </p:val>
                                        </p:tav>
                                      </p:tavLst>
                                    </p:anim>
                                  </p:childTnLst>
                                </p:cTn>
                              </p:par>
                              <p:par>
                                <p:cTn id="61" presetID="37" presetClass="entr" presetSubtype="0" fill="hold" nodeType="withEffect">
                                  <p:stCondLst>
                                    <p:cond delay="1375"/>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600"/>
                                        <p:tgtEl>
                                          <p:spTgt spid="13"/>
                                        </p:tgtEl>
                                      </p:cBhvr>
                                    </p:animEffect>
                                    <p:anim calcmode="lin" valueType="num">
                                      <p:cBhvr>
                                        <p:cTn id="64" dur="600" fill="hold"/>
                                        <p:tgtEl>
                                          <p:spTgt spid="13"/>
                                        </p:tgtEl>
                                        <p:attrNameLst>
                                          <p:attrName>ppt_x</p:attrName>
                                        </p:attrNameLst>
                                      </p:cBhvr>
                                      <p:tavLst>
                                        <p:tav tm="0">
                                          <p:val>
                                            <p:strVal val="#ppt_x"/>
                                          </p:val>
                                        </p:tav>
                                        <p:tav tm="100000">
                                          <p:val>
                                            <p:strVal val="#ppt_x"/>
                                          </p:val>
                                        </p:tav>
                                      </p:tavLst>
                                    </p:anim>
                                    <p:anim calcmode="lin" valueType="num">
                                      <p:cBhvr>
                                        <p:cTn id="65" dur="540" decel="100000" fill="hold"/>
                                        <p:tgtEl>
                                          <p:spTgt spid="13"/>
                                        </p:tgtEl>
                                        <p:attrNameLst>
                                          <p:attrName>ppt_y</p:attrName>
                                        </p:attrNameLst>
                                      </p:cBhvr>
                                      <p:tavLst>
                                        <p:tav tm="0">
                                          <p:val>
                                            <p:strVal val="#ppt_y+1"/>
                                          </p:val>
                                        </p:tav>
                                        <p:tav tm="100000">
                                          <p:val>
                                            <p:strVal val="#ppt_y-.03"/>
                                          </p:val>
                                        </p:tav>
                                      </p:tavLst>
                                    </p:anim>
                                    <p:anim calcmode="lin" valueType="num">
                                      <p:cBhvr>
                                        <p:cTn id="66" dur="60" accel="100000" fill="hold">
                                          <p:stCondLst>
                                            <p:cond delay="540"/>
                                          </p:stCondLst>
                                        </p:cTn>
                                        <p:tgtEl>
                                          <p:spTgt spid="13"/>
                                        </p:tgtEl>
                                        <p:attrNameLst>
                                          <p:attrName>ppt_y</p:attrName>
                                        </p:attrNameLst>
                                      </p:cBhvr>
                                      <p:tavLst>
                                        <p:tav tm="0">
                                          <p:val>
                                            <p:strVal val="#ppt_y-.03"/>
                                          </p:val>
                                        </p:tav>
                                        <p:tav tm="100000">
                                          <p:val>
                                            <p:strVal val="#ppt_y"/>
                                          </p:val>
                                        </p:tav>
                                      </p:tavLst>
                                    </p:anim>
                                  </p:childTnLst>
                                </p:cTn>
                              </p:par>
                              <p:par>
                                <p:cTn id="67" presetID="37" presetClass="entr" presetSubtype="0" fill="hold" grpId="0" nodeType="withEffect">
                                  <p:stCondLst>
                                    <p:cond delay="1375"/>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600"/>
                                        <p:tgtEl>
                                          <p:spTgt spid="14"/>
                                        </p:tgtEl>
                                      </p:cBhvr>
                                    </p:animEffect>
                                    <p:anim calcmode="lin" valueType="num">
                                      <p:cBhvr>
                                        <p:cTn id="70" dur="600" fill="hold"/>
                                        <p:tgtEl>
                                          <p:spTgt spid="14"/>
                                        </p:tgtEl>
                                        <p:attrNameLst>
                                          <p:attrName>ppt_x</p:attrName>
                                        </p:attrNameLst>
                                      </p:cBhvr>
                                      <p:tavLst>
                                        <p:tav tm="0">
                                          <p:val>
                                            <p:strVal val="#ppt_x"/>
                                          </p:val>
                                        </p:tav>
                                        <p:tav tm="100000">
                                          <p:val>
                                            <p:strVal val="#ppt_x"/>
                                          </p:val>
                                        </p:tav>
                                      </p:tavLst>
                                    </p:anim>
                                    <p:anim calcmode="lin" valueType="num">
                                      <p:cBhvr>
                                        <p:cTn id="71" dur="540" decel="100000" fill="hold"/>
                                        <p:tgtEl>
                                          <p:spTgt spid="14"/>
                                        </p:tgtEl>
                                        <p:attrNameLst>
                                          <p:attrName>ppt_y</p:attrName>
                                        </p:attrNameLst>
                                      </p:cBhvr>
                                      <p:tavLst>
                                        <p:tav tm="0">
                                          <p:val>
                                            <p:strVal val="#ppt_y+1"/>
                                          </p:val>
                                        </p:tav>
                                        <p:tav tm="100000">
                                          <p:val>
                                            <p:strVal val="#ppt_y-.03"/>
                                          </p:val>
                                        </p:tav>
                                      </p:tavLst>
                                    </p:anim>
                                    <p:anim calcmode="lin" valueType="num">
                                      <p:cBhvr>
                                        <p:cTn id="72"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par>
                                <p:cTn id="73" presetID="37" presetClass="entr" presetSubtype="0" fill="hold" nodeType="withEffect">
                                  <p:stCondLst>
                                    <p:cond delay="165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600"/>
                                        <p:tgtEl>
                                          <p:spTgt spid="15"/>
                                        </p:tgtEl>
                                      </p:cBhvr>
                                    </p:animEffect>
                                    <p:anim calcmode="lin" valueType="num">
                                      <p:cBhvr>
                                        <p:cTn id="76" dur="600" fill="hold"/>
                                        <p:tgtEl>
                                          <p:spTgt spid="15"/>
                                        </p:tgtEl>
                                        <p:attrNameLst>
                                          <p:attrName>ppt_x</p:attrName>
                                        </p:attrNameLst>
                                      </p:cBhvr>
                                      <p:tavLst>
                                        <p:tav tm="0">
                                          <p:val>
                                            <p:strVal val="#ppt_x"/>
                                          </p:val>
                                        </p:tav>
                                        <p:tav tm="100000">
                                          <p:val>
                                            <p:strVal val="#ppt_x"/>
                                          </p:val>
                                        </p:tav>
                                      </p:tavLst>
                                    </p:anim>
                                    <p:anim calcmode="lin" valueType="num">
                                      <p:cBhvr>
                                        <p:cTn id="77" dur="540" decel="100000" fill="hold"/>
                                        <p:tgtEl>
                                          <p:spTgt spid="15"/>
                                        </p:tgtEl>
                                        <p:attrNameLst>
                                          <p:attrName>ppt_y</p:attrName>
                                        </p:attrNameLst>
                                      </p:cBhvr>
                                      <p:tavLst>
                                        <p:tav tm="0">
                                          <p:val>
                                            <p:strVal val="#ppt_y+1"/>
                                          </p:val>
                                        </p:tav>
                                        <p:tav tm="100000">
                                          <p:val>
                                            <p:strVal val="#ppt_y-.03"/>
                                          </p:val>
                                        </p:tav>
                                      </p:tavLst>
                                    </p:anim>
                                    <p:anim calcmode="lin" valueType="num">
                                      <p:cBhvr>
                                        <p:cTn id="78"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par>
                                <p:cTn id="79" presetID="37" presetClass="entr" presetSubtype="0" fill="hold" nodeType="withEffect">
                                  <p:stCondLst>
                                    <p:cond delay="1650"/>
                                  </p:stCondLst>
                                  <p:childTnLst>
                                    <p:set>
                                      <p:cBhvr>
                                        <p:cTn id="80" dur="1" fill="hold">
                                          <p:stCondLst>
                                            <p:cond delay="0"/>
                                          </p:stCondLst>
                                        </p:cTn>
                                        <p:tgtEl>
                                          <p:spTgt spid="16"/>
                                        </p:tgtEl>
                                        <p:attrNameLst>
                                          <p:attrName>style.visibility</p:attrName>
                                        </p:attrNameLst>
                                      </p:cBhvr>
                                      <p:to>
                                        <p:strVal val="visible"/>
                                      </p:to>
                                    </p:set>
                                    <p:animEffect transition="in" filter="fade">
                                      <p:cBhvr>
                                        <p:cTn id="81" dur="600"/>
                                        <p:tgtEl>
                                          <p:spTgt spid="16"/>
                                        </p:tgtEl>
                                      </p:cBhvr>
                                    </p:animEffect>
                                    <p:anim calcmode="lin" valueType="num">
                                      <p:cBhvr>
                                        <p:cTn id="82" dur="600" fill="hold"/>
                                        <p:tgtEl>
                                          <p:spTgt spid="16"/>
                                        </p:tgtEl>
                                        <p:attrNameLst>
                                          <p:attrName>ppt_x</p:attrName>
                                        </p:attrNameLst>
                                      </p:cBhvr>
                                      <p:tavLst>
                                        <p:tav tm="0">
                                          <p:val>
                                            <p:strVal val="#ppt_x"/>
                                          </p:val>
                                        </p:tav>
                                        <p:tav tm="100000">
                                          <p:val>
                                            <p:strVal val="#ppt_x"/>
                                          </p:val>
                                        </p:tav>
                                      </p:tavLst>
                                    </p:anim>
                                    <p:anim calcmode="lin" valueType="num">
                                      <p:cBhvr>
                                        <p:cTn id="83" dur="540" decel="100000" fill="hold"/>
                                        <p:tgtEl>
                                          <p:spTgt spid="16"/>
                                        </p:tgtEl>
                                        <p:attrNameLst>
                                          <p:attrName>ppt_y</p:attrName>
                                        </p:attrNameLst>
                                      </p:cBhvr>
                                      <p:tavLst>
                                        <p:tav tm="0">
                                          <p:val>
                                            <p:strVal val="#ppt_y+1"/>
                                          </p:val>
                                        </p:tav>
                                        <p:tav tm="100000">
                                          <p:val>
                                            <p:strVal val="#ppt_y-.03"/>
                                          </p:val>
                                        </p:tav>
                                      </p:tavLst>
                                    </p:anim>
                                    <p:anim calcmode="lin" valueType="num">
                                      <p:cBhvr>
                                        <p:cTn id="84"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85" presetID="37" presetClass="entr" presetSubtype="0" fill="hold" grpId="0" nodeType="withEffect">
                                  <p:stCondLst>
                                    <p:cond delay="1650"/>
                                  </p:stCondLst>
                                  <p:childTnLst>
                                    <p:set>
                                      <p:cBhvr>
                                        <p:cTn id="86" dur="1" fill="hold">
                                          <p:stCondLst>
                                            <p:cond delay="0"/>
                                          </p:stCondLst>
                                        </p:cTn>
                                        <p:tgtEl>
                                          <p:spTgt spid="17"/>
                                        </p:tgtEl>
                                        <p:attrNameLst>
                                          <p:attrName>style.visibility</p:attrName>
                                        </p:attrNameLst>
                                      </p:cBhvr>
                                      <p:to>
                                        <p:strVal val="visible"/>
                                      </p:to>
                                    </p:set>
                                    <p:animEffect transition="in" filter="fade">
                                      <p:cBhvr>
                                        <p:cTn id="87" dur="600"/>
                                        <p:tgtEl>
                                          <p:spTgt spid="17"/>
                                        </p:tgtEl>
                                      </p:cBhvr>
                                    </p:animEffect>
                                    <p:anim calcmode="lin" valueType="num">
                                      <p:cBhvr>
                                        <p:cTn id="88" dur="600" fill="hold"/>
                                        <p:tgtEl>
                                          <p:spTgt spid="17"/>
                                        </p:tgtEl>
                                        <p:attrNameLst>
                                          <p:attrName>ppt_x</p:attrName>
                                        </p:attrNameLst>
                                      </p:cBhvr>
                                      <p:tavLst>
                                        <p:tav tm="0">
                                          <p:val>
                                            <p:strVal val="#ppt_x"/>
                                          </p:val>
                                        </p:tav>
                                        <p:tav tm="100000">
                                          <p:val>
                                            <p:strVal val="#ppt_x"/>
                                          </p:val>
                                        </p:tav>
                                      </p:tavLst>
                                    </p:anim>
                                    <p:anim calcmode="lin" valueType="num">
                                      <p:cBhvr>
                                        <p:cTn id="89" dur="540" decel="100000" fill="hold"/>
                                        <p:tgtEl>
                                          <p:spTgt spid="17"/>
                                        </p:tgtEl>
                                        <p:attrNameLst>
                                          <p:attrName>ppt_y</p:attrName>
                                        </p:attrNameLst>
                                      </p:cBhvr>
                                      <p:tavLst>
                                        <p:tav tm="0">
                                          <p:val>
                                            <p:strVal val="#ppt_y+1"/>
                                          </p:val>
                                        </p:tav>
                                        <p:tav tm="100000">
                                          <p:val>
                                            <p:strVal val="#ppt_y-.03"/>
                                          </p:val>
                                        </p:tav>
                                      </p:tavLst>
                                    </p:anim>
                                    <p:anim calcmode="lin" valueType="num">
                                      <p:cBhvr>
                                        <p:cTn id="90"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91" presetID="37" presetClass="entr" presetSubtype="0" fill="hold" nodeType="withEffect">
                                  <p:stCondLst>
                                    <p:cond delay="1925"/>
                                  </p:stCondLst>
                                  <p:childTnLst>
                                    <p:set>
                                      <p:cBhvr>
                                        <p:cTn id="92" dur="1" fill="hold">
                                          <p:stCondLst>
                                            <p:cond delay="0"/>
                                          </p:stCondLst>
                                        </p:cTn>
                                        <p:tgtEl>
                                          <p:spTgt spid="18"/>
                                        </p:tgtEl>
                                        <p:attrNameLst>
                                          <p:attrName>style.visibility</p:attrName>
                                        </p:attrNameLst>
                                      </p:cBhvr>
                                      <p:to>
                                        <p:strVal val="visible"/>
                                      </p:to>
                                    </p:set>
                                    <p:animEffect transition="in" filter="fade">
                                      <p:cBhvr>
                                        <p:cTn id="93" dur="600"/>
                                        <p:tgtEl>
                                          <p:spTgt spid="18"/>
                                        </p:tgtEl>
                                      </p:cBhvr>
                                    </p:animEffect>
                                    <p:anim calcmode="lin" valueType="num">
                                      <p:cBhvr>
                                        <p:cTn id="94" dur="600" fill="hold"/>
                                        <p:tgtEl>
                                          <p:spTgt spid="18"/>
                                        </p:tgtEl>
                                        <p:attrNameLst>
                                          <p:attrName>ppt_x</p:attrName>
                                        </p:attrNameLst>
                                      </p:cBhvr>
                                      <p:tavLst>
                                        <p:tav tm="0">
                                          <p:val>
                                            <p:strVal val="#ppt_x"/>
                                          </p:val>
                                        </p:tav>
                                        <p:tav tm="100000">
                                          <p:val>
                                            <p:strVal val="#ppt_x"/>
                                          </p:val>
                                        </p:tav>
                                      </p:tavLst>
                                    </p:anim>
                                    <p:anim calcmode="lin" valueType="num">
                                      <p:cBhvr>
                                        <p:cTn id="95" dur="540" decel="100000" fill="hold"/>
                                        <p:tgtEl>
                                          <p:spTgt spid="18"/>
                                        </p:tgtEl>
                                        <p:attrNameLst>
                                          <p:attrName>ppt_y</p:attrName>
                                        </p:attrNameLst>
                                      </p:cBhvr>
                                      <p:tavLst>
                                        <p:tav tm="0">
                                          <p:val>
                                            <p:strVal val="#ppt_y+1"/>
                                          </p:val>
                                        </p:tav>
                                        <p:tav tm="100000">
                                          <p:val>
                                            <p:strVal val="#ppt_y-.03"/>
                                          </p:val>
                                        </p:tav>
                                      </p:tavLst>
                                    </p:anim>
                                    <p:anim calcmode="lin" valueType="num">
                                      <p:cBhvr>
                                        <p:cTn id="96"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par>
                                <p:cTn id="97" presetID="37" presetClass="entr" presetSubtype="0" fill="hold" nodeType="withEffect">
                                  <p:stCondLst>
                                    <p:cond delay="1925"/>
                                  </p:stCondLst>
                                  <p:childTnLst>
                                    <p:set>
                                      <p:cBhvr>
                                        <p:cTn id="98" dur="1" fill="hold">
                                          <p:stCondLst>
                                            <p:cond delay="0"/>
                                          </p:stCondLst>
                                        </p:cTn>
                                        <p:tgtEl>
                                          <p:spTgt spid="19"/>
                                        </p:tgtEl>
                                        <p:attrNameLst>
                                          <p:attrName>style.visibility</p:attrName>
                                        </p:attrNameLst>
                                      </p:cBhvr>
                                      <p:to>
                                        <p:strVal val="visible"/>
                                      </p:to>
                                    </p:set>
                                    <p:animEffect transition="in" filter="fade">
                                      <p:cBhvr>
                                        <p:cTn id="99" dur="600"/>
                                        <p:tgtEl>
                                          <p:spTgt spid="19"/>
                                        </p:tgtEl>
                                      </p:cBhvr>
                                    </p:animEffect>
                                    <p:anim calcmode="lin" valueType="num">
                                      <p:cBhvr>
                                        <p:cTn id="100" dur="600" fill="hold"/>
                                        <p:tgtEl>
                                          <p:spTgt spid="19"/>
                                        </p:tgtEl>
                                        <p:attrNameLst>
                                          <p:attrName>ppt_x</p:attrName>
                                        </p:attrNameLst>
                                      </p:cBhvr>
                                      <p:tavLst>
                                        <p:tav tm="0">
                                          <p:val>
                                            <p:strVal val="#ppt_x"/>
                                          </p:val>
                                        </p:tav>
                                        <p:tav tm="100000">
                                          <p:val>
                                            <p:strVal val="#ppt_x"/>
                                          </p:val>
                                        </p:tav>
                                      </p:tavLst>
                                    </p:anim>
                                    <p:anim calcmode="lin" valueType="num">
                                      <p:cBhvr>
                                        <p:cTn id="101" dur="540" decel="100000" fill="hold"/>
                                        <p:tgtEl>
                                          <p:spTgt spid="19"/>
                                        </p:tgtEl>
                                        <p:attrNameLst>
                                          <p:attrName>ppt_y</p:attrName>
                                        </p:attrNameLst>
                                      </p:cBhvr>
                                      <p:tavLst>
                                        <p:tav tm="0">
                                          <p:val>
                                            <p:strVal val="#ppt_y+1"/>
                                          </p:val>
                                        </p:tav>
                                        <p:tav tm="100000">
                                          <p:val>
                                            <p:strVal val="#ppt_y-.03"/>
                                          </p:val>
                                        </p:tav>
                                      </p:tavLst>
                                    </p:anim>
                                    <p:anim calcmode="lin" valueType="num">
                                      <p:cBhvr>
                                        <p:cTn id="102" dur="60" accel="100000" fill="hold">
                                          <p:stCondLst>
                                            <p:cond delay="540"/>
                                          </p:stCondLst>
                                        </p:cTn>
                                        <p:tgtEl>
                                          <p:spTgt spid="19"/>
                                        </p:tgtEl>
                                        <p:attrNameLst>
                                          <p:attrName>ppt_y</p:attrName>
                                        </p:attrNameLst>
                                      </p:cBhvr>
                                      <p:tavLst>
                                        <p:tav tm="0">
                                          <p:val>
                                            <p:strVal val="#ppt_y-.03"/>
                                          </p:val>
                                        </p:tav>
                                        <p:tav tm="100000">
                                          <p:val>
                                            <p:strVal val="#ppt_y"/>
                                          </p:val>
                                        </p:tav>
                                      </p:tavLst>
                                    </p:anim>
                                  </p:childTnLst>
                                </p:cTn>
                              </p:par>
                              <p:par>
                                <p:cTn id="103" presetID="37" presetClass="entr" presetSubtype="0" fill="hold" grpId="0" nodeType="withEffect">
                                  <p:stCondLst>
                                    <p:cond delay="1925"/>
                                  </p:stCondLst>
                                  <p:childTnLst>
                                    <p:set>
                                      <p:cBhvr>
                                        <p:cTn id="104" dur="1" fill="hold">
                                          <p:stCondLst>
                                            <p:cond delay="0"/>
                                          </p:stCondLst>
                                        </p:cTn>
                                        <p:tgtEl>
                                          <p:spTgt spid="20"/>
                                        </p:tgtEl>
                                        <p:attrNameLst>
                                          <p:attrName>style.visibility</p:attrName>
                                        </p:attrNameLst>
                                      </p:cBhvr>
                                      <p:to>
                                        <p:strVal val="visible"/>
                                      </p:to>
                                    </p:set>
                                    <p:animEffect transition="in" filter="fade">
                                      <p:cBhvr>
                                        <p:cTn id="105" dur="600"/>
                                        <p:tgtEl>
                                          <p:spTgt spid="20"/>
                                        </p:tgtEl>
                                      </p:cBhvr>
                                    </p:animEffect>
                                    <p:anim calcmode="lin" valueType="num">
                                      <p:cBhvr>
                                        <p:cTn id="106" dur="600" fill="hold"/>
                                        <p:tgtEl>
                                          <p:spTgt spid="20"/>
                                        </p:tgtEl>
                                        <p:attrNameLst>
                                          <p:attrName>ppt_x</p:attrName>
                                        </p:attrNameLst>
                                      </p:cBhvr>
                                      <p:tavLst>
                                        <p:tav tm="0">
                                          <p:val>
                                            <p:strVal val="#ppt_x"/>
                                          </p:val>
                                        </p:tav>
                                        <p:tav tm="100000">
                                          <p:val>
                                            <p:strVal val="#ppt_x"/>
                                          </p:val>
                                        </p:tav>
                                      </p:tavLst>
                                    </p:anim>
                                    <p:anim calcmode="lin" valueType="num">
                                      <p:cBhvr>
                                        <p:cTn id="107" dur="540" decel="100000" fill="hold"/>
                                        <p:tgtEl>
                                          <p:spTgt spid="20"/>
                                        </p:tgtEl>
                                        <p:attrNameLst>
                                          <p:attrName>ppt_y</p:attrName>
                                        </p:attrNameLst>
                                      </p:cBhvr>
                                      <p:tavLst>
                                        <p:tav tm="0">
                                          <p:val>
                                            <p:strVal val="#ppt_y+1"/>
                                          </p:val>
                                        </p:tav>
                                        <p:tav tm="100000">
                                          <p:val>
                                            <p:strVal val="#ppt_y-.03"/>
                                          </p:val>
                                        </p:tav>
                                      </p:tavLst>
                                    </p:anim>
                                    <p:anim calcmode="lin" valueType="num">
                                      <p:cBhvr>
                                        <p:cTn id="108" dur="60" accel="100000" fill="hold">
                                          <p:stCondLst>
                                            <p:cond delay="540"/>
                                          </p:stCondLst>
                                        </p:cTn>
                                        <p:tgtEl>
                                          <p:spTgt spid="20"/>
                                        </p:tgtEl>
                                        <p:attrNameLst>
                                          <p:attrName>ppt_y</p:attrName>
                                        </p:attrNameLst>
                                      </p:cBhvr>
                                      <p:tavLst>
                                        <p:tav tm="0">
                                          <p:val>
                                            <p:strVal val="#ppt_y-.03"/>
                                          </p:val>
                                        </p:tav>
                                        <p:tav tm="100000">
                                          <p:val>
                                            <p:strVal val="#ppt_y"/>
                                          </p:val>
                                        </p:tav>
                                      </p:tavLst>
                                    </p:anim>
                                  </p:childTnLst>
                                </p:cTn>
                              </p:par>
                              <p:par>
                                <p:cTn id="109" presetID="10" presetClass="entr" presetSubtype="0" fill="hold" grpId="0" nodeType="withEffect">
                                  <p:stCondLst>
                                    <p:cond delay="2200"/>
                                  </p:stCondLst>
                                  <p:childTnLst>
                                    <p:set>
                                      <p:cBhvr>
                                        <p:cTn id="110" dur="1" fill="hold">
                                          <p:stCondLst>
                                            <p:cond delay="0"/>
                                          </p:stCondLst>
                                        </p:cTn>
                                        <p:tgtEl>
                                          <p:spTgt spid="21"/>
                                        </p:tgtEl>
                                        <p:attrNameLst>
                                          <p:attrName>style.visibility</p:attrName>
                                        </p:attrNameLst>
                                      </p:cBhvr>
                                      <p:to>
                                        <p:strVal val="visible"/>
                                      </p:to>
                                    </p:set>
                                    <p:animEffect transition="in" filter="fade">
                                      <p:cBhvr>
                                        <p:cTn id="111"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1" grpId="0" animBg="1"/>
      <p:bldP spid="14" grpId="0" animBg="1"/>
      <p:bldP spid="17"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3|fade|209"/>
          <p:cNvSpPr txBox="1"/>
          <p:nvPr/>
        </p:nvSpPr>
        <p:spPr>
          <a:xfrm>
            <a:off x="6675120" y="868680"/>
            <a:ext cx="4937760"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ماذا يحدث بعد الطلب؟</a:t>
            </a:r>
            <a:endParaRPr lang="ar-IQ" sz="1400" dirty="0"/>
          </a:p>
        </p:txBody>
      </p:sp>
      <p:sp>
        <p:nvSpPr>
          <p:cNvPr id="3" name="anim|3|fade|210"/>
          <p:cNvSpPr txBox="1"/>
          <p:nvPr/>
        </p:nvSpPr>
        <p:spPr>
          <a:xfrm>
            <a:off x="6675120" y="1188720"/>
            <a:ext cx="4937760" cy="1371600"/>
          </a:xfrm>
          <a:prstGeom prst="rect">
            <a:avLst/>
          </a:prstGeom>
          <a:noFill/>
          <a:ln/>
        </p:spPr>
        <p:txBody>
          <a:bodyPr wrap="square" lIns="0" tIns="0" rIns="0" bIns="0" rtlCol="0" anchor="t"/>
          <a:lstStyle/>
          <a:p>
            <a:pPr marL="0" indent="0" algn="r" rtl="1">
              <a:buNone/>
            </a:pPr>
            <a:r>
              <a:rPr lang="ar-IQ" altLang="en-US" sz="3600" b="1" dirty="0">
                <a:solidFill>
                  <a:srgbClr val="221C1B"/>
                </a:solidFill>
                <a:latin typeface="Segoe UI" pitchFamily="34" charset="0"/>
                <a:ea typeface="Segoe UI" pitchFamily="34" charset="-122"/>
                <a:cs typeface="Segoe UI" pitchFamily="34" charset="-120"/>
              </a:rPr>
              <a:t>طلب واضح، ورقم مرجعي بنفس اللحظة</a:t>
            </a:r>
            <a:endParaRPr lang="ar-IQ" sz="3600" dirty="0"/>
          </a:p>
        </p:txBody>
      </p:sp>
      <p:sp>
        <p:nvSpPr>
          <p:cNvPr id="4" name="anim|4|fade|211"/>
          <p:cNvSpPr txBox="1"/>
          <p:nvPr/>
        </p:nvSpPr>
        <p:spPr>
          <a:xfrm>
            <a:off x="6675120" y="2651760"/>
            <a:ext cx="4937760" cy="1097280"/>
          </a:xfrm>
          <a:prstGeom prst="rect">
            <a:avLst/>
          </a:prstGeom>
          <a:noFill/>
          <a:ln/>
        </p:spPr>
        <p:txBody>
          <a:bodyPr wrap="square" lIns="0" tIns="0" rIns="0" bIns="0" rtlCol="0" anchor="t"/>
          <a:lstStyle/>
          <a:p>
            <a:pPr marL="0" indent="0" algn="r" rtl="1">
              <a:buNone/>
            </a:pPr>
            <a:r>
              <a:rPr lang="ar-IQ" altLang="en-US" sz="1800" dirty="0">
                <a:solidFill>
                  <a:srgbClr val="6E6461"/>
                </a:solidFill>
                <a:latin typeface="Segoe UI" pitchFamily="34" charset="0"/>
                <a:ea typeface="Segoe UI" pitchFamily="34" charset="-122"/>
                <a:cs typeface="Segoe UI" pitchFamily="34" charset="-120"/>
              </a:rPr>
              <a:t>بس الاسم والرقم، وبدون حساب. الطلب يوصل لفريق SAWA أول، ورقم العميل ما يشوفه غيرنا.</a:t>
            </a:r>
            <a:endParaRPr lang="ar-IQ" sz="1800" dirty="0"/>
          </a:p>
        </p:txBody>
      </p:sp>
      <p:sp>
        <p:nvSpPr>
          <p:cNvPr id="5" name="anim|5|zoom|212"/>
          <p:cNvSpPr/>
          <p:nvPr/>
        </p:nvSpPr>
        <p:spPr>
          <a:xfrm>
            <a:off x="6675120" y="3977640"/>
            <a:ext cx="4937760" cy="1417320"/>
          </a:xfrm>
          <a:prstGeom prst="roundRect">
            <a:avLst>
              <a:gd name="adj" fmla="val 11613"/>
            </a:avLst>
          </a:prstGeom>
          <a:solidFill>
            <a:srgbClr val="6E1E33"/>
          </a:solidFill>
          <a:ln w="9525">
            <a:solidFill>
              <a:srgbClr val="6E1E33"/>
            </a:solidFill>
            <a:prstDash val="solid"/>
          </a:ln>
          <a:effectLst>
            <a:outerShdw blurRad="152400" dist="38100" dir="5400000" algn="bl" rotWithShape="0">
              <a:srgbClr val="3B2A25">
                <a:alpha val="12000"/>
              </a:srgbClr>
            </a:outerShdw>
          </a:effectLst>
        </p:spPr>
      </p:sp>
      <p:pic>
        <p:nvPicPr>
          <p:cNvPr id="6" name="anim|5|zoom|213" descr="C:\Users\AL-NOOR\Downloads\app-research-lab\app-research-lab\presentation\assets\icons\shield_champagne.png"/>
          <p:cNvPicPr>
            <a:picLocks noChangeAspect="1"/>
          </p:cNvPicPr>
          <p:nvPr/>
        </p:nvPicPr>
        <p:blipFill>
          <a:blip r:embed="rId4"/>
          <a:stretch>
            <a:fillRect/>
          </a:stretch>
        </p:blipFill>
        <p:spPr>
          <a:xfrm>
            <a:off x="10972800" y="4206240"/>
            <a:ext cx="457200" cy="457200"/>
          </a:xfrm>
          <a:prstGeom prst="rect">
            <a:avLst/>
          </a:prstGeom>
        </p:spPr>
      </p:pic>
      <p:sp>
        <p:nvSpPr>
          <p:cNvPr id="7" name="anim|5|zoom|214"/>
          <p:cNvSpPr txBox="1"/>
          <p:nvPr/>
        </p:nvSpPr>
        <p:spPr>
          <a:xfrm>
            <a:off x="6903720" y="4114800"/>
            <a:ext cx="3931920" cy="457200"/>
          </a:xfrm>
          <a:prstGeom prst="rect">
            <a:avLst/>
          </a:prstGeom>
          <a:noFill/>
          <a:ln/>
        </p:spPr>
        <p:txBody>
          <a:bodyPr wrap="square" lIns="0" tIns="0" rIns="0" bIns="0" rtlCol="0" anchor="t"/>
          <a:lstStyle/>
          <a:p>
            <a:pPr marL="0" indent="0" algn="r" rtl="1">
              <a:buNone/>
            </a:pPr>
            <a:r>
              <a:rPr lang="ar-IQ" altLang="en-US" sz="2000" b="1" dirty="0">
                <a:solidFill>
                  <a:srgbClr val="FFFFFF"/>
                </a:solidFill>
                <a:latin typeface="Segoe UI" pitchFamily="34" charset="0"/>
                <a:ea typeface="Segoe UI" pitchFamily="34" charset="-122"/>
                <a:cs typeface="Segoe UI" pitchFamily="34" charset="-120"/>
              </a:rPr>
              <a:t>SAWA ما يوعد بحجز فوري</a:t>
            </a:r>
            <a:endParaRPr lang="ar-IQ" sz="2000" dirty="0"/>
          </a:p>
        </p:txBody>
      </p:sp>
      <p:sp>
        <p:nvSpPr>
          <p:cNvPr id="8" name="anim|5|zoom|215"/>
          <p:cNvSpPr txBox="1"/>
          <p:nvPr/>
        </p:nvSpPr>
        <p:spPr>
          <a:xfrm>
            <a:off x="6903720" y="4572000"/>
            <a:ext cx="3931920" cy="731520"/>
          </a:xfrm>
          <a:prstGeom prst="rect">
            <a:avLst/>
          </a:prstGeom>
          <a:noFill/>
          <a:ln/>
        </p:spPr>
        <p:txBody>
          <a:bodyPr wrap="square" lIns="0" tIns="0" rIns="0" bIns="0" rtlCol="0" anchor="t"/>
          <a:lstStyle/>
          <a:p>
            <a:pPr marL="0" indent="0" algn="r" rtl="1">
              <a:buNone/>
            </a:pPr>
            <a:r>
              <a:rPr lang="ar-IQ" altLang="en-US" sz="1500" dirty="0">
                <a:solidFill>
                  <a:srgbClr val="E8D8BD"/>
                </a:solidFill>
                <a:latin typeface="Segoe UI" pitchFamily="34" charset="0"/>
                <a:ea typeface="Segoe UI" pitchFamily="34" charset="-122"/>
                <a:cs typeface="Segoe UI" pitchFamily="34" charset="-120"/>
              </a:rPr>
              <a:t>ماكو زر Book Now وهمي. نتأكد من التفاصيل ويا الطرفين قبل كلشي.</a:t>
            </a:r>
            <a:endParaRPr lang="ar-IQ" sz="1500" dirty="0"/>
          </a:p>
        </p:txBody>
      </p:sp>
      <p:pic>
        <p:nvPicPr>
          <p:cNvPr id="9" name="anim|1|flyup|216" descr="C:\Users\AL-NOOR\Downloads\app-research-lab\app-research-lab\presentation\assets\phones\contact.png"/>
          <p:cNvPicPr>
            <a:picLocks noChangeAspect="1"/>
          </p:cNvPicPr>
          <p:nvPr/>
        </p:nvPicPr>
        <p:blipFill>
          <a:blip r:embed="rId5"/>
          <a:stretch>
            <a:fillRect/>
          </a:stretch>
        </p:blipFill>
        <p:spPr>
          <a:xfrm>
            <a:off x="731520" y="548640"/>
            <a:ext cx="2542731" cy="5577840"/>
          </a:xfrm>
          <a:prstGeom prst="rect">
            <a:avLst/>
          </a:prstGeom>
          <a:effectLst>
            <a:outerShdw blurRad="279400" dist="101600" dir="5400000" algn="bl" rotWithShape="0">
              <a:srgbClr val="000000">
                <a:alpha val="35000"/>
              </a:srgbClr>
            </a:outerShdw>
          </a:effectLst>
        </p:spPr>
      </p:pic>
      <p:pic>
        <p:nvPicPr>
          <p:cNvPr id="10" name="anim|2|flyup|217" descr="C:\Users\AL-NOOR\Downloads\app-research-lab\app-research-lab\presentation\assets\phones\success.png"/>
          <p:cNvPicPr>
            <a:picLocks noChangeAspect="1"/>
          </p:cNvPicPr>
          <p:nvPr/>
        </p:nvPicPr>
        <p:blipFill>
          <a:blip r:embed="rId6"/>
          <a:stretch>
            <a:fillRect/>
          </a:stretch>
        </p:blipFill>
        <p:spPr>
          <a:xfrm>
            <a:off x="3703320" y="548640"/>
            <a:ext cx="2542731" cy="5577840"/>
          </a:xfrm>
          <a:prstGeom prst="rect">
            <a:avLst/>
          </a:prstGeom>
          <a:effectLst>
            <a:outerShdw blurRad="279400" dist="101600" dir="5400000" algn="bl" rotWithShape="0">
              <a:srgbClr val="000000">
                <a:alpha val="35000"/>
              </a:srgbClr>
            </a:outerShdw>
          </a:effectLst>
        </p:spPr>
      </p:pic>
      <p:sp>
        <p:nvSpPr>
          <p:cNvPr id="11" name="anim|2|flyup|218"/>
          <p:cNvSpPr txBox="1"/>
          <p:nvPr/>
        </p:nvSpPr>
        <p:spPr>
          <a:xfrm>
            <a:off x="3703320" y="6199632"/>
            <a:ext cx="2560320" cy="274320"/>
          </a:xfrm>
          <a:prstGeom prst="rect">
            <a:avLst/>
          </a:prstGeom>
          <a:noFill/>
          <a:ln/>
        </p:spPr>
        <p:txBody>
          <a:bodyPr wrap="square" lIns="0" tIns="0" rIns="0" bIns="0" rtlCol="0" anchor="t"/>
          <a:lstStyle/>
          <a:p>
            <a:pPr marL="0" indent="0" algn="ctr" rtl="1">
              <a:buNone/>
            </a:pPr>
            <a:r>
              <a:rPr lang="ar-IQ" altLang="en-US" sz="1200" dirty="0">
                <a:solidFill>
                  <a:srgbClr val="6E6461"/>
                </a:solidFill>
                <a:latin typeface="Segoe UI" pitchFamily="34" charset="0"/>
                <a:ea typeface="Segoe UI" pitchFamily="34" charset="-122"/>
                <a:cs typeface="Segoe UI" pitchFamily="34" charset="-120"/>
              </a:rPr>
              <a:t>رقم مرجعي (مثال)</a:t>
            </a:r>
            <a:endParaRPr lang="ar-IQ" sz="1200" dirty="0"/>
          </a:p>
        </p:txBody>
      </p:sp>
      <p:sp>
        <p:nvSpPr>
          <p:cNvPr id="12" name="Text 7"/>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11</a:t>
            </a:r>
            <a:endParaRPr lang="en-US" sz="1000" dirty="0"/>
          </a:p>
        </p:txBody>
      </p:sp>
      <p:sp>
        <p:nvSpPr>
          <p:cNvPr id="13" name="Text 8"/>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5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800" fill="hold"/>
                                        <p:tgtEl>
                                          <p:spTgt spid="9"/>
                                        </p:tgtEl>
                                        <p:attrNameLst>
                                          <p:attrName>ppt_x</p:attrName>
                                        </p:attrNameLst>
                                      </p:cBhvr>
                                      <p:tavLst>
                                        <p:tav tm="0">
                                          <p:val>
                                            <p:strVal val="#ppt_x"/>
                                          </p:val>
                                        </p:tav>
                                        <p:tav tm="100000">
                                          <p:val>
                                            <p:strVal val="#ppt_x"/>
                                          </p:val>
                                        </p:tav>
                                      </p:tavLst>
                                    </p:anim>
                                    <p:anim calcmode="lin" valueType="num">
                                      <p:cBhvr additive="base">
                                        <p:cTn id="8" dur="8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8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800" fill="hold"/>
                                        <p:tgtEl>
                                          <p:spTgt spid="10"/>
                                        </p:tgtEl>
                                        <p:attrNameLst>
                                          <p:attrName>ppt_x</p:attrName>
                                        </p:attrNameLst>
                                      </p:cBhvr>
                                      <p:tavLst>
                                        <p:tav tm="0">
                                          <p:val>
                                            <p:strVal val="#ppt_x"/>
                                          </p:val>
                                        </p:tav>
                                        <p:tav tm="100000">
                                          <p:val>
                                            <p:strVal val="#ppt_x"/>
                                          </p:val>
                                        </p:tav>
                                      </p:tavLst>
                                    </p:anim>
                                    <p:anim calcmode="lin" valueType="num">
                                      <p:cBhvr additive="base">
                                        <p:cTn id="12" dur="8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8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800" fill="hold"/>
                                        <p:tgtEl>
                                          <p:spTgt spid="11"/>
                                        </p:tgtEl>
                                        <p:attrNameLst>
                                          <p:attrName>ppt_x</p:attrName>
                                        </p:attrNameLst>
                                      </p:cBhvr>
                                      <p:tavLst>
                                        <p:tav tm="0">
                                          <p:val>
                                            <p:strVal val="#ppt_x"/>
                                          </p:val>
                                        </p:tav>
                                        <p:tav tm="100000">
                                          <p:val>
                                            <p:strVal val="#ppt_x"/>
                                          </p:val>
                                        </p:tav>
                                      </p:tavLst>
                                    </p:anim>
                                    <p:anim calcmode="lin" valueType="num">
                                      <p:cBhvr additive="base">
                                        <p:cTn id="16" dur="800" fill="hold"/>
                                        <p:tgtEl>
                                          <p:spTgt spid="11"/>
                                        </p:tgtEl>
                                        <p:attrNameLst>
                                          <p:attrName>ppt_y</p:attrName>
                                        </p:attrNameLst>
                                      </p:cBhvr>
                                      <p:tavLst>
                                        <p:tav tm="0">
                                          <p:val>
                                            <p:strVal val="1+#ppt_h/2"/>
                                          </p:val>
                                        </p:tav>
                                        <p:tav tm="100000">
                                          <p:val>
                                            <p:strVal val="#ppt_y"/>
                                          </p:val>
                                        </p:tav>
                                      </p:tavLst>
                                    </p:anim>
                                  </p:childTnLst>
                                </p:cTn>
                              </p:par>
                              <p:par>
                                <p:cTn id="17" presetID="10" presetClass="entr" presetSubtype="0" fill="hold" grpId="0" nodeType="withEffect">
                                  <p:stCondLst>
                                    <p:cond delay="56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600"/>
                                        <p:tgtEl>
                                          <p:spTgt spid="2"/>
                                        </p:tgtEl>
                                      </p:cBhvr>
                                    </p:animEffect>
                                  </p:childTnLst>
                                </p:cTn>
                              </p:par>
                              <p:par>
                                <p:cTn id="20" presetID="10" presetClass="entr" presetSubtype="0" fill="hold" grpId="0" nodeType="withEffect">
                                  <p:stCondLst>
                                    <p:cond delay="56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600"/>
                                        <p:tgtEl>
                                          <p:spTgt spid="3"/>
                                        </p:tgtEl>
                                      </p:cBhvr>
                                    </p:animEffect>
                                  </p:childTnLst>
                                </p:cTn>
                              </p:par>
                              <p:par>
                                <p:cTn id="23" presetID="10" presetClass="entr" presetSubtype="0" fill="hold" grpId="0" nodeType="withEffect">
                                  <p:stCondLst>
                                    <p:cond delay="84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600"/>
                                        <p:tgtEl>
                                          <p:spTgt spid="4"/>
                                        </p:tgtEl>
                                      </p:cBhvr>
                                    </p:animEffect>
                                  </p:childTnLst>
                                </p:cTn>
                              </p:par>
                              <p:par>
                                <p:cTn id="26" presetID="53" presetClass="entr" presetSubtype="16" fill="hold" nodeType="withEffect">
                                  <p:stCondLst>
                                    <p:cond delay="112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par>
                                <p:cTn id="31" presetID="53" presetClass="entr" presetSubtype="16" fill="hold" nodeType="withEffect">
                                  <p:stCondLst>
                                    <p:cond delay="112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ppt_w</p:attrName>
                                        </p:attrNameLst>
                                      </p:cBhvr>
                                      <p:tavLst>
                                        <p:tav tm="0">
                                          <p:val>
                                            <p:fltVal val="0"/>
                                          </p:val>
                                        </p:tav>
                                        <p:tav tm="100000">
                                          <p:val>
                                            <p:strVal val="#ppt_w"/>
                                          </p:val>
                                        </p:tav>
                                      </p:tavLst>
                                    </p:anim>
                                    <p:anim calcmode="lin" valueType="num">
                                      <p:cBhvr>
                                        <p:cTn id="34" dur="500" fill="hold"/>
                                        <p:tgtEl>
                                          <p:spTgt spid="6"/>
                                        </p:tgtEl>
                                        <p:attrNameLst>
                                          <p:attrName>ppt_h</p:attrName>
                                        </p:attrNameLst>
                                      </p:cBhvr>
                                      <p:tavLst>
                                        <p:tav tm="0">
                                          <p:val>
                                            <p:fltVal val="0"/>
                                          </p:val>
                                        </p:tav>
                                        <p:tav tm="100000">
                                          <p:val>
                                            <p:strVal val="#ppt_h"/>
                                          </p:val>
                                        </p:tav>
                                      </p:tavLst>
                                    </p:anim>
                                    <p:animEffect transition="in" filter="fade">
                                      <p:cBhvr>
                                        <p:cTn id="35" dur="500"/>
                                        <p:tgtEl>
                                          <p:spTgt spid="6"/>
                                        </p:tgtEl>
                                      </p:cBhvr>
                                    </p:animEffect>
                                  </p:childTnLst>
                                </p:cTn>
                              </p:par>
                              <p:par>
                                <p:cTn id="36" presetID="53" presetClass="entr" presetSubtype="16" fill="hold" grpId="0" nodeType="withEffect">
                                  <p:stCondLst>
                                    <p:cond delay="112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fill="hold"/>
                                        <p:tgtEl>
                                          <p:spTgt spid="7"/>
                                        </p:tgtEl>
                                        <p:attrNameLst>
                                          <p:attrName>ppt_w</p:attrName>
                                        </p:attrNameLst>
                                      </p:cBhvr>
                                      <p:tavLst>
                                        <p:tav tm="0">
                                          <p:val>
                                            <p:fltVal val="0"/>
                                          </p:val>
                                        </p:tav>
                                        <p:tav tm="100000">
                                          <p:val>
                                            <p:strVal val="#ppt_w"/>
                                          </p:val>
                                        </p:tav>
                                      </p:tavLst>
                                    </p:anim>
                                    <p:anim calcmode="lin" valueType="num">
                                      <p:cBhvr>
                                        <p:cTn id="39" dur="500" fill="hold"/>
                                        <p:tgtEl>
                                          <p:spTgt spid="7"/>
                                        </p:tgtEl>
                                        <p:attrNameLst>
                                          <p:attrName>ppt_h</p:attrName>
                                        </p:attrNameLst>
                                      </p:cBhvr>
                                      <p:tavLst>
                                        <p:tav tm="0">
                                          <p:val>
                                            <p:fltVal val="0"/>
                                          </p:val>
                                        </p:tav>
                                        <p:tav tm="100000">
                                          <p:val>
                                            <p:strVal val="#ppt_h"/>
                                          </p:val>
                                        </p:tav>
                                      </p:tavLst>
                                    </p:anim>
                                    <p:animEffect transition="in" filter="fade">
                                      <p:cBhvr>
                                        <p:cTn id="40" dur="500"/>
                                        <p:tgtEl>
                                          <p:spTgt spid="7"/>
                                        </p:tgtEl>
                                      </p:cBhvr>
                                    </p:animEffect>
                                  </p:childTnLst>
                                </p:cTn>
                              </p:par>
                              <p:par>
                                <p:cTn id="41" presetID="53" presetClass="entr" presetSubtype="16" fill="hold" grpId="0" nodeType="withEffect">
                                  <p:stCondLst>
                                    <p:cond delay="1120"/>
                                  </p:stCondLst>
                                  <p:childTnLst>
                                    <p:set>
                                      <p:cBhvr>
                                        <p:cTn id="42" dur="1" fill="hold">
                                          <p:stCondLst>
                                            <p:cond delay="0"/>
                                          </p:stCondLst>
                                        </p:cTn>
                                        <p:tgtEl>
                                          <p:spTgt spid="8"/>
                                        </p:tgtEl>
                                        <p:attrNameLst>
                                          <p:attrName>style.visibility</p:attrName>
                                        </p:attrNameLst>
                                      </p:cBhvr>
                                      <p:to>
                                        <p:strVal val="visible"/>
                                      </p:to>
                                    </p:set>
                                    <p:anim calcmode="lin" valueType="num">
                                      <p:cBhvr>
                                        <p:cTn id="43" dur="500" fill="hold"/>
                                        <p:tgtEl>
                                          <p:spTgt spid="8"/>
                                        </p:tgtEl>
                                        <p:attrNameLst>
                                          <p:attrName>ppt_w</p:attrName>
                                        </p:attrNameLst>
                                      </p:cBhvr>
                                      <p:tavLst>
                                        <p:tav tm="0">
                                          <p:val>
                                            <p:fltVal val="0"/>
                                          </p:val>
                                        </p:tav>
                                        <p:tav tm="100000">
                                          <p:val>
                                            <p:strVal val="#ppt_w"/>
                                          </p:val>
                                        </p:tav>
                                      </p:tavLst>
                                    </p:anim>
                                    <p:anim calcmode="lin" valueType="num">
                                      <p:cBhvr>
                                        <p:cTn id="44" dur="500" fill="hold"/>
                                        <p:tgtEl>
                                          <p:spTgt spid="8"/>
                                        </p:tgtEl>
                                        <p:attrNameLst>
                                          <p:attrName>ppt_h</p:attrName>
                                        </p:attrNameLst>
                                      </p:cBhvr>
                                      <p:tavLst>
                                        <p:tav tm="0">
                                          <p:val>
                                            <p:fltVal val="0"/>
                                          </p:val>
                                        </p:tav>
                                        <p:tav tm="100000">
                                          <p:val>
                                            <p:strVal val="#ppt_h"/>
                                          </p:val>
                                        </p:tav>
                                      </p:tavLst>
                                    </p:anim>
                                    <p:animEffect transition="in" filter="fade">
                                      <p:cBhvr>
                                        <p:cTn id="4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8"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219"/>
          <p:cNvSpPr txBox="1"/>
          <p:nvPr/>
        </p:nvSpPr>
        <p:spPr>
          <a:xfrm>
            <a:off x="548640" y="548640"/>
            <a:ext cx="11094415"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رحلة الطلب كاملة</a:t>
            </a:r>
            <a:endParaRPr lang="ar-IQ" sz="1400" dirty="0"/>
          </a:p>
        </p:txBody>
      </p:sp>
      <p:sp>
        <p:nvSpPr>
          <p:cNvPr id="3" name="anim|1|fade|220"/>
          <p:cNvSpPr txBox="1"/>
          <p:nvPr/>
        </p:nvSpPr>
        <p:spPr>
          <a:xfrm>
            <a:off x="548640" y="868680"/>
            <a:ext cx="11094415" cy="822960"/>
          </a:xfrm>
          <a:prstGeom prst="rect">
            <a:avLst/>
          </a:prstGeom>
          <a:noFill/>
          <a:ln/>
        </p:spPr>
        <p:txBody>
          <a:bodyPr wrap="square" lIns="0" tIns="0" rIns="0" bIns="0" rtlCol="0" anchor="t"/>
          <a:lstStyle/>
          <a:p>
            <a:pPr marL="0" indent="0" algn="r" rtl="1">
              <a:buNone/>
            </a:pPr>
            <a:r>
              <a:rPr lang="ar-IQ" altLang="en-US" sz="4000" b="1" dirty="0">
                <a:solidFill>
                  <a:srgbClr val="221C1B"/>
                </a:solidFill>
                <a:latin typeface="Segoe UI" pitchFamily="34" charset="0"/>
                <a:ea typeface="Segoe UI" pitchFamily="34" charset="-122"/>
                <a:cs typeface="Segoe UI" pitchFamily="34" charset="-120"/>
              </a:rPr>
              <a:t>من الطلب إلى التأكيد</a:t>
            </a:r>
            <a:endParaRPr lang="ar-IQ" sz="4000" dirty="0"/>
          </a:p>
        </p:txBody>
      </p:sp>
      <p:sp>
        <p:nvSpPr>
          <p:cNvPr id="4" name="anim|2|zoom|221"/>
          <p:cNvSpPr/>
          <p:nvPr/>
        </p:nvSpPr>
        <p:spPr>
          <a:xfrm>
            <a:off x="10431475" y="2148840"/>
            <a:ext cx="1005840" cy="1005840"/>
          </a:xfrm>
          <a:prstGeom prst="ellipse">
            <a:avLst/>
          </a:prstGeom>
          <a:solidFill>
            <a:srgbClr val="6E1E33"/>
          </a:solidFill>
          <a:ln w="12700">
            <a:solidFill>
              <a:srgbClr val="6E1E33"/>
            </a:solidFill>
            <a:prstDash val="solid"/>
          </a:ln>
        </p:spPr>
      </p:sp>
      <p:pic>
        <p:nvPicPr>
          <p:cNvPr id="5" name="anim|2|zoom|222" descr="C:\Users\AL-NOOR\Downloads\app-research-lab\app-research-lab\presentation\assets\icons\user_white.png"/>
          <p:cNvPicPr>
            <a:picLocks noChangeAspect="1"/>
          </p:cNvPicPr>
          <p:nvPr/>
        </p:nvPicPr>
        <p:blipFill>
          <a:blip r:embed="rId4"/>
          <a:stretch>
            <a:fillRect/>
          </a:stretch>
        </p:blipFill>
        <p:spPr>
          <a:xfrm>
            <a:off x="10713110" y="2430475"/>
            <a:ext cx="442570" cy="442570"/>
          </a:xfrm>
          <a:prstGeom prst="rect">
            <a:avLst/>
          </a:prstGeom>
        </p:spPr>
      </p:pic>
      <p:sp>
        <p:nvSpPr>
          <p:cNvPr id="6" name="anim|2|zoom|223"/>
          <p:cNvSpPr txBox="1"/>
          <p:nvPr/>
        </p:nvSpPr>
        <p:spPr>
          <a:xfrm>
            <a:off x="10088575" y="3291840"/>
            <a:ext cx="16916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العميل</a:t>
            </a:r>
            <a:endParaRPr lang="ar-IQ" sz="1700" dirty="0"/>
          </a:p>
        </p:txBody>
      </p:sp>
      <p:sp>
        <p:nvSpPr>
          <p:cNvPr id="7" name="anim|2|zoom|224"/>
          <p:cNvSpPr txBox="1"/>
          <p:nvPr/>
        </p:nvSpPr>
        <p:spPr>
          <a:xfrm>
            <a:off x="10088575" y="3675888"/>
            <a:ext cx="1691640" cy="320040"/>
          </a:xfrm>
          <a:prstGeom prst="rect">
            <a:avLst/>
          </a:prstGeom>
          <a:noFill/>
          <a:ln/>
        </p:spPr>
        <p:txBody>
          <a:bodyPr wrap="square" lIns="0" tIns="0" rIns="0" bIns="0" rtlCol="0" anchor="t"/>
          <a:lstStyle/>
          <a:p>
            <a:pPr marL="0" indent="0" algn="ctr">
              <a:buNone/>
            </a:pPr>
            <a:r>
              <a:rPr lang="en-US" altLang="en-US" sz="1200" dirty="0">
                <a:solidFill>
                  <a:srgbClr val="B08D57"/>
                </a:solidFill>
                <a:latin typeface="Segoe UI" pitchFamily="34" charset="0"/>
                <a:ea typeface="Segoe UI" pitchFamily="34" charset="-122"/>
                <a:cs typeface="Segoe UI" pitchFamily="34" charset="-120"/>
              </a:rPr>
              <a:t>Customer</a:t>
            </a:r>
            <a:endParaRPr lang="en-US" sz="1200" dirty="0"/>
          </a:p>
        </p:txBody>
      </p:sp>
      <p:sp>
        <p:nvSpPr>
          <p:cNvPr id="8" name="anim|2|zoom|225"/>
          <p:cNvSpPr txBox="1"/>
          <p:nvPr/>
        </p:nvSpPr>
        <p:spPr>
          <a:xfrm>
            <a:off x="10088575" y="4005072"/>
            <a:ext cx="1691640" cy="54864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يختار مزوّداً</a:t>
            </a:r>
            <a:endParaRPr lang="ar-IQ" sz="1300" dirty="0"/>
          </a:p>
        </p:txBody>
      </p:sp>
      <p:pic>
        <p:nvPicPr>
          <p:cNvPr id="9" name="anim|2|zoom|226" descr="C:\Users\AL-NOOR\Downloads\app-research-lab\app-research-lab\presentation\assets\icons\arrow_gold.png"/>
          <p:cNvPicPr>
            <a:picLocks noChangeAspect="1"/>
          </p:cNvPicPr>
          <p:nvPr/>
        </p:nvPicPr>
        <p:blipFill>
          <a:blip r:embed="rId5"/>
          <a:stretch>
            <a:fillRect/>
          </a:stretch>
        </p:blipFill>
        <p:spPr>
          <a:xfrm>
            <a:off x="9981667" y="2505456"/>
            <a:ext cx="292608" cy="292608"/>
          </a:xfrm>
          <a:prstGeom prst="rect">
            <a:avLst/>
          </a:prstGeom>
        </p:spPr>
      </p:pic>
      <p:sp>
        <p:nvSpPr>
          <p:cNvPr id="10" name="anim|3|zoom|227"/>
          <p:cNvSpPr/>
          <p:nvPr/>
        </p:nvSpPr>
        <p:spPr>
          <a:xfrm>
            <a:off x="8818626" y="2148840"/>
            <a:ext cx="1005840" cy="1005840"/>
          </a:xfrm>
          <a:prstGeom prst="ellipse">
            <a:avLst/>
          </a:prstGeom>
          <a:solidFill>
            <a:srgbClr val="6E1E33"/>
          </a:solidFill>
          <a:ln w="12700">
            <a:solidFill>
              <a:srgbClr val="6E1E33"/>
            </a:solidFill>
            <a:prstDash val="solid"/>
          </a:ln>
        </p:spPr>
      </p:sp>
      <p:pic>
        <p:nvPicPr>
          <p:cNvPr id="11" name="anim|3|zoom|228" descr="C:\Users\AL-NOOR\Downloads\app-research-lab\app-research-lab\presentation\assets\icons\mobile_white.png"/>
          <p:cNvPicPr>
            <a:picLocks noChangeAspect="1"/>
          </p:cNvPicPr>
          <p:nvPr/>
        </p:nvPicPr>
        <p:blipFill>
          <a:blip r:embed="rId6"/>
          <a:stretch>
            <a:fillRect/>
          </a:stretch>
        </p:blipFill>
        <p:spPr>
          <a:xfrm>
            <a:off x="9100261" y="2430475"/>
            <a:ext cx="442570" cy="442570"/>
          </a:xfrm>
          <a:prstGeom prst="rect">
            <a:avLst/>
          </a:prstGeom>
        </p:spPr>
      </p:pic>
      <p:sp>
        <p:nvSpPr>
          <p:cNvPr id="12" name="anim|3|zoom|229"/>
          <p:cNvSpPr txBox="1"/>
          <p:nvPr/>
        </p:nvSpPr>
        <p:spPr>
          <a:xfrm>
            <a:off x="8475726" y="3291840"/>
            <a:ext cx="16916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SAWA</a:t>
            </a:r>
            <a:endParaRPr lang="ar-IQ" sz="1700" dirty="0"/>
          </a:p>
        </p:txBody>
      </p:sp>
      <p:sp>
        <p:nvSpPr>
          <p:cNvPr id="13" name="anim|3|zoom|230"/>
          <p:cNvSpPr txBox="1"/>
          <p:nvPr/>
        </p:nvSpPr>
        <p:spPr>
          <a:xfrm>
            <a:off x="8475726" y="3675888"/>
            <a:ext cx="1691640" cy="320040"/>
          </a:xfrm>
          <a:prstGeom prst="rect">
            <a:avLst/>
          </a:prstGeom>
          <a:noFill/>
          <a:ln/>
        </p:spPr>
        <p:txBody>
          <a:bodyPr wrap="square" lIns="0" tIns="0" rIns="0" bIns="0" rtlCol="0" anchor="t"/>
          <a:lstStyle/>
          <a:p>
            <a:pPr marL="0" indent="0" algn="ctr">
              <a:buNone/>
            </a:pPr>
            <a:r>
              <a:rPr lang="en-US" altLang="en-US" sz="1200" dirty="0">
                <a:solidFill>
                  <a:srgbClr val="B08D57"/>
                </a:solidFill>
                <a:latin typeface="Segoe UI" pitchFamily="34" charset="0"/>
                <a:ea typeface="Segoe UI" pitchFamily="34" charset="-122"/>
                <a:cs typeface="Segoe UI" pitchFamily="34" charset="-120"/>
              </a:rPr>
              <a:t>App</a:t>
            </a:r>
            <a:endParaRPr lang="en-US" sz="1200" dirty="0"/>
          </a:p>
        </p:txBody>
      </p:sp>
      <p:sp>
        <p:nvSpPr>
          <p:cNvPr id="14" name="anim|3|zoom|231"/>
          <p:cNvSpPr txBox="1"/>
          <p:nvPr/>
        </p:nvSpPr>
        <p:spPr>
          <a:xfrm>
            <a:off x="8475726" y="4005072"/>
            <a:ext cx="1691640" cy="54864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واجهة واحدة</a:t>
            </a:r>
            <a:endParaRPr lang="ar-IQ" sz="1300" dirty="0"/>
          </a:p>
        </p:txBody>
      </p:sp>
      <p:pic>
        <p:nvPicPr>
          <p:cNvPr id="15" name="anim|3|zoom|232" descr="C:\Users\AL-NOOR\Downloads\app-research-lab\app-research-lab\presentation\assets\icons\arrow_gold.png"/>
          <p:cNvPicPr>
            <a:picLocks noChangeAspect="1"/>
          </p:cNvPicPr>
          <p:nvPr/>
        </p:nvPicPr>
        <p:blipFill>
          <a:blip r:embed="rId5"/>
          <a:stretch>
            <a:fillRect/>
          </a:stretch>
        </p:blipFill>
        <p:spPr>
          <a:xfrm>
            <a:off x="8368817" y="2505456"/>
            <a:ext cx="292608" cy="292608"/>
          </a:xfrm>
          <a:prstGeom prst="rect">
            <a:avLst/>
          </a:prstGeom>
        </p:spPr>
      </p:pic>
      <p:sp>
        <p:nvSpPr>
          <p:cNvPr id="16" name="anim|4|zoom|233"/>
          <p:cNvSpPr/>
          <p:nvPr/>
        </p:nvSpPr>
        <p:spPr>
          <a:xfrm>
            <a:off x="7205777" y="2148840"/>
            <a:ext cx="1005840" cy="1005840"/>
          </a:xfrm>
          <a:prstGeom prst="ellipse">
            <a:avLst/>
          </a:prstGeom>
          <a:solidFill>
            <a:srgbClr val="6E1E33"/>
          </a:solidFill>
          <a:ln w="12700">
            <a:solidFill>
              <a:srgbClr val="6E1E33"/>
            </a:solidFill>
            <a:prstDash val="solid"/>
          </a:ln>
        </p:spPr>
      </p:sp>
      <p:pic>
        <p:nvPicPr>
          <p:cNvPr id="17" name="anim|4|zoom|234" descr="C:\Users\AL-NOOR\Downloads\app-research-lab\app-research-lab\presentation\assets\icons\send_white.png"/>
          <p:cNvPicPr>
            <a:picLocks noChangeAspect="1"/>
          </p:cNvPicPr>
          <p:nvPr/>
        </p:nvPicPr>
        <p:blipFill>
          <a:blip r:embed="rId7"/>
          <a:stretch>
            <a:fillRect/>
          </a:stretch>
        </p:blipFill>
        <p:spPr>
          <a:xfrm>
            <a:off x="7487412" y="2430475"/>
            <a:ext cx="442570" cy="442570"/>
          </a:xfrm>
          <a:prstGeom prst="rect">
            <a:avLst/>
          </a:prstGeom>
        </p:spPr>
      </p:pic>
      <p:sp>
        <p:nvSpPr>
          <p:cNvPr id="18" name="anim|4|zoom|235"/>
          <p:cNvSpPr txBox="1"/>
          <p:nvPr/>
        </p:nvSpPr>
        <p:spPr>
          <a:xfrm>
            <a:off x="6862877" y="3291840"/>
            <a:ext cx="16916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طلب تواصل</a:t>
            </a:r>
            <a:endParaRPr lang="ar-IQ" sz="1700" dirty="0"/>
          </a:p>
        </p:txBody>
      </p:sp>
      <p:sp>
        <p:nvSpPr>
          <p:cNvPr id="19" name="anim|4|zoom|236"/>
          <p:cNvSpPr txBox="1"/>
          <p:nvPr/>
        </p:nvSpPr>
        <p:spPr>
          <a:xfrm>
            <a:off x="6862877" y="3675888"/>
            <a:ext cx="1691640" cy="320040"/>
          </a:xfrm>
          <a:prstGeom prst="rect">
            <a:avLst/>
          </a:prstGeom>
          <a:noFill/>
          <a:ln/>
        </p:spPr>
        <p:txBody>
          <a:bodyPr wrap="square" lIns="0" tIns="0" rIns="0" bIns="0" rtlCol="0" anchor="t"/>
          <a:lstStyle/>
          <a:p>
            <a:pPr marL="0" indent="0" algn="ctr">
              <a:buNone/>
            </a:pPr>
            <a:r>
              <a:rPr lang="en-US" altLang="en-US" sz="1200" dirty="0">
                <a:solidFill>
                  <a:srgbClr val="B08D57"/>
                </a:solidFill>
                <a:latin typeface="Segoe UI" pitchFamily="34" charset="0"/>
                <a:ea typeface="Segoe UI" pitchFamily="34" charset="-122"/>
                <a:cs typeface="Segoe UI" pitchFamily="34" charset="-120"/>
              </a:rPr>
              <a:t>Contact Request</a:t>
            </a:r>
            <a:endParaRPr lang="en-US" sz="1200" dirty="0"/>
          </a:p>
        </p:txBody>
      </p:sp>
      <p:sp>
        <p:nvSpPr>
          <p:cNvPr id="20" name="anim|4|zoom|237"/>
          <p:cNvSpPr txBox="1"/>
          <p:nvPr/>
        </p:nvSpPr>
        <p:spPr>
          <a:xfrm>
            <a:off x="6862877" y="4005072"/>
            <a:ext cx="1691640" cy="54864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رقم مرجعي</a:t>
            </a:r>
            <a:endParaRPr lang="ar-IQ" sz="1300" dirty="0"/>
          </a:p>
        </p:txBody>
      </p:sp>
      <p:pic>
        <p:nvPicPr>
          <p:cNvPr id="21" name="anim|4|zoom|238" descr="C:\Users\AL-NOOR\Downloads\app-research-lab\app-research-lab\presentation\assets\icons\arrow_gold.png"/>
          <p:cNvPicPr>
            <a:picLocks noChangeAspect="1"/>
          </p:cNvPicPr>
          <p:nvPr/>
        </p:nvPicPr>
        <p:blipFill>
          <a:blip r:embed="rId5"/>
          <a:stretch>
            <a:fillRect/>
          </a:stretch>
        </p:blipFill>
        <p:spPr>
          <a:xfrm>
            <a:off x="6755968" y="2505456"/>
            <a:ext cx="292608" cy="292608"/>
          </a:xfrm>
          <a:prstGeom prst="rect">
            <a:avLst/>
          </a:prstGeom>
        </p:spPr>
      </p:pic>
      <p:sp>
        <p:nvSpPr>
          <p:cNvPr id="22" name="anim|5|zoom|239"/>
          <p:cNvSpPr/>
          <p:nvPr/>
        </p:nvSpPr>
        <p:spPr>
          <a:xfrm>
            <a:off x="5592928" y="2148840"/>
            <a:ext cx="1005840" cy="1005840"/>
          </a:xfrm>
          <a:prstGeom prst="ellipse">
            <a:avLst/>
          </a:prstGeom>
          <a:solidFill>
            <a:srgbClr val="B08D57"/>
          </a:solidFill>
          <a:ln w="12700">
            <a:solidFill>
              <a:srgbClr val="B08D57"/>
            </a:solidFill>
            <a:prstDash val="solid"/>
          </a:ln>
        </p:spPr>
      </p:sp>
      <p:pic>
        <p:nvPicPr>
          <p:cNvPr id="23" name="anim|5|zoom|240" descr="C:\Users\AL-NOOR\Downloads\app-research-lab\app-research-lab\presentation\assets\icons\headset_white.png"/>
          <p:cNvPicPr>
            <a:picLocks noChangeAspect="1"/>
          </p:cNvPicPr>
          <p:nvPr/>
        </p:nvPicPr>
        <p:blipFill>
          <a:blip r:embed="rId8"/>
          <a:stretch>
            <a:fillRect/>
          </a:stretch>
        </p:blipFill>
        <p:spPr>
          <a:xfrm>
            <a:off x="5874563" y="2430475"/>
            <a:ext cx="442570" cy="442570"/>
          </a:xfrm>
          <a:prstGeom prst="rect">
            <a:avLst/>
          </a:prstGeom>
        </p:spPr>
      </p:pic>
      <p:sp>
        <p:nvSpPr>
          <p:cNvPr id="24" name="anim|5|zoom|241"/>
          <p:cNvSpPr txBox="1"/>
          <p:nvPr/>
        </p:nvSpPr>
        <p:spPr>
          <a:xfrm>
            <a:off x="5250028" y="3291840"/>
            <a:ext cx="16916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فريق SAWA</a:t>
            </a:r>
            <a:endParaRPr lang="ar-IQ" sz="1700" dirty="0"/>
          </a:p>
        </p:txBody>
      </p:sp>
      <p:sp>
        <p:nvSpPr>
          <p:cNvPr id="25" name="anim|5|zoom|242"/>
          <p:cNvSpPr txBox="1"/>
          <p:nvPr/>
        </p:nvSpPr>
        <p:spPr>
          <a:xfrm>
            <a:off x="5250028" y="3675888"/>
            <a:ext cx="1691640" cy="320040"/>
          </a:xfrm>
          <a:prstGeom prst="rect">
            <a:avLst/>
          </a:prstGeom>
          <a:noFill/>
          <a:ln/>
        </p:spPr>
        <p:txBody>
          <a:bodyPr wrap="square" lIns="0" tIns="0" rIns="0" bIns="0" rtlCol="0" anchor="t"/>
          <a:lstStyle/>
          <a:p>
            <a:pPr marL="0" indent="0" algn="ctr">
              <a:buNone/>
            </a:pPr>
            <a:r>
              <a:rPr lang="en-US" altLang="en-US" sz="1200" dirty="0">
                <a:solidFill>
                  <a:srgbClr val="B08D57"/>
                </a:solidFill>
                <a:latin typeface="Segoe UI" pitchFamily="34" charset="0"/>
                <a:ea typeface="Segoe UI" pitchFamily="34" charset="-122"/>
                <a:cs typeface="Segoe UI" pitchFamily="34" charset="-120"/>
              </a:rPr>
              <a:t>SAWA Team</a:t>
            </a:r>
            <a:endParaRPr lang="en-US" sz="1200" dirty="0"/>
          </a:p>
        </p:txBody>
      </p:sp>
      <p:sp>
        <p:nvSpPr>
          <p:cNvPr id="26" name="anim|5|zoom|243"/>
          <p:cNvSpPr txBox="1"/>
          <p:nvPr/>
        </p:nvSpPr>
        <p:spPr>
          <a:xfrm>
            <a:off x="5250028" y="4005072"/>
            <a:ext cx="1691640" cy="54864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يتصل ويأخذ التفاصيل</a:t>
            </a:r>
            <a:endParaRPr lang="ar-IQ" sz="1300" dirty="0"/>
          </a:p>
        </p:txBody>
      </p:sp>
      <p:pic>
        <p:nvPicPr>
          <p:cNvPr id="27" name="anim|5|zoom|244" descr="C:\Users\AL-NOOR\Downloads\app-research-lab\app-research-lab\presentation\assets\icons\arrow_gold.png"/>
          <p:cNvPicPr>
            <a:picLocks noChangeAspect="1"/>
          </p:cNvPicPr>
          <p:nvPr/>
        </p:nvPicPr>
        <p:blipFill>
          <a:blip r:embed="rId5"/>
          <a:stretch>
            <a:fillRect/>
          </a:stretch>
        </p:blipFill>
        <p:spPr>
          <a:xfrm>
            <a:off x="5143119" y="2505456"/>
            <a:ext cx="292608" cy="292608"/>
          </a:xfrm>
          <a:prstGeom prst="rect">
            <a:avLst/>
          </a:prstGeom>
        </p:spPr>
      </p:pic>
      <p:sp>
        <p:nvSpPr>
          <p:cNvPr id="28" name="anim|6|zoom|245"/>
          <p:cNvSpPr/>
          <p:nvPr/>
        </p:nvSpPr>
        <p:spPr>
          <a:xfrm>
            <a:off x="3980078" y="2148840"/>
            <a:ext cx="1005840" cy="1005840"/>
          </a:xfrm>
          <a:prstGeom prst="ellipse">
            <a:avLst/>
          </a:prstGeom>
          <a:solidFill>
            <a:srgbClr val="6E1E33"/>
          </a:solidFill>
          <a:ln w="12700">
            <a:solidFill>
              <a:srgbClr val="6E1E33"/>
            </a:solidFill>
            <a:prstDash val="solid"/>
          </a:ln>
        </p:spPr>
      </p:sp>
      <p:pic>
        <p:nvPicPr>
          <p:cNvPr id="29" name="anim|6|zoom|246" descr="C:\Users\AL-NOOR\Downloads\app-research-lab\app-research-lab\presentation\assets\icons\store_white.png"/>
          <p:cNvPicPr>
            <a:picLocks noChangeAspect="1"/>
          </p:cNvPicPr>
          <p:nvPr/>
        </p:nvPicPr>
        <p:blipFill>
          <a:blip r:embed="rId9"/>
          <a:stretch>
            <a:fillRect/>
          </a:stretch>
        </p:blipFill>
        <p:spPr>
          <a:xfrm>
            <a:off x="4261714" y="2430475"/>
            <a:ext cx="442570" cy="442570"/>
          </a:xfrm>
          <a:prstGeom prst="rect">
            <a:avLst/>
          </a:prstGeom>
        </p:spPr>
      </p:pic>
      <p:sp>
        <p:nvSpPr>
          <p:cNvPr id="30" name="anim|6|zoom|247"/>
          <p:cNvSpPr txBox="1"/>
          <p:nvPr/>
        </p:nvSpPr>
        <p:spPr>
          <a:xfrm>
            <a:off x="3637178" y="3291840"/>
            <a:ext cx="16916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المزوّد / القاعة</a:t>
            </a:r>
            <a:endParaRPr lang="ar-IQ" sz="1700" dirty="0"/>
          </a:p>
        </p:txBody>
      </p:sp>
      <p:sp>
        <p:nvSpPr>
          <p:cNvPr id="31" name="anim|6|zoom|248"/>
          <p:cNvSpPr txBox="1"/>
          <p:nvPr/>
        </p:nvSpPr>
        <p:spPr>
          <a:xfrm>
            <a:off x="3637178" y="3675888"/>
            <a:ext cx="1691640" cy="320040"/>
          </a:xfrm>
          <a:prstGeom prst="rect">
            <a:avLst/>
          </a:prstGeom>
          <a:noFill/>
          <a:ln/>
        </p:spPr>
        <p:txBody>
          <a:bodyPr wrap="square" lIns="0" tIns="0" rIns="0" bIns="0" rtlCol="0" anchor="t"/>
          <a:lstStyle/>
          <a:p>
            <a:pPr marL="0" indent="0" algn="ctr">
              <a:buNone/>
            </a:pPr>
            <a:r>
              <a:rPr lang="en-US" altLang="en-US" sz="1200" dirty="0">
                <a:solidFill>
                  <a:srgbClr val="B08D57"/>
                </a:solidFill>
                <a:latin typeface="Segoe UI" pitchFamily="34" charset="0"/>
                <a:ea typeface="Segoe UI" pitchFamily="34" charset="-122"/>
                <a:cs typeface="Segoe UI" pitchFamily="34" charset="-120"/>
              </a:rPr>
              <a:t>Provider</a:t>
            </a:r>
            <a:endParaRPr lang="en-US" sz="1200" dirty="0"/>
          </a:p>
        </p:txBody>
      </p:sp>
      <p:sp>
        <p:nvSpPr>
          <p:cNvPr id="32" name="anim|6|zoom|249"/>
          <p:cNvSpPr txBox="1"/>
          <p:nvPr/>
        </p:nvSpPr>
        <p:spPr>
          <a:xfrm>
            <a:off x="3637178" y="4005072"/>
            <a:ext cx="1691640" cy="54864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نوصل الطلب</a:t>
            </a:r>
            <a:endParaRPr lang="ar-IQ" sz="1300" dirty="0"/>
          </a:p>
        </p:txBody>
      </p:sp>
      <p:pic>
        <p:nvPicPr>
          <p:cNvPr id="33" name="anim|6|zoom|250" descr="C:\Users\AL-NOOR\Downloads\app-research-lab\app-research-lab\presentation\assets\icons\arrow_gold.png"/>
          <p:cNvPicPr>
            <a:picLocks noChangeAspect="1"/>
          </p:cNvPicPr>
          <p:nvPr/>
        </p:nvPicPr>
        <p:blipFill>
          <a:blip r:embed="rId5"/>
          <a:stretch>
            <a:fillRect/>
          </a:stretch>
        </p:blipFill>
        <p:spPr>
          <a:xfrm>
            <a:off x="3530270" y="2505456"/>
            <a:ext cx="292608" cy="292608"/>
          </a:xfrm>
          <a:prstGeom prst="rect">
            <a:avLst/>
          </a:prstGeom>
        </p:spPr>
      </p:pic>
      <p:sp>
        <p:nvSpPr>
          <p:cNvPr id="34" name="anim|7|zoom|251"/>
          <p:cNvSpPr/>
          <p:nvPr/>
        </p:nvSpPr>
        <p:spPr>
          <a:xfrm>
            <a:off x="2367229" y="2148840"/>
            <a:ext cx="1005840" cy="1005840"/>
          </a:xfrm>
          <a:prstGeom prst="ellipse">
            <a:avLst/>
          </a:prstGeom>
          <a:solidFill>
            <a:srgbClr val="6E1E33"/>
          </a:solidFill>
          <a:ln w="12700">
            <a:solidFill>
              <a:srgbClr val="6E1E33"/>
            </a:solidFill>
            <a:prstDash val="solid"/>
          </a:ln>
        </p:spPr>
      </p:sp>
      <p:pic>
        <p:nvPicPr>
          <p:cNvPr id="35" name="anim|7|zoom|252" descr="C:\Users\AL-NOOR\Downloads\app-research-lab\app-research-lab\presentation\assets\icons\badge_white.png"/>
          <p:cNvPicPr>
            <a:picLocks noChangeAspect="1"/>
          </p:cNvPicPr>
          <p:nvPr/>
        </p:nvPicPr>
        <p:blipFill>
          <a:blip r:embed="rId10"/>
          <a:stretch>
            <a:fillRect/>
          </a:stretch>
        </p:blipFill>
        <p:spPr>
          <a:xfrm>
            <a:off x="2648864" y="2430475"/>
            <a:ext cx="442570" cy="442570"/>
          </a:xfrm>
          <a:prstGeom prst="rect">
            <a:avLst/>
          </a:prstGeom>
        </p:spPr>
      </p:pic>
      <p:sp>
        <p:nvSpPr>
          <p:cNvPr id="36" name="anim|7|zoom|253"/>
          <p:cNvSpPr txBox="1"/>
          <p:nvPr/>
        </p:nvSpPr>
        <p:spPr>
          <a:xfrm>
            <a:off x="2024329" y="3291840"/>
            <a:ext cx="16916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التأكيد</a:t>
            </a:r>
            <a:endParaRPr lang="ar-IQ" sz="1700" dirty="0"/>
          </a:p>
        </p:txBody>
      </p:sp>
      <p:sp>
        <p:nvSpPr>
          <p:cNvPr id="37" name="anim|7|zoom|254"/>
          <p:cNvSpPr txBox="1"/>
          <p:nvPr/>
        </p:nvSpPr>
        <p:spPr>
          <a:xfrm>
            <a:off x="2024329" y="3675888"/>
            <a:ext cx="1691640" cy="320040"/>
          </a:xfrm>
          <a:prstGeom prst="rect">
            <a:avLst/>
          </a:prstGeom>
          <a:noFill/>
          <a:ln/>
        </p:spPr>
        <p:txBody>
          <a:bodyPr wrap="square" lIns="0" tIns="0" rIns="0" bIns="0" rtlCol="0" anchor="t"/>
          <a:lstStyle/>
          <a:p>
            <a:pPr marL="0" indent="0" algn="ctr">
              <a:buNone/>
            </a:pPr>
            <a:r>
              <a:rPr lang="en-US" altLang="en-US" sz="1200" dirty="0">
                <a:solidFill>
                  <a:srgbClr val="B08D57"/>
                </a:solidFill>
                <a:latin typeface="Segoe UI" pitchFamily="34" charset="0"/>
                <a:ea typeface="Segoe UI" pitchFamily="34" charset="-122"/>
                <a:cs typeface="Segoe UI" pitchFamily="34" charset="-120"/>
              </a:rPr>
              <a:t>Confirmation</a:t>
            </a:r>
            <a:endParaRPr lang="en-US" sz="1200" dirty="0"/>
          </a:p>
        </p:txBody>
      </p:sp>
      <p:sp>
        <p:nvSpPr>
          <p:cNvPr id="38" name="anim|7|zoom|255"/>
          <p:cNvSpPr txBox="1"/>
          <p:nvPr/>
        </p:nvSpPr>
        <p:spPr>
          <a:xfrm>
            <a:off x="2024329" y="4005072"/>
            <a:ext cx="1691640" cy="54864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مع الطرفين</a:t>
            </a:r>
            <a:endParaRPr lang="ar-IQ" sz="1300" dirty="0"/>
          </a:p>
        </p:txBody>
      </p:sp>
      <p:pic>
        <p:nvPicPr>
          <p:cNvPr id="39" name="anim|7|zoom|256" descr="C:\Users\AL-NOOR\Downloads\app-research-lab\app-research-lab\presentation\assets\icons\arrow_gold.png"/>
          <p:cNvPicPr>
            <a:picLocks noChangeAspect="1"/>
          </p:cNvPicPr>
          <p:nvPr/>
        </p:nvPicPr>
        <p:blipFill>
          <a:blip r:embed="rId5"/>
          <a:stretch>
            <a:fillRect/>
          </a:stretch>
        </p:blipFill>
        <p:spPr>
          <a:xfrm>
            <a:off x="1917421" y="2505456"/>
            <a:ext cx="292608" cy="292608"/>
          </a:xfrm>
          <a:prstGeom prst="rect">
            <a:avLst/>
          </a:prstGeom>
        </p:spPr>
      </p:pic>
      <p:sp>
        <p:nvSpPr>
          <p:cNvPr id="40" name="anim|8|zoom|257"/>
          <p:cNvSpPr/>
          <p:nvPr/>
        </p:nvSpPr>
        <p:spPr>
          <a:xfrm>
            <a:off x="754380" y="2148840"/>
            <a:ext cx="1005840" cy="1005840"/>
          </a:xfrm>
          <a:prstGeom prst="ellipse">
            <a:avLst/>
          </a:prstGeom>
          <a:solidFill>
            <a:srgbClr val="6E1E33"/>
          </a:solidFill>
          <a:ln w="12700">
            <a:solidFill>
              <a:srgbClr val="6E1E33"/>
            </a:solidFill>
            <a:prstDash val="solid"/>
          </a:ln>
        </p:spPr>
      </p:sp>
      <p:pic>
        <p:nvPicPr>
          <p:cNvPr id="41" name="anim|8|zoom|258" descr="C:\Users\AL-NOOR\Downloads\app-research-lab\app-research-lab\presentation\assets\icons\heart_white.png"/>
          <p:cNvPicPr>
            <a:picLocks noChangeAspect="1"/>
          </p:cNvPicPr>
          <p:nvPr/>
        </p:nvPicPr>
        <p:blipFill>
          <a:blip r:embed="rId11"/>
          <a:stretch>
            <a:fillRect/>
          </a:stretch>
        </p:blipFill>
        <p:spPr>
          <a:xfrm>
            <a:off x="1036015" y="2430475"/>
            <a:ext cx="442570" cy="442570"/>
          </a:xfrm>
          <a:prstGeom prst="rect">
            <a:avLst/>
          </a:prstGeom>
        </p:spPr>
      </p:pic>
      <p:sp>
        <p:nvSpPr>
          <p:cNvPr id="42" name="anim|8|zoom|259"/>
          <p:cNvSpPr txBox="1"/>
          <p:nvPr/>
        </p:nvSpPr>
        <p:spPr>
          <a:xfrm>
            <a:off x="411480" y="3291840"/>
            <a:ext cx="16916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العميل</a:t>
            </a:r>
            <a:endParaRPr lang="ar-IQ" sz="1700" dirty="0"/>
          </a:p>
        </p:txBody>
      </p:sp>
      <p:sp>
        <p:nvSpPr>
          <p:cNvPr id="43" name="anim|8|zoom|260"/>
          <p:cNvSpPr txBox="1"/>
          <p:nvPr/>
        </p:nvSpPr>
        <p:spPr>
          <a:xfrm>
            <a:off x="411480" y="3675888"/>
            <a:ext cx="1691640" cy="320040"/>
          </a:xfrm>
          <a:prstGeom prst="rect">
            <a:avLst/>
          </a:prstGeom>
          <a:noFill/>
          <a:ln/>
        </p:spPr>
        <p:txBody>
          <a:bodyPr wrap="square" lIns="0" tIns="0" rIns="0" bIns="0" rtlCol="0" anchor="t"/>
          <a:lstStyle/>
          <a:p>
            <a:pPr marL="0" indent="0" algn="ctr">
              <a:buNone/>
            </a:pPr>
            <a:r>
              <a:rPr lang="en-US" altLang="en-US" sz="1200" dirty="0">
                <a:solidFill>
                  <a:srgbClr val="B08D57"/>
                </a:solidFill>
                <a:latin typeface="Segoe UI" pitchFamily="34" charset="0"/>
                <a:ea typeface="Segoe UI" pitchFamily="34" charset="-122"/>
                <a:cs typeface="Segoe UI" pitchFamily="34" charset="-120"/>
              </a:rPr>
              <a:t>Customer</a:t>
            </a:r>
            <a:endParaRPr lang="en-US" sz="1200" dirty="0"/>
          </a:p>
        </p:txBody>
      </p:sp>
      <p:sp>
        <p:nvSpPr>
          <p:cNvPr id="44" name="anim|8|zoom|261"/>
          <p:cNvSpPr txBox="1"/>
          <p:nvPr/>
        </p:nvSpPr>
        <p:spPr>
          <a:xfrm>
            <a:off x="411480" y="4005072"/>
            <a:ext cx="1691640" cy="54864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ونتابع معه</a:t>
            </a:r>
            <a:endParaRPr lang="ar-IQ" sz="1300" dirty="0"/>
          </a:p>
        </p:txBody>
      </p:sp>
      <p:sp>
        <p:nvSpPr>
          <p:cNvPr id="45" name="anim|9|rise|262"/>
          <p:cNvSpPr/>
          <p:nvPr/>
        </p:nvSpPr>
        <p:spPr>
          <a:xfrm>
            <a:off x="1463040" y="4892040"/>
            <a:ext cx="9265615" cy="1143000"/>
          </a:xfrm>
          <a:prstGeom prst="roundRect">
            <a:avLst>
              <a:gd name="adj" fmla="val 14400"/>
            </a:avLst>
          </a:prstGeom>
          <a:solidFill>
            <a:srgbClr val="6E1E33"/>
          </a:solidFill>
          <a:ln w="9525">
            <a:solidFill>
              <a:srgbClr val="6E1E33"/>
            </a:solidFill>
            <a:prstDash val="solid"/>
          </a:ln>
          <a:effectLst>
            <a:outerShdw blurRad="152400" dist="38100" dir="5400000" algn="bl" rotWithShape="0">
              <a:srgbClr val="3B2A25">
                <a:alpha val="12000"/>
              </a:srgbClr>
            </a:outerShdw>
          </a:effectLst>
        </p:spPr>
      </p:sp>
      <p:sp>
        <p:nvSpPr>
          <p:cNvPr id="46" name="anim|9|rise|263"/>
          <p:cNvSpPr txBox="1"/>
          <p:nvPr/>
        </p:nvSpPr>
        <p:spPr>
          <a:xfrm>
            <a:off x="1645920" y="4892040"/>
            <a:ext cx="8899855" cy="1143000"/>
          </a:xfrm>
          <a:prstGeom prst="rect">
            <a:avLst/>
          </a:prstGeom>
          <a:noFill/>
          <a:ln/>
        </p:spPr>
        <p:txBody>
          <a:bodyPr wrap="square" lIns="0" tIns="0" rIns="0" bIns="0" rtlCol="0" anchor="ctr"/>
          <a:lstStyle/>
          <a:p>
            <a:pPr marL="0" indent="0" algn="ctr" rtl="1">
              <a:buNone/>
            </a:pPr>
            <a:r>
              <a:rPr lang="ar-IQ" altLang="en-US" sz="3000" b="1" dirty="0">
                <a:solidFill>
                  <a:srgbClr val="FFFFFF"/>
                </a:solidFill>
                <a:latin typeface="Segoe UI" pitchFamily="34" charset="0"/>
                <a:ea typeface="Segoe UI" pitchFamily="34" charset="-122"/>
                <a:cs typeface="Segoe UI" pitchFamily="34" charset="-120"/>
              </a:rPr>
              <a:t>SAWA لا يترك العميل وحده بعد إرسال الطلب.</a:t>
            </a:r>
            <a:endParaRPr lang="ar-IQ" sz="3000" dirty="0"/>
          </a:p>
        </p:txBody>
      </p:sp>
      <p:sp>
        <p:nvSpPr>
          <p:cNvPr id="47" name="Text 32"/>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12</a:t>
            </a:r>
            <a:endParaRPr lang="en-US" sz="1000" dirty="0"/>
          </a:p>
        </p:txBody>
      </p:sp>
      <p:sp>
        <p:nvSpPr>
          <p:cNvPr id="48" name="Text 33"/>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53" presetClass="entr" presetSubtype="16" fill="hold" nodeType="withEffect">
                                  <p:stCondLst>
                                    <p:cond delay="275"/>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par>
                                <p:cTn id="16" presetID="53" presetClass="entr" presetSubtype="16" fill="hold" nodeType="withEffect">
                                  <p:stCondLst>
                                    <p:cond delay="275"/>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par>
                                <p:cTn id="21" presetID="53" presetClass="entr" presetSubtype="16" fill="hold" grpId="0" nodeType="withEffect">
                                  <p:stCondLst>
                                    <p:cond delay="275"/>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grpId="0" nodeType="withEffect">
                                  <p:stCondLst>
                                    <p:cond delay="275"/>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par>
                                <p:cTn id="31" presetID="53" presetClass="entr" presetSubtype="16" fill="hold" grpId="0" nodeType="withEffect">
                                  <p:stCondLst>
                                    <p:cond delay="275"/>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Effect transition="in" filter="fade">
                                      <p:cBhvr>
                                        <p:cTn id="35" dur="500"/>
                                        <p:tgtEl>
                                          <p:spTgt spid="8"/>
                                        </p:tgtEl>
                                      </p:cBhvr>
                                    </p:animEffect>
                                  </p:childTnLst>
                                </p:cTn>
                              </p:par>
                              <p:par>
                                <p:cTn id="36" presetID="53" presetClass="entr" presetSubtype="16" fill="hold" nodeType="withEffect">
                                  <p:stCondLst>
                                    <p:cond delay="275"/>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par>
                                <p:cTn id="41" presetID="53" presetClass="entr" presetSubtype="16" fill="hold" nodeType="withEffect">
                                  <p:stCondLst>
                                    <p:cond delay="550"/>
                                  </p:stCondLst>
                                  <p:childTnLst>
                                    <p:set>
                                      <p:cBhvr>
                                        <p:cTn id="42" dur="1" fill="hold">
                                          <p:stCondLst>
                                            <p:cond delay="0"/>
                                          </p:stCondLst>
                                        </p:cTn>
                                        <p:tgtEl>
                                          <p:spTgt spid="10"/>
                                        </p:tgtEl>
                                        <p:attrNameLst>
                                          <p:attrName>style.visibility</p:attrName>
                                        </p:attrNameLst>
                                      </p:cBhvr>
                                      <p:to>
                                        <p:strVal val="visible"/>
                                      </p:to>
                                    </p:set>
                                    <p:anim calcmode="lin" valueType="num">
                                      <p:cBhvr>
                                        <p:cTn id="43" dur="500" fill="hold"/>
                                        <p:tgtEl>
                                          <p:spTgt spid="10"/>
                                        </p:tgtEl>
                                        <p:attrNameLst>
                                          <p:attrName>ppt_w</p:attrName>
                                        </p:attrNameLst>
                                      </p:cBhvr>
                                      <p:tavLst>
                                        <p:tav tm="0">
                                          <p:val>
                                            <p:fltVal val="0"/>
                                          </p:val>
                                        </p:tav>
                                        <p:tav tm="100000">
                                          <p:val>
                                            <p:strVal val="#ppt_w"/>
                                          </p:val>
                                        </p:tav>
                                      </p:tavLst>
                                    </p:anim>
                                    <p:anim calcmode="lin" valueType="num">
                                      <p:cBhvr>
                                        <p:cTn id="44" dur="500" fill="hold"/>
                                        <p:tgtEl>
                                          <p:spTgt spid="10"/>
                                        </p:tgtEl>
                                        <p:attrNameLst>
                                          <p:attrName>ppt_h</p:attrName>
                                        </p:attrNameLst>
                                      </p:cBhvr>
                                      <p:tavLst>
                                        <p:tav tm="0">
                                          <p:val>
                                            <p:fltVal val="0"/>
                                          </p:val>
                                        </p:tav>
                                        <p:tav tm="100000">
                                          <p:val>
                                            <p:strVal val="#ppt_h"/>
                                          </p:val>
                                        </p:tav>
                                      </p:tavLst>
                                    </p:anim>
                                    <p:animEffect transition="in" filter="fade">
                                      <p:cBhvr>
                                        <p:cTn id="45" dur="500"/>
                                        <p:tgtEl>
                                          <p:spTgt spid="10"/>
                                        </p:tgtEl>
                                      </p:cBhvr>
                                    </p:animEffect>
                                  </p:childTnLst>
                                </p:cTn>
                              </p:par>
                              <p:par>
                                <p:cTn id="46" presetID="53" presetClass="entr" presetSubtype="16" fill="hold" nodeType="withEffect">
                                  <p:stCondLst>
                                    <p:cond delay="55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animEffect transition="in" filter="fade">
                                      <p:cBhvr>
                                        <p:cTn id="50" dur="500"/>
                                        <p:tgtEl>
                                          <p:spTgt spid="11"/>
                                        </p:tgtEl>
                                      </p:cBhvr>
                                    </p:animEffect>
                                  </p:childTnLst>
                                </p:cTn>
                              </p:par>
                              <p:par>
                                <p:cTn id="51" presetID="53" presetClass="entr" presetSubtype="16" fill="hold" grpId="0" nodeType="withEffect">
                                  <p:stCondLst>
                                    <p:cond delay="55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ppt_w</p:attrName>
                                        </p:attrNameLst>
                                      </p:cBhvr>
                                      <p:tavLst>
                                        <p:tav tm="0">
                                          <p:val>
                                            <p:fltVal val="0"/>
                                          </p:val>
                                        </p:tav>
                                        <p:tav tm="100000">
                                          <p:val>
                                            <p:strVal val="#ppt_w"/>
                                          </p:val>
                                        </p:tav>
                                      </p:tavLst>
                                    </p:anim>
                                    <p:anim calcmode="lin" valueType="num">
                                      <p:cBhvr>
                                        <p:cTn id="54" dur="500" fill="hold"/>
                                        <p:tgtEl>
                                          <p:spTgt spid="12"/>
                                        </p:tgtEl>
                                        <p:attrNameLst>
                                          <p:attrName>ppt_h</p:attrName>
                                        </p:attrNameLst>
                                      </p:cBhvr>
                                      <p:tavLst>
                                        <p:tav tm="0">
                                          <p:val>
                                            <p:fltVal val="0"/>
                                          </p:val>
                                        </p:tav>
                                        <p:tav tm="100000">
                                          <p:val>
                                            <p:strVal val="#ppt_h"/>
                                          </p:val>
                                        </p:tav>
                                      </p:tavLst>
                                    </p:anim>
                                    <p:animEffect transition="in" filter="fade">
                                      <p:cBhvr>
                                        <p:cTn id="55" dur="500"/>
                                        <p:tgtEl>
                                          <p:spTgt spid="12"/>
                                        </p:tgtEl>
                                      </p:cBhvr>
                                    </p:animEffect>
                                  </p:childTnLst>
                                </p:cTn>
                              </p:par>
                              <p:par>
                                <p:cTn id="56" presetID="53" presetClass="entr" presetSubtype="16" fill="hold" grpId="0" nodeType="withEffect">
                                  <p:stCondLst>
                                    <p:cond delay="550"/>
                                  </p:stCondLst>
                                  <p:childTnLst>
                                    <p:set>
                                      <p:cBhvr>
                                        <p:cTn id="57" dur="1" fill="hold">
                                          <p:stCondLst>
                                            <p:cond delay="0"/>
                                          </p:stCondLst>
                                        </p:cTn>
                                        <p:tgtEl>
                                          <p:spTgt spid="13"/>
                                        </p:tgtEl>
                                        <p:attrNameLst>
                                          <p:attrName>style.visibility</p:attrName>
                                        </p:attrNameLst>
                                      </p:cBhvr>
                                      <p:to>
                                        <p:strVal val="visible"/>
                                      </p:to>
                                    </p:set>
                                    <p:anim calcmode="lin" valueType="num">
                                      <p:cBhvr>
                                        <p:cTn id="58" dur="500" fill="hold"/>
                                        <p:tgtEl>
                                          <p:spTgt spid="13"/>
                                        </p:tgtEl>
                                        <p:attrNameLst>
                                          <p:attrName>ppt_w</p:attrName>
                                        </p:attrNameLst>
                                      </p:cBhvr>
                                      <p:tavLst>
                                        <p:tav tm="0">
                                          <p:val>
                                            <p:fltVal val="0"/>
                                          </p:val>
                                        </p:tav>
                                        <p:tav tm="100000">
                                          <p:val>
                                            <p:strVal val="#ppt_w"/>
                                          </p:val>
                                        </p:tav>
                                      </p:tavLst>
                                    </p:anim>
                                    <p:anim calcmode="lin" valueType="num">
                                      <p:cBhvr>
                                        <p:cTn id="59" dur="500" fill="hold"/>
                                        <p:tgtEl>
                                          <p:spTgt spid="13"/>
                                        </p:tgtEl>
                                        <p:attrNameLst>
                                          <p:attrName>ppt_h</p:attrName>
                                        </p:attrNameLst>
                                      </p:cBhvr>
                                      <p:tavLst>
                                        <p:tav tm="0">
                                          <p:val>
                                            <p:fltVal val="0"/>
                                          </p:val>
                                        </p:tav>
                                        <p:tav tm="100000">
                                          <p:val>
                                            <p:strVal val="#ppt_h"/>
                                          </p:val>
                                        </p:tav>
                                      </p:tavLst>
                                    </p:anim>
                                    <p:animEffect transition="in" filter="fade">
                                      <p:cBhvr>
                                        <p:cTn id="60" dur="500"/>
                                        <p:tgtEl>
                                          <p:spTgt spid="13"/>
                                        </p:tgtEl>
                                      </p:cBhvr>
                                    </p:animEffect>
                                  </p:childTnLst>
                                </p:cTn>
                              </p:par>
                              <p:par>
                                <p:cTn id="61" presetID="53" presetClass="entr" presetSubtype="16" fill="hold" grpId="0" nodeType="withEffect">
                                  <p:stCondLst>
                                    <p:cond delay="550"/>
                                  </p:stCondLst>
                                  <p:childTnLst>
                                    <p:set>
                                      <p:cBhvr>
                                        <p:cTn id="62" dur="1" fill="hold">
                                          <p:stCondLst>
                                            <p:cond delay="0"/>
                                          </p:stCondLst>
                                        </p:cTn>
                                        <p:tgtEl>
                                          <p:spTgt spid="14"/>
                                        </p:tgtEl>
                                        <p:attrNameLst>
                                          <p:attrName>style.visibility</p:attrName>
                                        </p:attrNameLst>
                                      </p:cBhvr>
                                      <p:to>
                                        <p:strVal val="visible"/>
                                      </p:to>
                                    </p:set>
                                    <p:anim calcmode="lin" valueType="num">
                                      <p:cBhvr>
                                        <p:cTn id="63" dur="500" fill="hold"/>
                                        <p:tgtEl>
                                          <p:spTgt spid="14"/>
                                        </p:tgtEl>
                                        <p:attrNameLst>
                                          <p:attrName>ppt_w</p:attrName>
                                        </p:attrNameLst>
                                      </p:cBhvr>
                                      <p:tavLst>
                                        <p:tav tm="0">
                                          <p:val>
                                            <p:fltVal val="0"/>
                                          </p:val>
                                        </p:tav>
                                        <p:tav tm="100000">
                                          <p:val>
                                            <p:strVal val="#ppt_w"/>
                                          </p:val>
                                        </p:tav>
                                      </p:tavLst>
                                    </p:anim>
                                    <p:anim calcmode="lin" valueType="num">
                                      <p:cBhvr>
                                        <p:cTn id="64" dur="500" fill="hold"/>
                                        <p:tgtEl>
                                          <p:spTgt spid="14"/>
                                        </p:tgtEl>
                                        <p:attrNameLst>
                                          <p:attrName>ppt_h</p:attrName>
                                        </p:attrNameLst>
                                      </p:cBhvr>
                                      <p:tavLst>
                                        <p:tav tm="0">
                                          <p:val>
                                            <p:fltVal val="0"/>
                                          </p:val>
                                        </p:tav>
                                        <p:tav tm="100000">
                                          <p:val>
                                            <p:strVal val="#ppt_h"/>
                                          </p:val>
                                        </p:tav>
                                      </p:tavLst>
                                    </p:anim>
                                    <p:animEffect transition="in" filter="fade">
                                      <p:cBhvr>
                                        <p:cTn id="65" dur="500"/>
                                        <p:tgtEl>
                                          <p:spTgt spid="14"/>
                                        </p:tgtEl>
                                      </p:cBhvr>
                                    </p:animEffect>
                                  </p:childTnLst>
                                </p:cTn>
                              </p:par>
                              <p:par>
                                <p:cTn id="66" presetID="53" presetClass="entr" presetSubtype="16" fill="hold" nodeType="withEffect">
                                  <p:stCondLst>
                                    <p:cond delay="550"/>
                                  </p:stCondLst>
                                  <p:childTnLst>
                                    <p:set>
                                      <p:cBhvr>
                                        <p:cTn id="67" dur="1" fill="hold">
                                          <p:stCondLst>
                                            <p:cond delay="0"/>
                                          </p:stCondLst>
                                        </p:cTn>
                                        <p:tgtEl>
                                          <p:spTgt spid="15"/>
                                        </p:tgtEl>
                                        <p:attrNameLst>
                                          <p:attrName>style.visibility</p:attrName>
                                        </p:attrNameLst>
                                      </p:cBhvr>
                                      <p:to>
                                        <p:strVal val="visible"/>
                                      </p:to>
                                    </p:set>
                                    <p:anim calcmode="lin" valueType="num">
                                      <p:cBhvr>
                                        <p:cTn id="68" dur="500" fill="hold"/>
                                        <p:tgtEl>
                                          <p:spTgt spid="15"/>
                                        </p:tgtEl>
                                        <p:attrNameLst>
                                          <p:attrName>ppt_w</p:attrName>
                                        </p:attrNameLst>
                                      </p:cBhvr>
                                      <p:tavLst>
                                        <p:tav tm="0">
                                          <p:val>
                                            <p:fltVal val="0"/>
                                          </p:val>
                                        </p:tav>
                                        <p:tav tm="100000">
                                          <p:val>
                                            <p:strVal val="#ppt_w"/>
                                          </p:val>
                                        </p:tav>
                                      </p:tavLst>
                                    </p:anim>
                                    <p:anim calcmode="lin" valueType="num">
                                      <p:cBhvr>
                                        <p:cTn id="69" dur="500" fill="hold"/>
                                        <p:tgtEl>
                                          <p:spTgt spid="15"/>
                                        </p:tgtEl>
                                        <p:attrNameLst>
                                          <p:attrName>ppt_h</p:attrName>
                                        </p:attrNameLst>
                                      </p:cBhvr>
                                      <p:tavLst>
                                        <p:tav tm="0">
                                          <p:val>
                                            <p:fltVal val="0"/>
                                          </p:val>
                                        </p:tav>
                                        <p:tav tm="100000">
                                          <p:val>
                                            <p:strVal val="#ppt_h"/>
                                          </p:val>
                                        </p:tav>
                                      </p:tavLst>
                                    </p:anim>
                                    <p:animEffect transition="in" filter="fade">
                                      <p:cBhvr>
                                        <p:cTn id="70" dur="500"/>
                                        <p:tgtEl>
                                          <p:spTgt spid="15"/>
                                        </p:tgtEl>
                                      </p:cBhvr>
                                    </p:animEffect>
                                  </p:childTnLst>
                                </p:cTn>
                              </p:par>
                              <p:par>
                                <p:cTn id="71" presetID="53" presetClass="entr" presetSubtype="16" fill="hold" nodeType="withEffect">
                                  <p:stCondLst>
                                    <p:cond delay="825"/>
                                  </p:stCondLst>
                                  <p:childTnLst>
                                    <p:set>
                                      <p:cBhvr>
                                        <p:cTn id="72" dur="1" fill="hold">
                                          <p:stCondLst>
                                            <p:cond delay="0"/>
                                          </p:stCondLst>
                                        </p:cTn>
                                        <p:tgtEl>
                                          <p:spTgt spid="16"/>
                                        </p:tgtEl>
                                        <p:attrNameLst>
                                          <p:attrName>style.visibility</p:attrName>
                                        </p:attrNameLst>
                                      </p:cBhvr>
                                      <p:to>
                                        <p:strVal val="visible"/>
                                      </p:to>
                                    </p:set>
                                    <p:anim calcmode="lin" valueType="num">
                                      <p:cBhvr>
                                        <p:cTn id="73" dur="500" fill="hold"/>
                                        <p:tgtEl>
                                          <p:spTgt spid="16"/>
                                        </p:tgtEl>
                                        <p:attrNameLst>
                                          <p:attrName>ppt_w</p:attrName>
                                        </p:attrNameLst>
                                      </p:cBhvr>
                                      <p:tavLst>
                                        <p:tav tm="0">
                                          <p:val>
                                            <p:fltVal val="0"/>
                                          </p:val>
                                        </p:tav>
                                        <p:tav tm="100000">
                                          <p:val>
                                            <p:strVal val="#ppt_w"/>
                                          </p:val>
                                        </p:tav>
                                      </p:tavLst>
                                    </p:anim>
                                    <p:anim calcmode="lin" valueType="num">
                                      <p:cBhvr>
                                        <p:cTn id="74" dur="500" fill="hold"/>
                                        <p:tgtEl>
                                          <p:spTgt spid="16"/>
                                        </p:tgtEl>
                                        <p:attrNameLst>
                                          <p:attrName>ppt_h</p:attrName>
                                        </p:attrNameLst>
                                      </p:cBhvr>
                                      <p:tavLst>
                                        <p:tav tm="0">
                                          <p:val>
                                            <p:fltVal val="0"/>
                                          </p:val>
                                        </p:tav>
                                        <p:tav tm="100000">
                                          <p:val>
                                            <p:strVal val="#ppt_h"/>
                                          </p:val>
                                        </p:tav>
                                      </p:tavLst>
                                    </p:anim>
                                    <p:animEffect transition="in" filter="fade">
                                      <p:cBhvr>
                                        <p:cTn id="75" dur="500"/>
                                        <p:tgtEl>
                                          <p:spTgt spid="16"/>
                                        </p:tgtEl>
                                      </p:cBhvr>
                                    </p:animEffect>
                                  </p:childTnLst>
                                </p:cTn>
                              </p:par>
                              <p:par>
                                <p:cTn id="76" presetID="53" presetClass="entr" presetSubtype="16" fill="hold" nodeType="withEffect">
                                  <p:stCondLst>
                                    <p:cond delay="825"/>
                                  </p:stCondLst>
                                  <p:childTnLst>
                                    <p:set>
                                      <p:cBhvr>
                                        <p:cTn id="77" dur="1" fill="hold">
                                          <p:stCondLst>
                                            <p:cond delay="0"/>
                                          </p:stCondLst>
                                        </p:cTn>
                                        <p:tgtEl>
                                          <p:spTgt spid="17"/>
                                        </p:tgtEl>
                                        <p:attrNameLst>
                                          <p:attrName>style.visibility</p:attrName>
                                        </p:attrNameLst>
                                      </p:cBhvr>
                                      <p:to>
                                        <p:strVal val="visible"/>
                                      </p:to>
                                    </p:set>
                                    <p:anim calcmode="lin" valueType="num">
                                      <p:cBhvr>
                                        <p:cTn id="78" dur="500" fill="hold"/>
                                        <p:tgtEl>
                                          <p:spTgt spid="17"/>
                                        </p:tgtEl>
                                        <p:attrNameLst>
                                          <p:attrName>ppt_w</p:attrName>
                                        </p:attrNameLst>
                                      </p:cBhvr>
                                      <p:tavLst>
                                        <p:tav tm="0">
                                          <p:val>
                                            <p:fltVal val="0"/>
                                          </p:val>
                                        </p:tav>
                                        <p:tav tm="100000">
                                          <p:val>
                                            <p:strVal val="#ppt_w"/>
                                          </p:val>
                                        </p:tav>
                                      </p:tavLst>
                                    </p:anim>
                                    <p:anim calcmode="lin" valueType="num">
                                      <p:cBhvr>
                                        <p:cTn id="79" dur="500" fill="hold"/>
                                        <p:tgtEl>
                                          <p:spTgt spid="17"/>
                                        </p:tgtEl>
                                        <p:attrNameLst>
                                          <p:attrName>ppt_h</p:attrName>
                                        </p:attrNameLst>
                                      </p:cBhvr>
                                      <p:tavLst>
                                        <p:tav tm="0">
                                          <p:val>
                                            <p:fltVal val="0"/>
                                          </p:val>
                                        </p:tav>
                                        <p:tav tm="100000">
                                          <p:val>
                                            <p:strVal val="#ppt_h"/>
                                          </p:val>
                                        </p:tav>
                                      </p:tavLst>
                                    </p:anim>
                                    <p:animEffect transition="in" filter="fade">
                                      <p:cBhvr>
                                        <p:cTn id="80" dur="500"/>
                                        <p:tgtEl>
                                          <p:spTgt spid="17"/>
                                        </p:tgtEl>
                                      </p:cBhvr>
                                    </p:animEffect>
                                  </p:childTnLst>
                                </p:cTn>
                              </p:par>
                              <p:par>
                                <p:cTn id="81" presetID="53" presetClass="entr" presetSubtype="16" fill="hold" grpId="0" nodeType="withEffect">
                                  <p:stCondLst>
                                    <p:cond delay="825"/>
                                  </p:stCondLst>
                                  <p:childTnLst>
                                    <p:set>
                                      <p:cBhvr>
                                        <p:cTn id="82" dur="1" fill="hold">
                                          <p:stCondLst>
                                            <p:cond delay="0"/>
                                          </p:stCondLst>
                                        </p:cTn>
                                        <p:tgtEl>
                                          <p:spTgt spid="18"/>
                                        </p:tgtEl>
                                        <p:attrNameLst>
                                          <p:attrName>style.visibility</p:attrName>
                                        </p:attrNameLst>
                                      </p:cBhvr>
                                      <p:to>
                                        <p:strVal val="visible"/>
                                      </p:to>
                                    </p:set>
                                    <p:anim calcmode="lin" valueType="num">
                                      <p:cBhvr>
                                        <p:cTn id="83" dur="500" fill="hold"/>
                                        <p:tgtEl>
                                          <p:spTgt spid="18"/>
                                        </p:tgtEl>
                                        <p:attrNameLst>
                                          <p:attrName>ppt_w</p:attrName>
                                        </p:attrNameLst>
                                      </p:cBhvr>
                                      <p:tavLst>
                                        <p:tav tm="0">
                                          <p:val>
                                            <p:fltVal val="0"/>
                                          </p:val>
                                        </p:tav>
                                        <p:tav tm="100000">
                                          <p:val>
                                            <p:strVal val="#ppt_w"/>
                                          </p:val>
                                        </p:tav>
                                      </p:tavLst>
                                    </p:anim>
                                    <p:anim calcmode="lin" valueType="num">
                                      <p:cBhvr>
                                        <p:cTn id="84" dur="500" fill="hold"/>
                                        <p:tgtEl>
                                          <p:spTgt spid="18"/>
                                        </p:tgtEl>
                                        <p:attrNameLst>
                                          <p:attrName>ppt_h</p:attrName>
                                        </p:attrNameLst>
                                      </p:cBhvr>
                                      <p:tavLst>
                                        <p:tav tm="0">
                                          <p:val>
                                            <p:fltVal val="0"/>
                                          </p:val>
                                        </p:tav>
                                        <p:tav tm="100000">
                                          <p:val>
                                            <p:strVal val="#ppt_h"/>
                                          </p:val>
                                        </p:tav>
                                      </p:tavLst>
                                    </p:anim>
                                    <p:animEffect transition="in" filter="fade">
                                      <p:cBhvr>
                                        <p:cTn id="85" dur="500"/>
                                        <p:tgtEl>
                                          <p:spTgt spid="18"/>
                                        </p:tgtEl>
                                      </p:cBhvr>
                                    </p:animEffect>
                                  </p:childTnLst>
                                </p:cTn>
                              </p:par>
                              <p:par>
                                <p:cTn id="86" presetID="53" presetClass="entr" presetSubtype="16" fill="hold" grpId="0" nodeType="withEffect">
                                  <p:stCondLst>
                                    <p:cond delay="825"/>
                                  </p:stCondLst>
                                  <p:childTnLst>
                                    <p:set>
                                      <p:cBhvr>
                                        <p:cTn id="87" dur="1" fill="hold">
                                          <p:stCondLst>
                                            <p:cond delay="0"/>
                                          </p:stCondLst>
                                        </p:cTn>
                                        <p:tgtEl>
                                          <p:spTgt spid="19"/>
                                        </p:tgtEl>
                                        <p:attrNameLst>
                                          <p:attrName>style.visibility</p:attrName>
                                        </p:attrNameLst>
                                      </p:cBhvr>
                                      <p:to>
                                        <p:strVal val="visible"/>
                                      </p:to>
                                    </p:set>
                                    <p:anim calcmode="lin" valueType="num">
                                      <p:cBhvr>
                                        <p:cTn id="88" dur="500" fill="hold"/>
                                        <p:tgtEl>
                                          <p:spTgt spid="19"/>
                                        </p:tgtEl>
                                        <p:attrNameLst>
                                          <p:attrName>ppt_w</p:attrName>
                                        </p:attrNameLst>
                                      </p:cBhvr>
                                      <p:tavLst>
                                        <p:tav tm="0">
                                          <p:val>
                                            <p:fltVal val="0"/>
                                          </p:val>
                                        </p:tav>
                                        <p:tav tm="100000">
                                          <p:val>
                                            <p:strVal val="#ppt_w"/>
                                          </p:val>
                                        </p:tav>
                                      </p:tavLst>
                                    </p:anim>
                                    <p:anim calcmode="lin" valueType="num">
                                      <p:cBhvr>
                                        <p:cTn id="89" dur="500" fill="hold"/>
                                        <p:tgtEl>
                                          <p:spTgt spid="19"/>
                                        </p:tgtEl>
                                        <p:attrNameLst>
                                          <p:attrName>ppt_h</p:attrName>
                                        </p:attrNameLst>
                                      </p:cBhvr>
                                      <p:tavLst>
                                        <p:tav tm="0">
                                          <p:val>
                                            <p:fltVal val="0"/>
                                          </p:val>
                                        </p:tav>
                                        <p:tav tm="100000">
                                          <p:val>
                                            <p:strVal val="#ppt_h"/>
                                          </p:val>
                                        </p:tav>
                                      </p:tavLst>
                                    </p:anim>
                                    <p:animEffect transition="in" filter="fade">
                                      <p:cBhvr>
                                        <p:cTn id="90" dur="500"/>
                                        <p:tgtEl>
                                          <p:spTgt spid="19"/>
                                        </p:tgtEl>
                                      </p:cBhvr>
                                    </p:animEffect>
                                  </p:childTnLst>
                                </p:cTn>
                              </p:par>
                              <p:par>
                                <p:cTn id="91" presetID="53" presetClass="entr" presetSubtype="16" fill="hold" grpId="0" nodeType="withEffect">
                                  <p:stCondLst>
                                    <p:cond delay="825"/>
                                  </p:stCondLst>
                                  <p:childTnLst>
                                    <p:set>
                                      <p:cBhvr>
                                        <p:cTn id="92" dur="1" fill="hold">
                                          <p:stCondLst>
                                            <p:cond delay="0"/>
                                          </p:stCondLst>
                                        </p:cTn>
                                        <p:tgtEl>
                                          <p:spTgt spid="20"/>
                                        </p:tgtEl>
                                        <p:attrNameLst>
                                          <p:attrName>style.visibility</p:attrName>
                                        </p:attrNameLst>
                                      </p:cBhvr>
                                      <p:to>
                                        <p:strVal val="visible"/>
                                      </p:to>
                                    </p:set>
                                    <p:anim calcmode="lin" valueType="num">
                                      <p:cBhvr>
                                        <p:cTn id="93" dur="500" fill="hold"/>
                                        <p:tgtEl>
                                          <p:spTgt spid="20"/>
                                        </p:tgtEl>
                                        <p:attrNameLst>
                                          <p:attrName>ppt_w</p:attrName>
                                        </p:attrNameLst>
                                      </p:cBhvr>
                                      <p:tavLst>
                                        <p:tav tm="0">
                                          <p:val>
                                            <p:fltVal val="0"/>
                                          </p:val>
                                        </p:tav>
                                        <p:tav tm="100000">
                                          <p:val>
                                            <p:strVal val="#ppt_w"/>
                                          </p:val>
                                        </p:tav>
                                      </p:tavLst>
                                    </p:anim>
                                    <p:anim calcmode="lin" valueType="num">
                                      <p:cBhvr>
                                        <p:cTn id="94" dur="500" fill="hold"/>
                                        <p:tgtEl>
                                          <p:spTgt spid="20"/>
                                        </p:tgtEl>
                                        <p:attrNameLst>
                                          <p:attrName>ppt_h</p:attrName>
                                        </p:attrNameLst>
                                      </p:cBhvr>
                                      <p:tavLst>
                                        <p:tav tm="0">
                                          <p:val>
                                            <p:fltVal val="0"/>
                                          </p:val>
                                        </p:tav>
                                        <p:tav tm="100000">
                                          <p:val>
                                            <p:strVal val="#ppt_h"/>
                                          </p:val>
                                        </p:tav>
                                      </p:tavLst>
                                    </p:anim>
                                    <p:animEffect transition="in" filter="fade">
                                      <p:cBhvr>
                                        <p:cTn id="95" dur="500"/>
                                        <p:tgtEl>
                                          <p:spTgt spid="20"/>
                                        </p:tgtEl>
                                      </p:cBhvr>
                                    </p:animEffect>
                                  </p:childTnLst>
                                </p:cTn>
                              </p:par>
                              <p:par>
                                <p:cTn id="96" presetID="53" presetClass="entr" presetSubtype="16" fill="hold" nodeType="withEffect">
                                  <p:stCondLst>
                                    <p:cond delay="825"/>
                                  </p:stCondLst>
                                  <p:childTnLst>
                                    <p:set>
                                      <p:cBhvr>
                                        <p:cTn id="97" dur="1" fill="hold">
                                          <p:stCondLst>
                                            <p:cond delay="0"/>
                                          </p:stCondLst>
                                        </p:cTn>
                                        <p:tgtEl>
                                          <p:spTgt spid="21"/>
                                        </p:tgtEl>
                                        <p:attrNameLst>
                                          <p:attrName>style.visibility</p:attrName>
                                        </p:attrNameLst>
                                      </p:cBhvr>
                                      <p:to>
                                        <p:strVal val="visible"/>
                                      </p:to>
                                    </p:set>
                                    <p:anim calcmode="lin" valueType="num">
                                      <p:cBhvr>
                                        <p:cTn id="98" dur="500" fill="hold"/>
                                        <p:tgtEl>
                                          <p:spTgt spid="21"/>
                                        </p:tgtEl>
                                        <p:attrNameLst>
                                          <p:attrName>ppt_w</p:attrName>
                                        </p:attrNameLst>
                                      </p:cBhvr>
                                      <p:tavLst>
                                        <p:tav tm="0">
                                          <p:val>
                                            <p:fltVal val="0"/>
                                          </p:val>
                                        </p:tav>
                                        <p:tav tm="100000">
                                          <p:val>
                                            <p:strVal val="#ppt_w"/>
                                          </p:val>
                                        </p:tav>
                                      </p:tavLst>
                                    </p:anim>
                                    <p:anim calcmode="lin" valueType="num">
                                      <p:cBhvr>
                                        <p:cTn id="99" dur="500" fill="hold"/>
                                        <p:tgtEl>
                                          <p:spTgt spid="21"/>
                                        </p:tgtEl>
                                        <p:attrNameLst>
                                          <p:attrName>ppt_h</p:attrName>
                                        </p:attrNameLst>
                                      </p:cBhvr>
                                      <p:tavLst>
                                        <p:tav tm="0">
                                          <p:val>
                                            <p:fltVal val="0"/>
                                          </p:val>
                                        </p:tav>
                                        <p:tav tm="100000">
                                          <p:val>
                                            <p:strVal val="#ppt_h"/>
                                          </p:val>
                                        </p:tav>
                                      </p:tavLst>
                                    </p:anim>
                                    <p:animEffect transition="in" filter="fade">
                                      <p:cBhvr>
                                        <p:cTn id="100" dur="500"/>
                                        <p:tgtEl>
                                          <p:spTgt spid="21"/>
                                        </p:tgtEl>
                                      </p:cBhvr>
                                    </p:animEffect>
                                  </p:childTnLst>
                                </p:cTn>
                              </p:par>
                              <p:par>
                                <p:cTn id="101" presetID="53" presetClass="entr" presetSubtype="16" fill="hold" nodeType="withEffect">
                                  <p:stCondLst>
                                    <p:cond delay="1100"/>
                                  </p:stCondLst>
                                  <p:childTnLst>
                                    <p:set>
                                      <p:cBhvr>
                                        <p:cTn id="102" dur="1" fill="hold">
                                          <p:stCondLst>
                                            <p:cond delay="0"/>
                                          </p:stCondLst>
                                        </p:cTn>
                                        <p:tgtEl>
                                          <p:spTgt spid="22"/>
                                        </p:tgtEl>
                                        <p:attrNameLst>
                                          <p:attrName>style.visibility</p:attrName>
                                        </p:attrNameLst>
                                      </p:cBhvr>
                                      <p:to>
                                        <p:strVal val="visible"/>
                                      </p:to>
                                    </p:set>
                                    <p:anim calcmode="lin" valueType="num">
                                      <p:cBhvr>
                                        <p:cTn id="103" dur="500" fill="hold"/>
                                        <p:tgtEl>
                                          <p:spTgt spid="22"/>
                                        </p:tgtEl>
                                        <p:attrNameLst>
                                          <p:attrName>ppt_w</p:attrName>
                                        </p:attrNameLst>
                                      </p:cBhvr>
                                      <p:tavLst>
                                        <p:tav tm="0">
                                          <p:val>
                                            <p:fltVal val="0"/>
                                          </p:val>
                                        </p:tav>
                                        <p:tav tm="100000">
                                          <p:val>
                                            <p:strVal val="#ppt_w"/>
                                          </p:val>
                                        </p:tav>
                                      </p:tavLst>
                                    </p:anim>
                                    <p:anim calcmode="lin" valueType="num">
                                      <p:cBhvr>
                                        <p:cTn id="104" dur="500" fill="hold"/>
                                        <p:tgtEl>
                                          <p:spTgt spid="22"/>
                                        </p:tgtEl>
                                        <p:attrNameLst>
                                          <p:attrName>ppt_h</p:attrName>
                                        </p:attrNameLst>
                                      </p:cBhvr>
                                      <p:tavLst>
                                        <p:tav tm="0">
                                          <p:val>
                                            <p:fltVal val="0"/>
                                          </p:val>
                                        </p:tav>
                                        <p:tav tm="100000">
                                          <p:val>
                                            <p:strVal val="#ppt_h"/>
                                          </p:val>
                                        </p:tav>
                                      </p:tavLst>
                                    </p:anim>
                                    <p:animEffect transition="in" filter="fade">
                                      <p:cBhvr>
                                        <p:cTn id="105" dur="500"/>
                                        <p:tgtEl>
                                          <p:spTgt spid="22"/>
                                        </p:tgtEl>
                                      </p:cBhvr>
                                    </p:animEffect>
                                  </p:childTnLst>
                                </p:cTn>
                              </p:par>
                              <p:par>
                                <p:cTn id="106" presetID="53" presetClass="entr" presetSubtype="16" fill="hold" nodeType="withEffect">
                                  <p:stCondLst>
                                    <p:cond delay="1100"/>
                                  </p:stCondLst>
                                  <p:childTnLst>
                                    <p:set>
                                      <p:cBhvr>
                                        <p:cTn id="107" dur="1" fill="hold">
                                          <p:stCondLst>
                                            <p:cond delay="0"/>
                                          </p:stCondLst>
                                        </p:cTn>
                                        <p:tgtEl>
                                          <p:spTgt spid="23"/>
                                        </p:tgtEl>
                                        <p:attrNameLst>
                                          <p:attrName>style.visibility</p:attrName>
                                        </p:attrNameLst>
                                      </p:cBhvr>
                                      <p:to>
                                        <p:strVal val="visible"/>
                                      </p:to>
                                    </p:set>
                                    <p:anim calcmode="lin" valueType="num">
                                      <p:cBhvr>
                                        <p:cTn id="108" dur="500" fill="hold"/>
                                        <p:tgtEl>
                                          <p:spTgt spid="23"/>
                                        </p:tgtEl>
                                        <p:attrNameLst>
                                          <p:attrName>ppt_w</p:attrName>
                                        </p:attrNameLst>
                                      </p:cBhvr>
                                      <p:tavLst>
                                        <p:tav tm="0">
                                          <p:val>
                                            <p:fltVal val="0"/>
                                          </p:val>
                                        </p:tav>
                                        <p:tav tm="100000">
                                          <p:val>
                                            <p:strVal val="#ppt_w"/>
                                          </p:val>
                                        </p:tav>
                                      </p:tavLst>
                                    </p:anim>
                                    <p:anim calcmode="lin" valueType="num">
                                      <p:cBhvr>
                                        <p:cTn id="109" dur="500" fill="hold"/>
                                        <p:tgtEl>
                                          <p:spTgt spid="23"/>
                                        </p:tgtEl>
                                        <p:attrNameLst>
                                          <p:attrName>ppt_h</p:attrName>
                                        </p:attrNameLst>
                                      </p:cBhvr>
                                      <p:tavLst>
                                        <p:tav tm="0">
                                          <p:val>
                                            <p:fltVal val="0"/>
                                          </p:val>
                                        </p:tav>
                                        <p:tav tm="100000">
                                          <p:val>
                                            <p:strVal val="#ppt_h"/>
                                          </p:val>
                                        </p:tav>
                                      </p:tavLst>
                                    </p:anim>
                                    <p:animEffect transition="in" filter="fade">
                                      <p:cBhvr>
                                        <p:cTn id="110" dur="500"/>
                                        <p:tgtEl>
                                          <p:spTgt spid="23"/>
                                        </p:tgtEl>
                                      </p:cBhvr>
                                    </p:animEffect>
                                  </p:childTnLst>
                                </p:cTn>
                              </p:par>
                              <p:par>
                                <p:cTn id="111" presetID="53" presetClass="entr" presetSubtype="16" fill="hold" grpId="0" nodeType="withEffect">
                                  <p:stCondLst>
                                    <p:cond delay="1100"/>
                                  </p:stCondLst>
                                  <p:childTnLst>
                                    <p:set>
                                      <p:cBhvr>
                                        <p:cTn id="112" dur="1" fill="hold">
                                          <p:stCondLst>
                                            <p:cond delay="0"/>
                                          </p:stCondLst>
                                        </p:cTn>
                                        <p:tgtEl>
                                          <p:spTgt spid="24"/>
                                        </p:tgtEl>
                                        <p:attrNameLst>
                                          <p:attrName>style.visibility</p:attrName>
                                        </p:attrNameLst>
                                      </p:cBhvr>
                                      <p:to>
                                        <p:strVal val="visible"/>
                                      </p:to>
                                    </p:set>
                                    <p:anim calcmode="lin" valueType="num">
                                      <p:cBhvr>
                                        <p:cTn id="113" dur="500" fill="hold"/>
                                        <p:tgtEl>
                                          <p:spTgt spid="24"/>
                                        </p:tgtEl>
                                        <p:attrNameLst>
                                          <p:attrName>ppt_w</p:attrName>
                                        </p:attrNameLst>
                                      </p:cBhvr>
                                      <p:tavLst>
                                        <p:tav tm="0">
                                          <p:val>
                                            <p:fltVal val="0"/>
                                          </p:val>
                                        </p:tav>
                                        <p:tav tm="100000">
                                          <p:val>
                                            <p:strVal val="#ppt_w"/>
                                          </p:val>
                                        </p:tav>
                                      </p:tavLst>
                                    </p:anim>
                                    <p:anim calcmode="lin" valueType="num">
                                      <p:cBhvr>
                                        <p:cTn id="114" dur="500" fill="hold"/>
                                        <p:tgtEl>
                                          <p:spTgt spid="24"/>
                                        </p:tgtEl>
                                        <p:attrNameLst>
                                          <p:attrName>ppt_h</p:attrName>
                                        </p:attrNameLst>
                                      </p:cBhvr>
                                      <p:tavLst>
                                        <p:tav tm="0">
                                          <p:val>
                                            <p:fltVal val="0"/>
                                          </p:val>
                                        </p:tav>
                                        <p:tav tm="100000">
                                          <p:val>
                                            <p:strVal val="#ppt_h"/>
                                          </p:val>
                                        </p:tav>
                                      </p:tavLst>
                                    </p:anim>
                                    <p:animEffect transition="in" filter="fade">
                                      <p:cBhvr>
                                        <p:cTn id="115" dur="500"/>
                                        <p:tgtEl>
                                          <p:spTgt spid="24"/>
                                        </p:tgtEl>
                                      </p:cBhvr>
                                    </p:animEffect>
                                  </p:childTnLst>
                                </p:cTn>
                              </p:par>
                              <p:par>
                                <p:cTn id="116" presetID="53" presetClass="entr" presetSubtype="16" fill="hold" grpId="0" nodeType="withEffect">
                                  <p:stCondLst>
                                    <p:cond delay="1100"/>
                                  </p:stCondLst>
                                  <p:childTnLst>
                                    <p:set>
                                      <p:cBhvr>
                                        <p:cTn id="117" dur="1" fill="hold">
                                          <p:stCondLst>
                                            <p:cond delay="0"/>
                                          </p:stCondLst>
                                        </p:cTn>
                                        <p:tgtEl>
                                          <p:spTgt spid="25"/>
                                        </p:tgtEl>
                                        <p:attrNameLst>
                                          <p:attrName>style.visibility</p:attrName>
                                        </p:attrNameLst>
                                      </p:cBhvr>
                                      <p:to>
                                        <p:strVal val="visible"/>
                                      </p:to>
                                    </p:set>
                                    <p:anim calcmode="lin" valueType="num">
                                      <p:cBhvr>
                                        <p:cTn id="118" dur="500" fill="hold"/>
                                        <p:tgtEl>
                                          <p:spTgt spid="25"/>
                                        </p:tgtEl>
                                        <p:attrNameLst>
                                          <p:attrName>ppt_w</p:attrName>
                                        </p:attrNameLst>
                                      </p:cBhvr>
                                      <p:tavLst>
                                        <p:tav tm="0">
                                          <p:val>
                                            <p:fltVal val="0"/>
                                          </p:val>
                                        </p:tav>
                                        <p:tav tm="100000">
                                          <p:val>
                                            <p:strVal val="#ppt_w"/>
                                          </p:val>
                                        </p:tav>
                                      </p:tavLst>
                                    </p:anim>
                                    <p:anim calcmode="lin" valueType="num">
                                      <p:cBhvr>
                                        <p:cTn id="119" dur="500" fill="hold"/>
                                        <p:tgtEl>
                                          <p:spTgt spid="25"/>
                                        </p:tgtEl>
                                        <p:attrNameLst>
                                          <p:attrName>ppt_h</p:attrName>
                                        </p:attrNameLst>
                                      </p:cBhvr>
                                      <p:tavLst>
                                        <p:tav tm="0">
                                          <p:val>
                                            <p:fltVal val="0"/>
                                          </p:val>
                                        </p:tav>
                                        <p:tav tm="100000">
                                          <p:val>
                                            <p:strVal val="#ppt_h"/>
                                          </p:val>
                                        </p:tav>
                                      </p:tavLst>
                                    </p:anim>
                                    <p:animEffect transition="in" filter="fade">
                                      <p:cBhvr>
                                        <p:cTn id="120" dur="500"/>
                                        <p:tgtEl>
                                          <p:spTgt spid="25"/>
                                        </p:tgtEl>
                                      </p:cBhvr>
                                    </p:animEffect>
                                  </p:childTnLst>
                                </p:cTn>
                              </p:par>
                              <p:par>
                                <p:cTn id="121" presetID="53" presetClass="entr" presetSubtype="16" fill="hold" grpId="0" nodeType="withEffect">
                                  <p:stCondLst>
                                    <p:cond delay="1100"/>
                                  </p:stCondLst>
                                  <p:childTnLst>
                                    <p:set>
                                      <p:cBhvr>
                                        <p:cTn id="122" dur="1" fill="hold">
                                          <p:stCondLst>
                                            <p:cond delay="0"/>
                                          </p:stCondLst>
                                        </p:cTn>
                                        <p:tgtEl>
                                          <p:spTgt spid="26"/>
                                        </p:tgtEl>
                                        <p:attrNameLst>
                                          <p:attrName>style.visibility</p:attrName>
                                        </p:attrNameLst>
                                      </p:cBhvr>
                                      <p:to>
                                        <p:strVal val="visible"/>
                                      </p:to>
                                    </p:set>
                                    <p:anim calcmode="lin" valueType="num">
                                      <p:cBhvr>
                                        <p:cTn id="123" dur="500" fill="hold"/>
                                        <p:tgtEl>
                                          <p:spTgt spid="26"/>
                                        </p:tgtEl>
                                        <p:attrNameLst>
                                          <p:attrName>ppt_w</p:attrName>
                                        </p:attrNameLst>
                                      </p:cBhvr>
                                      <p:tavLst>
                                        <p:tav tm="0">
                                          <p:val>
                                            <p:fltVal val="0"/>
                                          </p:val>
                                        </p:tav>
                                        <p:tav tm="100000">
                                          <p:val>
                                            <p:strVal val="#ppt_w"/>
                                          </p:val>
                                        </p:tav>
                                      </p:tavLst>
                                    </p:anim>
                                    <p:anim calcmode="lin" valueType="num">
                                      <p:cBhvr>
                                        <p:cTn id="124" dur="500" fill="hold"/>
                                        <p:tgtEl>
                                          <p:spTgt spid="26"/>
                                        </p:tgtEl>
                                        <p:attrNameLst>
                                          <p:attrName>ppt_h</p:attrName>
                                        </p:attrNameLst>
                                      </p:cBhvr>
                                      <p:tavLst>
                                        <p:tav tm="0">
                                          <p:val>
                                            <p:fltVal val="0"/>
                                          </p:val>
                                        </p:tav>
                                        <p:tav tm="100000">
                                          <p:val>
                                            <p:strVal val="#ppt_h"/>
                                          </p:val>
                                        </p:tav>
                                      </p:tavLst>
                                    </p:anim>
                                    <p:animEffect transition="in" filter="fade">
                                      <p:cBhvr>
                                        <p:cTn id="125" dur="500"/>
                                        <p:tgtEl>
                                          <p:spTgt spid="26"/>
                                        </p:tgtEl>
                                      </p:cBhvr>
                                    </p:animEffect>
                                  </p:childTnLst>
                                </p:cTn>
                              </p:par>
                              <p:par>
                                <p:cTn id="126" presetID="53" presetClass="entr" presetSubtype="16" fill="hold" nodeType="withEffect">
                                  <p:stCondLst>
                                    <p:cond delay="1100"/>
                                  </p:stCondLst>
                                  <p:childTnLst>
                                    <p:set>
                                      <p:cBhvr>
                                        <p:cTn id="127" dur="1" fill="hold">
                                          <p:stCondLst>
                                            <p:cond delay="0"/>
                                          </p:stCondLst>
                                        </p:cTn>
                                        <p:tgtEl>
                                          <p:spTgt spid="27"/>
                                        </p:tgtEl>
                                        <p:attrNameLst>
                                          <p:attrName>style.visibility</p:attrName>
                                        </p:attrNameLst>
                                      </p:cBhvr>
                                      <p:to>
                                        <p:strVal val="visible"/>
                                      </p:to>
                                    </p:set>
                                    <p:anim calcmode="lin" valueType="num">
                                      <p:cBhvr>
                                        <p:cTn id="128" dur="500" fill="hold"/>
                                        <p:tgtEl>
                                          <p:spTgt spid="27"/>
                                        </p:tgtEl>
                                        <p:attrNameLst>
                                          <p:attrName>ppt_w</p:attrName>
                                        </p:attrNameLst>
                                      </p:cBhvr>
                                      <p:tavLst>
                                        <p:tav tm="0">
                                          <p:val>
                                            <p:fltVal val="0"/>
                                          </p:val>
                                        </p:tav>
                                        <p:tav tm="100000">
                                          <p:val>
                                            <p:strVal val="#ppt_w"/>
                                          </p:val>
                                        </p:tav>
                                      </p:tavLst>
                                    </p:anim>
                                    <p:anim calcmode="lin" valueType="num">
                                      <p:cBhvr>
                                        <p:cTn id="129" dur="500" fill="hold"/>
                                        <p:tgtEl>
                                          <p:spTgt spid="27"/>
                                        </p:tgtEl>
                                        <p:attrNameLst>
                                          <p:attrName>ppt_h</p:attrName>
                                        </p:attrNameLst>
                                      </p:cBhvr>
                                      <p:tavLst>
                                        <p:tav tm="0">
                                          <p:val>
                                            <p:fltVal val="0"/>
                                          </p:val>
                                        </p:tav>
                                        <p:tav tm="100000">
                                          <p:val>
                                            <p:strVal val="#ppt_h"/>
                                          </p:val>
                                        </p:tav>
                                      </p:tavLst>
                                    </p:anim>
                                    <p:animEffect transition="in" filter="fade">
                                      <p:cBhvr>
                                        <p:cTn id="130" dur="500"/>
                                        <p:tgtEl>
                                          <p:spTgt spid="27"/>
                                        </p:tgtEl>
                                      </p:cBhvr>
                                    </p:animEffect>
                                  </p:childTnLst>
                                </p:cTn>
                              </p:par>
                              <p:par>
                                <p:cTn id="131" presetID="53" presetClass="entr" presetSubtype="16" fill="hold" nodeType="withEffect">
                                  <p:stCondLst>
                                    <p:cond delay="1375"/>
                                  </p:stCondLst>
                                  <p:childTnLst>
                                    <p:set>
                                      <p:cBhvr>
                                        <p:cTn id="132" dur="1" fill="hold">
                                          <p:stCondLst>
                                            <p:cond delay="0"/>
                                          </p:stCondLst>
                                        </p:cTn>
                                        <p:tgtEl>
                                          <p:spTgt spid="28"/>
                                        </p:tgtEl>
                                        <p:attrNameLst>
                                          <p:attrName>style.visibility</p:attrName>
                                        </p:attrNameLst>
                                      </p:cBhvr>
                                      <p:to>
                                        <p:strVal val="visible"/>
                                      </p:to>
                                    </p:set>
                                    <p:anim calcmode="lin" valueType="num">
                                      <p:cBhvr>
                                        <p:cTn id="133" dur="500" fill="hold"/>
                                        <p:tgtEl>
                                          <p:spTgt spid="28"/>
                                        </p:tgtEl>
                                        <p:attrNameLst>
                                          <p:attrName>ppt_w</p:attrName>
                                        </p:attrNameLst>
                                      </p:cBhvr>
                                      <p:tavLst>
                                        <p:tav tm="0">
                                          <p:val>
                                            <p:fltVal val="0"/>
                                          </p:val>
                                        </p:tav>
                                        <p:tav tm="100000">
                                          <p:val>
                                            <p:strVal val="#ppt_w"/>
                                          </p:val>
                                        </p:tav>
                                      </p:tavLst>
                                    </p:anim>
                                    <p:anim calcmode="lin" valueType="num">
                                      <p:cBhvr>
                                        <p:cTn id="134" dur="500" fill="hold"/>
                                        <p:tgtEl>
                                          <p:spTgt spid="28"/>
                                        </p:tgtEl>
                                        <p:attrNameLst>
                                          <p:attrName>ppt_h</p:attrName>
                                        </p:attrNameLst>
                                      </p:cBhvr>
                                      <p:tavLst>
                                        <p:tav tm="0">
                                          <p:val>
                                            <p:fltVal val="0"/>
                                          </p:val>
                                        </p:tav>
                                        <p:tav tm="100000">
                                          <p:val>
                                            <p:strVal val="#ppt_h"/>
                                          </p:val>
                                        </p:tav>
                                      </p:tavLst>
                                    </p:anim>
                                    <p:animEffect transition="in" filter="fade">
                                      <p:cBhvr>
                                        <p:cTn id="135" dur="500"/>
                                        <p:tgtEl>
                                          <p:spTgt spid="28"/>
                                        </p:tgtEl>
                                      </p:cBhvr>
                                    </p:animEffect>
                                  </p:childTnLst>
                                </p:cTn>
                              </p:par>
                              <p:par>
                                <p:cTn id="136" presetID="53" presetClass="entr" presetSubtype="16" fill="hold" nodeType="withEffect">
                                  <p:stCondLst>
                                    <p:cond delay="1375"/>
                                  </p:stCondLst>
                                  <p:childTnLst>
                                    <p:set>
                                      <p:cBhvr>
                                        <p:cTn id="137" dur="1" fill="hold">
                                          <p:stCondLst>
                                            <p:cond delay="0"/>
                                          </p:stCondLst>
                                        </p:cTn>
                                        <p:tgtEl>
                                          <p:spTgt spid="29"/>
                                        </p:tgtEl>
                                        <p:attrNameLst>
                                          <p:attrName>style.visibility</p:attrName>
                                        </p:attrNameLst>
                                      </p:cBhvr>
                                      <p:to>
                                        <p:strVal val="visible"/>
                                      </p:to>
                                    </p:set>
                                    <p:anim calcmode="lin" valueType="num">
                                      <p:cBhvr>
                                        <p:cTn id="138" dur="500" fill="hold"/>
                                        <p:tgtEl>
                                          <p:spTgt spid="29"/>
                                        </p:tgtEl>
                                        <p:attrNameLst>
                                          <p:attrName>ppt_w</p:attrName>
                                        </p:attrNameLst>
                                      </p:cBhvr>
                                      <p:tavLst>
                                        <p:tav tm="0">
                                          <p:val>
                                            <p:fltVal val="0"/>
                                          </p:val>
                                        </p:tav>
                                        <p:tav tm="100000">
                                          <p:val>
                                            <p:strVal val="#ppt_w"/>
                                          </p:val>
                                        </p:tav>
                                      </p:tavLst>
                                    </p:anim>
                                    <p:anim calcmode="lin" valueType="num">
                                      <p:cBhvr>
                                        <p:cTn id="139" dur="500" fill="hold"/>
                                        <p:tgtEl>
                                          <p:spTgt spid="29"/>
                                        </p:tgtEl>
                                        <p:attrNameLst>
                                          <p:attrName>ppt_h</p:attrName>
                                        </p:attrNameLst>
                                      </p:cBhvr>
                                      <p:tavLst>
                                        <p:tav tm="0">
                                          <p:val>
                                            <p:fltVal val="0"/>
                                          </p:val>
                                        </p:tav>
                                        <p:tav tm="100000">
                                          <p:val>
                                            <p:strVal val="#ppt_h"/>
                                          </p:val>
                                        </p:tav>
                                      </p:tavLst>
                                    </p:anim>
                                    <p:animEffect transition="in" filter="fade">
                                      <p:cBhvr>
                                        <p:cTn id="140" dur="500"/>
                                        <p:tgtEl>
                                          <p:spTgt spid="29"/>
                                        </p:tgtEl>
                                      </p:cBhvr>
                                    </p:animEffect>
                                  </p:childTnLst>
                                </p:cTn>
                              </p:par>
                              <p:par>
                                <p:cTn id="141" presetID="53" presetClass="entr" presetSubtype="16" fill="hold" grpId="0" nodeType="withEffect">
                                  <p:stCondLst>
                                    <p:cond delay="1375"/>
                                  </p:stCondLst>
                                  <p:childTnLst>
                                    <p:set>
                                      <p:cBhvr>
                                        <p:cTn id="142" dur="1" fill="hold">
                                          <p:stCondLst>
                                            <p:cond delay="0"/>
                                          </p:stCondLst>
                                        </p:cTn>
                                        <p:tgtEl>
                                          <p:spTgt spid="30"/>
                                        </p:tgtEl>
                                        <p:attrNameLst>
                                          <p:attrName>style.visibility</p:attrName>
                                        </p:attrNameLst>
                                      </p:cBhvr>
                                      <p:to>
                                        <p:strVal val="visible"/>
                                      </p:to>
                                    </p:set>
                                    <p:anim calcmode="lin" valueType="num">
                                      <p:cBhvr>
                                        <p:cTn id="143" dur="500" fill="hold"/>
                                        <p:tgtEl>
                                          <p:spTgt spid="30"/>
                                        </p:tgtEl>
                                        <p:attrNameLst>
                                          <p:attrName>ppt_w</p:attrName>
                                        </p:attrNameLst>
                                      </p:cBhvr>
                                      <p:tavLst>
                                        <p:tav tm="0">
                                          <p:val>
                                            <p:fltVal val="0"/>
                                          </p:val>
                                        </p:tav>
                                        <p:tav tm="100000">
                                          <p:val>
                                            <p:strVal val="#ppt_w"/>
                                          </p:val>
                                        </p:tav>
                                      </p:tavLst>
                                    </p:anim>
                                    <p:anim calcmode="lin" valueType="num">
                                      <p:cBhvr>
                                        <p:cTn id="144" dur="500" fill="hold"/>
                                        <p:tgtEl>
                                          <p:spTgt spid="30"/>
                                        </p:tgtEl>
                                        <p:attrNameLst>
                                          <p:attrName>ppt_h</p:attrName>
                                        </p:attrNameLst>
                                      </p:cBhvr>
                                      <p:tavLst>
                                        <p:tav tm="0">
                                          <p:val>
                                            <p:fltVal val="0"/>
                                          </p:val>
                                        </p:tav>
                                        <p:tav tm="100000">
                                          <p:val>
                                            <p:strVal val="#ppt_h"/>
                                          </p:val>
                                        </p:tav>
                                      </p:tavLst>
                                    </p:anim>
                                    <p:animEffect transition="in" filter="fade">
                                      <p:cBhvr>
                                        <p:cTn id="145" dur="500"/>
                                        <p:tgtEl>
                                          <p:spTgt spid="30"/>
                                        </p:tgtEl>
                                      </p:cBhvr>
                                    </p:animEffect>
                                  </p:childTnLst>
                                </p:cTn>
                              </p:par>
                              <p:par>
                                <p:cTn id="146" presetID="53" presetClass="entr" presetSubtype="16" fill="hold" grpId="0" nodeType="withEffect">
                                  <p:stCondLst>
                                    <p:cond delay="1375"/>
                                  </p:stCondLst>
                                  <p:childTnLst>
                                    <p:set>
                                      <p:cBhvr>
                                        <p:cTn id="147" dur="1" fill="hold">
                                          <p:stCondLst>
                                            <p:cond delay="0"/>
                                          </p:stCondLst>
                                        </p:cTn>
                                        <p:tgtEl>
                                          <p:spTgt spid="31"/>
                                        </p:tgtEl>
                                        <p:attrNameLst>
                                          <p:attrName>style.visibility</p:attrName>
                                        </p:attrNameLst>
                                      </p:cBhvr>
                                      <p:to>
                                        <p:strVal val="visible"/>
                                      </p:to>
                                    </p:set>
                                    <p:anim calcmode="lin" valueType="num">
                                      <p:cBhvr>
                                        <p:cTn id="148" dur="500" fill="hold"/>
                                        <p:tgtEl>
                                          <p:spTgt spid="31"/>
                                        </p:tgtEl>
                                        <p:attrNameLst>
                                          <p:attrName>ppt_w</p:attrName>
                                        </p:attrNameLst>
                                      </p:cBhvr>
                                      <p:tavLst>
                                        <p:tav tm="0">
                                          <p:val>
                                            <p:fltVal val="0"/>
                                          </p:val>
                                        </p:tav>
                                        <p:tav tm="100000">
                                          <p:val>
                                            <p:strVal val="#ppt_w"/>
                                          </p:val>
                                        </p:tav>
                                      </p:tavLst>
                                    </p:anim>
                                    <p:anim calcmode="lin" valueType="num">
                                      <p:cBhvr>
                                        <p:cTn id="149" dur="500" fill="hold"/>
                                        <p:tgtEl>
                                          <p:spTgt spid="31"/>
                                        </p:tgtEl>
                                        <p:attrNameLst>
                                          <p:attrName>ppt_h</p:attrName>
                                        </p:attrNameLst>
                                      </p:cBhvr>
                                      <p:tavLst>
                                        <p:tav tm="0">
                                          <p:val>
                                            <p:fltVal val="0"/>
                                          </p:val>
                                        </p:tav>
                                        <p:tav tm="100000">
                                          <p:val>
                                            <p:strVal val="#ppt_h"/>
                                          </p:val>
                                        </p:tav>
                                      </p:tavLst>
                                    </p:anim>
                                    <p:animEffect transition="in" filter="fade">
                                      <p:cBhvr>
                                        <p:cTn id="150" dur="500"/>
                                        <p:tgtEl>
                                          <p:spTgt spid="31"/>
                                        </p:tgtEl>
                                      </p:cBhvr>
                                    </p:animEffect>
                                  </p:childTnLst>
                                </p:cTn>
                              </p:par>
                              <p:par>
                                <p:cTn id="151" presetID="53" presetClass="entr" presetSubtype="16" fill="hold" grpId="0" nodeType="withEffect">
                                  <p:stCondLst>
                                    <p:cond delay="1375"/>
                                  </p:stCondLst>
                                  <p:childTnLst>
                                    <p:set>
                                      <p:cBhvr>
                                        <p:cTn id="152" dur="1" fill="hold">
                                          <p:stCondLst>
                                            <p:cond delay="0"/>
                                          </p:stCondLst>
                                        </p:cTn>
                                        <p:tgtEl>
                                          <p:spTgt spid="32"/>
                                        </p:tgtEl>
                                        <p:attrNameLst>
                                          <p:attrName>style.visibility</p:attrName>
                                        </p:attrNameLst>
                                      </p:cBhvr>
                                      <p:to>
                                        <p:strVal val="visible"/>
                                      </p:to>
                                    </p:set>
                                    <p:anim calcmode="lin" valueType="num">
                                      <p:cBhvr>
                                        <p:cTn id="153" dur="500" fill="hold"/>
                                        <p:tgtEl>
                                          <p:spTgt spid="32"/>
                                        </p:tgtEl>
                                        <p:attrNameLst>
                                          <p:attrName>ppt_w</p:attrName>
                                        </p:attrNameLst>
                                      </p:cBhvr>
                                      <p:tavLst>
                                        <p:tav tm="0">
                                          <p:val>
                                            <p:fltVal val="0"/>
                                          </p:val>
                                        </p:tav>
                                        <p:tav tm="100000">
                                          <p:val>
                                            <p:strVal val="#ppt_w"/>
                                          </p:val>
                                        </p:tav>
                                      </p:tavLst>
                                    </p:anim>
                                    <p:anim calcmode="lin" valueType="num">
                                      <p:cBhvr>
                                        <p:cTn id="154" dur="500" fill="hold"/>
                                        <p:tgtEl>
                                          <p:spTgt spid="32"/>
                                        </p:tgtEl>
                                        <p:attrNameLst>
                                          <p:attrName>ppt_h</p:attrName>
                                        </p:attrNameLst>
                                      </p:cBhvr>
                                      <p:tavLst>
                                        <p:tav tm="0">
                                          <p:val>
                                            <p:fltVal val="0"/>
                                          </p:val>
                                        </p:tav>
                                        <p:tav tm="100000">
                                          <p:val>
                                            <p:strVal val="#ppt_h"/>
                                          </p:val>
                                        </p:tav>
                                      </p:tavLst>
                                    </p:anim>
                                    <p:animEffect transition="in" filter="fade">
                                      <p:cBhvr>
                                        <p:cTn id="155" dur="500"/>
                                        <p:tgtEl>
                                          <p:spTgt spid="32"/>
                                        </p:tgtEl>
                                      </p:cBhvr>
                                    </p:animEffect>
                                  </p:childTnLst>
                                </p:cTn>
                              </p:par>
                              <p:par>
                                <p:cTn id="156" presetID="53" presetClass="entr" presetSubtype="16" fill="hold" nodeType="withEffect">
                                  <p:stCondLst>
                                    <p:cond delay="1375"/>
                                  </p:stCondLst>
                                  <p:childTnLst>
                                    <p:set>
                                      <p:cBhvr>
                                        <p:cTn id="157" dur="1" fill="hold">
                                          <p:stCondLst>
                                            <p:cond delay="0"/>
                                          </p:stCondLst>
                                        </p:cTn>
                                        <p:tgtEl>
                                          <p:spTgt spid="33"/>
                                        </p:tgtEl>
                                        <p:attrNameLst>
                                          <p:attrName>style.visibility</p:attrName>
                                        </p:attrNameLst>
                                      </p:cBhvr>
                                      <p:to>
                                        <p:strVal val="visible"/>
                                      </p:to>
                                    </p:set>
                                    <p:anim calcmode="lin" valueType="num">
                                      <p:cBhvr>
                                        <p:cTn id="158" dur="500" fill="hold"/>
                                        <p:tgtEl>
                                          <p:spTgt spid="33"/>
                                        </p:tgtEl>
                                        <p:attrNameLst>
                                          <p:attrName>ppt_w</p:attrName>
                                        </p:attrNameLst>
                                      </p:cBhvr>
                                      <p:tavLst>
                                        <p:tav tm="0">
                                          <p:val>
                                            <p:fltVal val="0"/>
                                          </p:val>
                                        </p:tav>
                                        <p:tav tm="100000">
                                          <p:val>
                                            <p:strVal val="#ppt_w"/>
                                          </p:val>
                                        </p:tav>
                                      </p:tavLst>
                                    </p:anim>
                                    <p:anim calcmode="lin" valueType="num">
                                      <p:cBhvr>
                                        <p:cTn id="159" dur="500" fill="hold"/>
                                        <p:tgtEl>
                                          <p:spTgt spid="33"/>
                                        </p:tgtEl>
                                        <p:attrNameLst>
                                          <p:attrName>ppt_h</p:attrName>
                                        </p:attrNameLst>
                                      </p:cBhvr>
                                      <p:tavLst>
                                        <p:tav tm="0">
                                          <p:val>
                                            <p:fltVal val="0"/>
                                          </p:val>
                                        </p:tav>
                                        <p:tav tm="100000">
                                          <p:val>
                                            <p:strVal val="#ppt_h"/>
                                          </p:val>
                                        </p:tav>
                                      </p:tavLst>
                                    </p:anim>
                                    <p:animEffect transition="in" filter="fade">
                                      <p:cBhvr>
                                        <p:cTn id="160" dur="500"/>
                                        <p:tgtEl>
                                          <p:spTgt spid="33"/>
                                        </p:tgtEl>
                                      </p:cBhvr>
                                    </p:animEffect>
                                  </p:childTnLst>
                                </p:cTn>
                              </p:par>
                              <p:par>
                                <p:cTn id="161" presetID="53" presetClass="entr" presetSubtype="16" fill="hold" nodeType="withEffect">
                                  <p:stCondLst>
                                    <p:cond delay="1650"/>
                                  </p:stCondLst>
                                  <p:childTnLst>
                                    <p:set>
                                      <p:cBhvr>
                                        <p:cTn id="162" dur="1" fill="hold">
                                          <p:stCondLst>
                                            <p:cond delay="0"/>
                                          </p:stCondLst>
                                        </p:cTn>
                                        <p:tgtEl>
                                          <p:spTgt spid="34"/>
                                        </p:tgtEl>
                                        <p:attrNameLst>
                                          <p:attrName>style.visibility</p:attrName>
                                        </p:attrNameLst>
                                      </p:cBhvr>
                                      <p:to>
                                        <p:strVal val="visible"/>
                                      </p:to>
                                    </p:set>
                                    <p:anim calcmode="lin" valueType="num">
                                      <p:cBhvr>
                                        <p:cTn id="163" dur="500" fill="hold"/>
                                        <p:tgtEl>
                                          <p:spTgt spid="34"/>
                                        </p:tgtEl>
                                        <p:attrNameLst>
                                          <p:attrName>ppt_w</p:attrName>
                                        </p:attrNameLst>
                                      </p:cBhvr>
                                      <p:tavLst>
                                        <p:tav tm="0">
                                          <p:val>
                                            <p:fltVal val="0"/>
                                          </p:val>
                                        </p:tav>
                                        <p:tav tm="100000">
                                          <p:val>
                                            <p:strVal val="#ppt_w"/>
                                          </p:val>
                                        </p:tav>
                                      </p:tavLst>
                                    </p:anim>
                                    <p:anim calcmode="lin" valueType="num">
                                      <p:cBhvr>
                                        <p:cTn id="164" dur="500" fill="hold"/>
                                        <p:tgtEl>
                                          <p:spTgt spid="34"/>
                                        </p:tgtEl>
                                        <p:attrNameLst>
                                          <p:attrName>ppt_h</p:attrName>
                                        </p:attrNameLst>
                                      </p:cBhvr>
                                      <p:tavLst>
                                        <p:tav tm="0">
                                          <p:val>
                                            <p:fltVal val="0"/>
                                          </p:val>
                                        </p:tav>
                                        <p:tav tm="100000">
                                          <p:val>
                                            <p:strVal val="#ppt_h"/>
                                          </p:val>
                                        </p:tav>
                                      </p:tavLst>
                                    </p:anim>
                                    <p:animEffect transition="in" filter="fade">
                                      <p:cBhvr>
                                        <p:cTn id="165" dur="500"/>
                                        <p:tgtEl>
                                          <p:spTgt spid="34"/>
                                        </p:tgtEl>
                                      </p:cBhvr>
                                    </p:animEffect>
                                  </p:childTnLst>
                                </p:cTn>
                              </p:par>
                              <p:par>
                                <p:cTn id="166" presetID="53" presetClass="entr" presetSubtype="16" fill="hold" nodeType="withEffect">
                                  <p:stCondLst>
                                    <p:cond delay="1650"/>
                                  </p:stCondLst>
                                  <p:childTnLst>
                                    <p:set>
                                      <p:cBhvr>
                                        <p:cTn id="167" dur="1" fill="hold">
                                          <p:stCondLst>
                                            <p:cond delay="0"/>
                                          </p:stCondLst>
                                        </p:cTn>
                                        <p:tgtEl>
                                          <p:spTgt spid="35"/>
                                        </p:tgtEl>
                                        <p:attrNameLst>
                                          <p:attrName>style.visibility</p:attrName>
                                        </p:attrNameLst>
                                      </p:cBhvr>
                                      <p:to>
                                        <p:strVal val="visible"/>
                                      </p:to>
                                    </p:set>
                                    <p:anim calcmode="lin" valueType="num">
                                      <p:cBhvr>
                                        <p:cTn id="168" dur="500" fill="hold"/>
                                        <p:tgtEl>
                                          <p:spTgt spid="35"/>
                                        </p:tgtEl>
                                        <p:attrNameLst>
                                          <p:attrName>ppt_w</p:attrName>
                                        </p:attrNameLst>
                                      </p:cBhvr>
                                      <p:tavLst>
                                        <p:tav tm="0">
                                          <p:val>
                                            <p:fltVal val="0"/>
                                          </p:val>
                                        </p:tav>
                                        <p:tav tm="100000">
                                          <p:val>
                                            <p:strVal val="#ppt_w"/>
                                          </p:val>
                                        </p:tav>
                                      </p:tavLst>
                                    </p:anim>
                                    <p:anim calcmode="lin" valueType="num">
                                      <p:cBhvr>
                                        <p:cTn id="169" dur="500" fill="hold"/>
                                        <p:tgtEl>
                                          <p:spTgt spid="35"/>
                                        </p:tgtEl>
                                        <p:attrNameLst>
                                          <p:attrName>ppt_h</p:attrName>
                                        </p:attrNameLst>
                                      </p:cBhvr>
                                      <p:tavLst>
                                        <p:tav tm="0">
                                          <p:val>
                                            <p:fltVal val="0"/>
                                          </p:val>
                                        </p:tav>
                                        <p:tav tm="100000">
                                          <p:val>
                                            <p:strVal val="#ppt_h"/>
                                          </p:val>
                                        </p:tav>
                                      </p:tavLst>
                                    </p:anim>
                                    <p:animEffect transition="in" filter="fade">
                                      <p:cBhvr>
                                        <p:cTn id="170" dur="500"/>
                                        <p:tgtEl>
                                          <p:spTgt spid="35"/>
                                        </p:tgtEl>
                                      </p:cBhvr>
                                    </p:animEffect>
                                  </p:childTnLst>
                                </p:cTn>
                              </p:par>
                              <p:par>
                                <p:cTn id="171" presetID="53" presetClass="entr" presetSubtype="16" fill="hold" grpId="0" nodeType="withEffect">
                                  <p:stCondLst>
                                    <p:cond delay="1650"/>
                                  </p:stCondLst>
                                  <p:childTnLst>
                                    <p:set>
                                      <p:cBhvr>
                                        <p:cTn id="172" dur="1" fill="hold">
                                          <p:stCondLst>
                                            <p:cond delay="0"/>
                                          </p:stCondLst>
                                        </p:cTn>
                                        <p:tgtEl>
                                          <p:spTgt spid="36"/>
                                        </p:tgtEl>
                                        <p:attrNameLst>
                                          <p:attrName>style.visibility</p:attrName>
                                        </p:attrNameLst>
                                      </p:cBhvr>
                                      <p:to>
                                        <p:strVal val="visible"/>
                                      </p:to>
                                    </p:set>
                                    <p:anim calcmode="lin" valueType="num">
                                      <p:cBhvr>
                                        <p:cTn id="173" dur="500" fill="hold"/>
                                        <p:tgtEl>
                                          <p:spTgt spid="36"/>
                                        </p:tgtEl>
                                        <p:attrNameLst>
                                          <p:attrName>ppt_w</p:attrName>
                                        </p:attrNameLst>
                                      </p:cBhvr>
                                      <p:tavLst>
                                        <p:tav tm="0">
                                          <p:val>
                                            <p:fltVal val="0"/>
                                          </p:val>
                                        </p:tav>
                                        <p:tav tm="100000">
                                          <p:val>
                                            <p:strVal val="#ppt_w"/>
                                          </p:val>
                                        </p:tav>
                                      </p:tavLst>
                                    </p:anim>
                                    <p:anim calcmode="lin" valueType="num">
                                      <p:cBhvr>
                                        <p:cTn id="174" dur="500" fill="hold"/>
                                        <p:tgtEl>
                                          <p:spTgt spid="36"/>
                                        </p:tgtEl>
                                        <p:attrNameLst>
                                          <p:attrName>ppt_h</p:attrName>
                                        </p:attrNameLst>
                                      </p:cBhvr>
                                      <p:tavLst>
                                        <p:tav tm="0">
                                          <p:val>
                                            <p:fltVal val="0"/>
                                          </p:val>
                                        </p:tav>
                                        <p:tav tm="100000">
                                          <p:val>
                                            <p:strVal val="#ppt_h"/>
                                          </p:val>
                                        </p:tav>
                                      </p:tavLst>
                                    </p:anim>
                                    <p:animEffect transition="in" filter="fade">
                                      <p:cBhvr>
                                        <p:cTn id="175" dur="500"/>
                                        <p:tgtEl>
                                          <p:spTgt spid="36"/>
                                        </p:tgtEl>
                                      </p:cBhvr>
                                    </p:animEffect>
                                  </p:childTnLst>
                                </p:cTn>
                              </p:par>
                              <p:par>
                                <p:cTn id="176" presetID="53" presetClass="entr" presetSubtype="16" fill="hold" grpId="0" nodeType="withEffect">
                                  <p:stCondLst>
                                    <p:cond delay="1650"/>
                                  </p:stCondLst>
                                  <p:childTnLst>
                                    <p:set>
                                      <p:cBhvr>
                                        <p:cTn id="177" dur="1" fill="hold">
                                          <p:stCondLst>
                                            <p:cond delay="0"/>
                                          </p:stCondLst>
                                        </p:cTn>
                                        <p:tgtEl>
                                          <p:spTgt spid="37"/>
                                        </p:tgtEl>
                                        <p:attrNameLst>
                                          <p:attrName>style.visibility</p:attrName>
                                        </p:attrNameLst>
                                      </p:cBhvr>
                                      <p:to>
                                        <p:strVal val="visible"/>
                                      </p:to>
                                    </p:set>
                                    <p:anim calcmode="lin" valueType="num">
                                      <p:cBhvr>
                                        <p:cTn id="178" dur="500" fill="hold"/>
                                        <p:tgtEl>
                                          <p:spTgt spid="37"/>
                                        </p:tgtEl>
                                        <p:attrNameLst>
                                          <p:attrName>ppt_w</p:attrName>
                                        </p:attrNameLst>
                                      </p:cBhvr>
                                      <p:tavLst>
                                        <p:tav tm="0">
                                          <p:val>
                                            <p:fltVal val="0"/>
                                          </p:val>
                                        </p:tav>
                                        <p:tav tm="100000">
                                          <p:val>
                                            <p:strVal val="#ppt_w"/>
                                          </p:val>
                                        </p:tav>
                                      </p:tavLst>
                                    </p:anim>
                                    <p:anim calcmode="lin" valueType="num">
                                      <p:cBhvr>
                                        <p:cTn id="179" dur="500" fill="hold"/>
                                        <p:tgtEl>
                                          <p:spTgt spid="37"/>
                                        </p:tgtEl>
                                        <p:attrNameLst>
                                          <p:attrName>ppt_h</p:attrName>
                                        </p:attrNameLst>
                                      </p:cBhvr>
                                      <p:tavLst>
                                        <p:tav tm="0">
                                          <p:val>
                                            <p:fltVal val="0"/>
                                          </p:val>
                                        </p:tav>
                                        <p:tav tm="100000">
                                          <p:val>
                                            <p:strVal val="#ppt_h"/>
                                          </p:val>
                                        </p:tav>
                                      </p:tavLst>
                                    </p:anim>
                                    <p:animEffect transition="in" filter="fade">
                                      <p:cBhvr>
                                        <p:cTn id="180" dur="500"/>
                                        <p:tgtEl>
                                          <p:spTgt spid="37"/>
                                        </p:tgtEl>
                                      </p:cBhvr>
                                    </p:animEffect>
                                  </p:childTnLst>
                                </p:cTn>
                              </p:par>
                              <p:par>
                                <p:cTn id="181" presetID="53" presetClass="entr" presetSubtype="16" fill="hold" grpId="0" nodeType="withEffect">
                                  <p:stCondLst>
                                    <p:cond delay="1650"/>
                                  </p:stCondLst>
                                  <p:childTnLst>
                                    <p:set>
                                      <p:cBhvr>
                                        <p:cTn id="182" dur="1" fill="hold">
                                          <p:stCondLst>
                                            <p:cond delay="0"/>
                                          </p:stCondLst>
                                        </p:cTn>
                                        <p:tgtEl>
                                          <p:spTgt spid="38"/>
                                        </p:tgtEl>
                                        <p:attrNameLst>
                                          <p:attrName>style.visibility</p:attrName>
                                        </p:attrNameLst>
                                      </p:cBhvr>
                                      <p:to>
                                        <p:strVal val="visible"/>
                                      </p:to>
                                    </p:set>
                                    <p:anim calcmode="lin" valueType="num">
                                      <p:cBhvr>
                                        <p:cTn id="183" dur="500" fill="hold"/>
                                        <p:tgtEl>
                                          <p:spTgt spid="38"/>
                                        </p:tgtEl>
                                        <p:attrNameLst>
                                          <p:attrName>ppt_w</p:attrName>
                                        </p:attrNameLst>
                                      </p:cBhvr>
                                      <p:tavLst>
                                        <p:tav tm="0">
                                          <p:val>
                                            <p:fltVal val="0"/>
                                          </p:val>
                                        </p:tav>
                                        <p:tav tm="100000">
                                          <p:val>
                                            <p:strVal val="#ppt_w"/>
                                          </p:val>
                                        </p:tav>
                                      </p:tavLst>
                                    </p:anim>
                                    <p:anim calcmode="lin" valueType="num">
                                      <p:cBhvr>
                                        <p:cTn id="184" dur="500" fill="hold"/>
                                        <p:tgtEl>
                                          <p:spTgt spid="38"/>
                                        </p:tgtEl>
                                        <p:attrNameLst>
                                          <p:attrName>ppt_h</p:attrName>
                                        </p:attrNameLst>
                                      </p:cBhvr>
                                      <p:tavLst>
                                        <p:tav tm="0">
                                          <p:val>
                                            <p:fltVal val="0"/>
                                          </p:val>
                                        </p:tav>
                                        <p:tav tm="100000">
                                          <p:val>
                                            <p:strVal val="#ppt_h"/>
                                          </p:val>
                                        </p:tav>
                                      </p:tavLst>
                                    </p:anim>
                                    <p:animEffect transition="in" filter="fade">
                                      <p:cBhvr>
                                        <p:cTn id="185" dur="500"/>
                                        <p:tgtEl>
                                          <p:spTgt spid="38"/>
                                        </p:tgtEl>
                                      </p:cBhvr>
                                    </p:animEffect>
                                  </p:childTnLst>
                                </p:cTn>
                              </p:par>
                              <p:par>
                                <p:cTn id="186" presetID="53" presetClass="entr" presetSubtype="16" fill="hold" nodeType="withEffect">
                                  <p:stCondLst>
                                    <p:cond delay="1650"/>
                                  </p:stCondLst>
                                  <p:childTnLst>
                                    <p:set>
                                      <p:cBhvr>
                                        <p:cTn id="187" dur="1" fill="hold">
                                          <p:stCondLst>
                                            <p:cond delay="0"/>
                                          </p:stCondLst>
                                        </p:cTn>
                                        <p:tgtEl>
                                          <p:spTgt spid="39"/>
                                        </p:tgtEl>
                                        <p:attrNameLst>
                                          <p:attrName>style.visibility</p:attrName>
                                        </p:attrNameLst>
                                      </p:cBhvr>
                                      <p:to>
                                        <p:strVal val="visible"/>
                                      </p:to>
                                    </p:set>
                                    <p:anim calcmode="lin" valueType="num">
                                      <p:cBhvr>
                                        <p:cTn id="188" dur="500" fill="hold"/>
                                        <p:tgtEl>
                                          <p:spTgt spid="39"/>
                                        </p:tgtEl>
                                        <p:attrNameLst>
                                          <p:attrName>ppt_w</p:attrName>
                                        </p:attrNameLst>
                                      </p:cBhvr>
                                      <p:tavLst>
                                        <p:tav tm="0">
                                          <p:val>
                                            <p:fltVal val="0"/>
                                          </p:val>
                                        </p:tav>
                                        <p:tav tm="100000">
                                          <p:val>
                                            <p:strVal val="#ppt_w"/>
                                          </p:val>
                                        </p:tav>
                                      </p:tavLst>
                                    </p:anim>
                                    <p:anim calcmode="lin" valueType="num">
                                      <p:cBhvr>
                                        <p:cTn id="189" dur="500" fill="hold"/>
                                        <p:tgtEl>
                                          <p:spTgt spid="39"/>
                                        </p:tgtEl>
                                        <p:attrNameLst>
                                          <p:attrName>ppt_h</p:attrName>
                                        </p:attrNameLst>
                                      </p:cBhvr>
                                      <p:tavLst>
                                        <p:tav tm="0">
                                          <p:val>
                                            <p:fltVal val="0"/>
                                          </p:val>
                                        </p:tav>
                                        <p:tav tm="100000">
                                          <p:val>
                                            <p:strVal val="#ppt_h"/>
                                          </p:val>
                                        </p:tav>
                                      </p:tavLst>
                                    </p:anim>
                                    <p:animEffect transition="in" filter="fade">
                                      <p:cBhvr>
                                        <p:cTn id="190" dur="500"/>
                                        <p:tgtEl>
                                          <p:spTgt spid="39"/>
                                        </p:tgtEl>
                                      </p:cBhvr>
                                    </p:animEffect>
                                  </p:childTnLst>
                                </p:cTn>
                              </p:par>
                              <p:par>
                                <p:cTn id="191" presetID="53" presetClass="entr" presetSubtype="16" fill="hold" nodeType="withEffect">
                                  <p:stCondLst>
                                    <p:cond delay="1925"/>
                                  </p:stCondLst>
                                  <p:childTnLst>
                                    <p:set>
                                      <p:cBhvr>
                                        <p:cTn id="192" dur="1" fill="hold">
                                          <p:stCondLst>
                                            <p:cond delay="0"/>
                                          </p:stCondLst>
                                        </p:cTn>
                                        <p:tgtEl>
                                          <p:spTgt spid="40"/>
                                        </p:tgtEl>
                                        <p:attrNameLst>
                                          <p:attrName>style.visibility</p:attrName>
                                        </p:attrNameLst>
                                      </p:cBhvr>
                                      <p:to>
                                        <p:strVal val="visible"/>
                                      </p:to>
                                    </p:set>
                                    <p:anim calcmode="lin" valueType="num">
                                      <p:cBhvr>
                                        <p:cTn id="193" dur="500" fill="hold"/>
                                        <p:tgtEl>
                                          <p:spTgt spid="40"/>
                                        </p:tgtEl>
                                        <p:attrNameLst>
                                          <p:attrName>ppt_w</p:attrName>
                                        </p:attrNameLst>
                                      </p:cBhvr>
                                      <p:tavLst>
                                        <p:tav tm="0">
                                          <p:val>
                                            <p:fltVal val="0"/>
                                          </p:val>
                                        </p:tav>
                                        <p:tav tm="100000">
                                          <p:val>
                                            <p:strVal val="#ppt_w"/>
                                          </p:val>
                                        </p:tav>
                                      </p:tavLst>
                                    </p:anim>
                                    <p:anim calcmode="lin" valueType="num">
                                      <p:cBhvr>
                                        <p:cTn id="194" dur="500" fill="hold"/>
                                        <p:tgtEl>
                                          <p:spTgt spid="40"/>
                                        </p:tgtEl>
                                        <p:attrNameLst>
                                          <p:attrName>ppt_h</p:attrName>
                                        </p:attrNameLst>
                                      </p:cBhvr>
                                      <p:tavLst>
                                        <p:tav tm="0">
                                          <p:val>
                                            <p:fltVal val="0"/>
                                          </p:val>
                                        </p:tav>
                                        <p:tav tm="100000">
                                          <p:val>
                                            <p:strVal val="#ppt_h"/>
                                          </p:val>
                                        </p:tav>
                                      </p:tavLst>
                                    </p:anim>
                                    <p:animEffect transition="in" filter="fade">
                                      <p:cBhvr>
                                        <p:cTn id="195" dur="500"/>
                                        <p:tgtEl>
                                          <p:spTgt spid="40"/>
                                        </p:tgtEl>
                                      </p:cBhvr>
                                    </p:animEffect>
                                  </p:childTnLst>
                                </p:cTn>
                              </p:par>
                              <p:par>
                                <p:cTn id="196" presetID="53" presetClass="entr" presetSubtype="16" fill="hold" nodeType="withEffect">
                                  <p:stCondLst>
                                    <p:cond delay="1925"/>
                                  </p:stCondLst>
                                  <p:childTnLst>
                                    <p:set>
                                      <p:cBhvr>
                                        <p:cTn id="197" dur="1" fill="hold">
                                          <p:stCondLst>
                                            <p:cond delay="0"/>
                                          </p:stCondLst>
                                        </p:cTn>
                                        <p:tgtEl>
                                          <p:spTgt spid="41"/>
                                        </p:tgtEl>
                                        <p:attrNameLst>
                                          <p:attrName>style.visibility</p:attrName>
                                        </p:attrNameLst>
                                      </p:cBhvr>
                                      <p:to>
                                        <p:strVal val="visible"/>
                                      </p:to>
                                    </p:set>
                                    <p:anim calcmode="lin" valueType="num">
                                      <p:cBhvr>
                                        <p:cTn id="198" dur="500" fill="hold"/>
                                        <p:tgtEl>
                                          <p:spTgt spid="41"/>
                                        </p:tgtEl>
                                        <p:attrNameLst>
                                          <p:attrName>ppt_w</p:attrName>
                                        </p:attrNameLst>
                                      </p:cBhvr>
                                      <p:tavLst>
                                        <p:tav tm="0">
                                          <p:val>
                                            <p:fltVal val="0"/>
                                          </p:val>
                                        </p:tav>
                                        <p:tav tm="100000">
                                          <p:val>
                                            <p:strVal val="#ppt_w"/>
                                          </p:val>
                                        </p:tav>
                                      </p:tavLst>
                                    </p:anim>
                                    <p:anim calcmode="lin" valueType="num">
                                      <p:cBhvr>
                                        <p:cTn id="199" dur="500" fill="hold"/>
                                        <p:tgtEl>
                                          <p:spTgt spid="41"/>
                                        </p:tgtEl>
                                        <p:attrNameLst>
                                          <p:attrName>ppt_h</p:attrName>
                                        </p:attrNameLst>
                                      </p:cBhvr>
                                      <p:tavLst>
                                        <p:tav tm="0">
                                          <p:val>
                                            <p:fltVal val="0"/>
                                          </p:val>
                                        </p:tav>
                                        <p:tav tm="100000">
                                          <p:val>
                                            <p:strVal val="#ppt_h"/>
                                          </p:val>
                                        </p:tav>
                                      </p:tavLst>
                                    </p:anim>
                                    <p:animEffect transition="in" filter="fade">
                                      <p:cBhvr>
                                        <p:cTn id="200" dur="500"/>
                                        <p:tgtEl>
                                          <p:spTgt spid="41"/>
                                        </p:tgtEl>
                                      </p:cBhvr>
                                    </p:animEffect>
                                  </p:childTnLst>
                                </p:cTn>
                              </p:par>
                              <p:par>
                                <p:cTn id="201" presetID="53" presetClass="entr" presetSubtype="16" fill="hold" grpId="0" nodeType="withEffect">
                                  <p:stCondLst>
                                    <p:cond delay="1925"/>
                                  </p:stCondLst>
                                  <p:childTnLst>
                                    <p:set>
                                      <p:cBhvr>
                                        <p:cTn id="202" dur="1" fill="hold">
                                          <p:stCondLst>
                                            <p:cond delay="0"/>
                                          </p:stCondLst>
                                        </p:cTn>
                                        <p:tgtEl>
                                          <p:spTgt spid="42"/>
                                        </p:tgtEl>
                                        <p:attrNameLst>
                                          <p:attrName>style.visibility</p:attrName>
                                        </p:attrNameLst>
                                      </p:cBhvr>
                                      <p:to>
                                        <p:strVal val="visible"/>
                                      </p:to>
                                    </p:set>
                                    <p:anim calcmode="lin" valueType="num">
                                      <p:cBhvr>
                                        <p:cTn id="203" dur="500" fill="hold"/>
                                        <p:tgtEl>
                                          <p:spTgt spid="42"/>
                                        </p:tgtEl>
                                        <p:attrNameLst>
                                          <p:attrName>ppt_w</p:attrName>
                                        </p:attrNameLst>
                                      </p:cBhvr>
                                      <p:tavLst>
                                        <p:tav tm="0">
                                          <p:val>
                                            <p:fltVal val="0"/>
                                          </p:val>
                                        </p:tav>
                                        <p:tav tm="100000">
                                          <p:val>
                                            <p:strVal val="#ppt_w"/>
                                          </p:val>
                                        </p:tav>
                                      </p:tavLst>
                                    </p:anim>
                                    <p:anim calcmode="lin" valueType="num">
                                      <p:cBhvr>
                                        <p:cTn id="204" dur="500" fill="hold"/>
                                        <p:tgtEl>
                                          <p:spTgt spid="42"/>
                                        </p:tgtEl>
                                        <p:attrNameLst>
                                          <p:attrName>ppt_h</p:attrName>
                                        </p:attrNameLst>
                                      </p:cBhvr>
                                      <p:tavLst>
                                        <p:tav tm="0">
                                          <p:val>
                                            <p:fltVal val="0"/>
                                          </p:val>
                                        </p:tav>
                                        <p:tav tm="100000">
                                          <p:val>
                                            <p:strVal val="#ppt_h"/>
                                          </p:val>
                                        </p:tav>
                                      </p:tavLst>
                                    </p:anim>
                                    <p:animEffect transition="in" filter="fade">
                                      <p:cBhvr>
                                        <p:cTn id="205" dur="500"/>
                                        <p:tgtEl>
                                          <p:spTgt spid="42"/>
                                        </p:tgtEl>
                                      </p:cBhvr>
                                    </p:animEffect>
                                  </p:childTnLst>
                                </p:cTn>
                              </p:par>
                              <p:par>
                                <p:cTn id="206" presetID="53" presetClass="entr" presetSubtype="16" fill="hold" grpId="0" nodeType="withEffect">
                                  <p:stCondLst>
                                    <p:cond delay="1925"/>
                                  </p:stCondLst>
                                  <p:childTnLst>
                                    <p:set>
                                      <p:cBhvr>
                                        <p:cTn id="207" dur="1" fill="hold">
                                          <p:stCondLst>
                                            <p:cond delay="0"/>
                                          </p:stCondLst>
                                        </p:cTn>
                                        <p:tgtEl>
                                          <p:spTgt spid="43"/>
                                        </p:tgtEl>
                                        <p:attrNameLst>
                                          <p:attrName>style.visibility</p:attrName>
                                        </p:attrNameLst>
                                      </p:cBhvr>
                                      <p:to>
                                        <p:strVal val="visible"/>
                                      </p:to>
                                    </p:set>
                                    <p:anim calcmode="lin" valueType="num">
                                      <p:cBhvr>
                                        <p:cTn id="208" dur="500" fill="hold"/>
                                        <p:tgtEl>
                                          <p:spTgt spid="43"/>
                                        </p:tgtEl>
                                        <p:attrNameLst>
                                          <p:attrName>ppt_w</p:attrName>
                                        </p:attrNameLst>
                                      </p:cBhvr>
                                      <p:tavLst>
                                        <p:tav tm="0">
                                          <p:val>
                                            <p:fltVal val="0"/>
                                          </p:val>
                                        </p:tav>
                                        <p:tav tm="100000">
                                          <p:val>
                                            <p:strVal val="#ppt_w"/>
                                          </p:val>
                                        </p:tav>
                                      </p:tavLst>
                                    </p:anim>
                                    <p:anim calcmode="lin" valueType="num">
                                      <p:cBhvr>
                                        <p:cTn id="209" dur="500" fill="hold"/>
                                        <p:tgtEl>
                                          <p:spTgt spid="43"/>
                                        </p:tgtEl>
                                        <p:attrNameLst>
                                          <p:attrName>ppt_h</p:attrName>
                                        </p:attrNameLst>
                                      </p:cBhvr>
                                      <p:tavLst>
                                        <p:tav tm="0">
                                          <p:val>
                                            <p:fltVal val="0"/>
                                          </p:val>
                                        </p:tav>
                                        <p:tav tm="100000">
                                          <p:val>
                                            <p:strVal val="#ppt_h"/>
                                          </p:val>
                                        </p:tav>
                                      </p:tavLst>
                                    </p:anim>
                                    <p:animEffect transition="in" filter="fade">
                                      <p:cBhvr>
                                        <p:cTn id="210" dur="500"/>
                                        <p:tgtEl>
                                          <p:spTgt spid="43"/>
                                        </p:tgtEl>
                                      </p:cBhvr>
                                    </p:animEffect>
                                  </p:childTnLst>
                                </p:cTn>
                              </p:par>
                              <p:par>
                                <p:cTn id="211" presetID="53" presetClass="entr" presetSubtype="16" fill="hold" grpId="0" nodeType="withEffect">
                                  <p:stCondLst>
                                    <p:cond delay="1925"/>
                                  </p:stCondLst>
                                  <p:childTnLst>
                                    <p:set>
                                      <p:cBhvr>
                                        <p:cTn id="212" dur="1" fill="hold">
                                          <p:stCondLst>
                                            <p:cond delay="0"/>
                                          </p:stCondLst>
                                        </p:cTn>
                                        <p:tgtEl>
                                          <p:spTgt spid="44"/>
                                        </p:tgtEl>
                                        <p:attrNameLst>
                                          <p:attrName>style.visibility</p:attrName>
                                        </p:attrNameLst>
                                      </p:cBhvr>
                                      <p:to>
                                        <p:strVal val="visible"/>
                                      </p:to>
                                    </p:set>
                                    <p:anim calcmode="lin" valueType="num">
                                      <p:cBhvr>
                                        <p:cTn id="213" dur="500" fill="hold"/>
                                        <p:tgtEl>
                                          <p:spTgt spid="44"/>
                                        </p:tgtEl>
                                        <p:attrNameLst>
                                          <p:attrName>ppt_w</p:attrName>
                                        </p:attrNameLst>
                                      </p:cBhvr>
                                      <p:tavLst>
                                        <p:tav tm="0">
                                          <p:val>
                                            <p:fltVal val="0"/>
                                          </p:val>
                                        </p:tav>
                                        <p:tav tm="100000">
                                          <p:val>
                                            <p:strVal val="#ppt_w"/>
                                          </p:val>
                                        </p:tav>
                                      </p:tavLst>
                                    </p:anim>
                                    <p:anim calcmode="lin" valueType="num">
                                      <p:cBhvr>
                                        <p:cTn id="214" dur="500" fill="hold"/>
                                        <p:tgtEl>
                                          <p:spTgt spid="44"/>
                                        </p:tgtEl>
                                        <p:attrNameLst>
                                          <p:attrName>ppt_h</p:attrName>
                                        </p:attrNameLst>
                                      </p:cBhvr>
                                      <p:tavLst>
                                        <p:tav tm="0">
                                          <p:val>
                                            <p:fltVal val="0"/>
                                          </p:val>
                                        </p:tav>
                                        <p:tav tm="100000">
                                          <p:val>
                                            <p:strVal val="#ppt_h"/>
                                          </p:val>
                                        </p:tav>
                                      </p:tavLst>
                                    </p:anim>
                                    <p:animEffect transition="in" filter="fade">
                                      <p:cBhvr>
                                        <p:cTn id="215" dur="500"/>
                                        <p:tgtEl>
                                          <p:spTgt spid="44"/>
                                        </p:tgtEl>
                                      </p:cBhvr>
                                    </p:animEffect>
                                  </p:childTnLst>
                                </p:cTn>
                              </p:par>
                              <p:par>
                                <p:cTn id="216" presetID="37" presetClass="entr" presetSubtype="0" fill="hold" nodeType="withEffect">
                                  <p:stCondLst>
                                    <p:cond delay="22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600"/>
                                        <p:tgtEl>
                                          <p:spTgt spid="45"/>
                                        </p:tgtEl>
                                      </p:cBhvr>
                                    </p:animEffect>
                                    <p:anim calcmode="lin" valueType="num">
                                      <p:cBhvr>
                                        <p:cTn id="219" dur="600" fill="hold"/>
                                        <p:tgtEl>
                                          <p:spTgt spid="45"/>
                                        </p:tgtEl>
                                        <p:attrNameLst>
                                          <p:attrName>ppt_x</p:attrName>
                                        </p:attrNameLst>
                                      </p:cBhvr>
                                      <p:tavLst>
                                        <p:tav tm="0">
                                          <p:val>
                                            <p:strVal val="#ppt_x"/>
                                          </p:val>
                                        </p:tav>
                                        <p:tav tm="100000">
                                          <p:val>
                                            <p:strVal val="#ppt_x"/>
                                          </p:val>
                                        </p:tav>
                                      </p:tavLst>
                                    </p:anim>
                                    <p:anim calcmode="lin" valueType="num">
                                      <p:cBhvr>
                                        <p:cTn id="220" dur="540" decel="100000" fill="hold"/>
                                        <p:tgtEl>
                                          <p:spTgt spid="45"/>
                                        </p:tgtEl>
                                        <p:attrNameLst>
                                          <p:attrName>ppt_y</p:attrName>
                                        </p:attrNameLst>
                                      </p:cBhvr>
                                      <p:tavLst>
                                        <p:tav tm="0">
                                          <p:val>
                                            <p:strVal val="#ppt_y+1"/>
                                          </p:val>
                                        </p:tav>
                                        <p:tav tm="100000">
                                          <p:val>
                                            <p:strVal val="#ppt_y-.03"/>
                                          </p:val>
                                        </p:tav>
                                      </p:tavLst>
                                    </p:anim>
                                    <p:anim calcmode="lin" valueType="num">
                                      <p:cBhvr>
                                        <p:cTn id="221" dur="60" accel="100000" fill="hold">
                                          <p:stCondLst>
                                            <p:cond delay="540"/>
                                          </p:stCondLst>
                                        </p:cTn>
                                        <p:tgtEl>
                                          <p:spTgt spid="45"/>
                                        </p:tgtEl>
                                        <p:attrNameLst>
                                          <p:attrName>ppt_y</p:attrName>
                                        </p:attrNameLst>
                                      </p:cBhvr>
                                      <p:tavLst>
                                        <p:tav tm="0">
                                          <p:val>
                                            <p:strVal val="#ppt_y-.03"/>
                                          </p:val>
                                        </p:tav>
                                        <p:tav tm="100000">
                                          <p:val>
                                            <p:strVal val="#ppt_y"/>
                                          </p:val>
                                        </p:tav>
                                      </p:tavLst>
                                    </p:anim>
                                  </p:childTnLst>
                                </p:cTn>
                              </p:par>
                              <p:par>
                                <p:cTn id="222" presetID="37" presetClass="entr" presetSubtype="0" fill="hold" grpId="0" nodeType="withEffect">
                                  <p:stCondLst>
                                    <p:cond delay="2200"/>
                                  </p:stCondLst>
                                  <p:childTnLst>
                                    <p:set>
                                      <p:cBhvr>
                                        <p:cTn id="223" dur="1" fill="hold">
                                          <p:stCondLst>
                                            <p:cond delay="0"/>
                                          </p:stCondLst>
                                        </p:cTn>
                                        <p:tgtEl>
                                          <p:spTgt spid="46"/>
                                        </p:tgtEl>
                                        <p:attrNameLst>
                                          <p:attrName>style.visibility</p:attrName>
                                        </p:attrNameLst>
                                      </p:cBhvr>
                                      <p:to>
                                        <p:strVal val="visible"/>
                                      </p:to>
                                    </p:set>
                                    <p:animEffect transition="in" filter="fade">
                                      <p:cBhvr>
                                        <p:cTn id="224" dur="600"/>
                                        <p:tgtEl>
                                          <p:spTgt spid="46"/>
                                        </p:tgtEl>
                                      </p:cBhvr>
                                    </p:animEffect>
                                    <p:anim calcmode="lin" valueType="num">
                                      <p:cBhvr>
                                        <p:cTn id="225" dur="600" fill="hold"/>
                                        <p:tgtEl>
                                          <p:spTgt spid="46"/>
                                        </p:tgtEl>
                                        <p:attrNameLst>
                                          <p:attrName>ppt_x</p:attrName>
                                        </p:attrNameLst>
                                      </p:cBhvr>
                                      <p:tavLst>
                                        <p:tav tm="0">
                                          <p:val>
                                            <p:strVal val="#ppt_x"/>
                                          </p:val>
                                        </p:tav>
                                        <p:tav tm="100000">
                                          <p:val>
                                            <p:strVal val="#ppt_x"/>
                                          </p:val>
                                        </p:tav>
                                      </p:tavLst>
                                    </p:anim>
                                    <p:anim calcmode="lin" valueType="num">
                                      <p:cBhvr>
                                        <p:cTn id="226" dur="540" decel="100000" fill="hold"/>
                                        <p:tgtEl>
                                          <p:spTgt spid="46"/>
                                        </p:tgtEl>
                                        <p:attrNameLst>
                                          <p:attrName>ppt_y</p:attrName>
                                        </p:attrNameLst>
                                      </p:cBhvr>
                                      <p:tavLst>
                                        <p:tav tm="0">
                                          <p:val>
                                            <p:strVal val="#ppt_y+1"/>
                                          </p:val>
                                        </p:tav>
                                        <p:tav tm="100000">
                                          <p:val>
                                            <p:strVal val="#ppt_y-.03"/>
                                          </p:val>
                                        </p:tav>
                                      </p:tavLst>
                                    </p:anim>
                                    <p:anim calcmode="lin" valueType="num">
                                      <p:cBhvr>
                                        <p:cTn id="227" dur="60" accel="100000" fill="hold">
                                          <p:stCondLst>
                                            <p:cond delay="540"/>
                                          </p:stCondLst>
                                        </p:cTn>
                                        <p:tgtEl>
                                          <p:spTgt spid="4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8" grpId="0" animBg="1"/>
      <p:bldP spid="12" grpId="0" animBg="1"/>
      <p:bldP spid="13" grpId="0" animBg="1"/>
      <p:bldP spid="14" grpId="0" animBg="1"/>
      <p:bldP spid="18" grpId="0" animBg="1"/>
      <p:bldP spid="19" grpId="0" animBg="1"/>
      <p:bldP spid="20" grpId="0" animBg="1"/>
      <p:bldP spid="24" grpId="0" animBg="1"/>
      <p:bldP spid="25" grpId="0" animBg="1"/>
      <p:bldP spid="26" grpId="0" animBg="1"/>
      <p:bldP spid="30" grpId="0" animBg="1"/>
      <p:bldP spid="31" grpId="0" animBg="1"/>
      <p:bldP spid="32" grpId="0" animBg="1"/>
      <p:bldP spid="36" grpId="0" animBg="1"/>
      <p:bldP spid="37" grpId="0" animBg="1"/>
      <p:bldP spid="38" grpId="0" animBg="1"/>
      <p:bldP spid="42" grpId="0" animBg="1"/>
      <p:bldP spid="43" grpId="0" animBg="1"/>
      <p:bldP spid="44" grpId="0" animBg="1"/>
      <p:bldP spid="4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264"/>
          <p:cNvSpPr txBox="1"/>
          <p:nvPr/>
        </p:nvSpPr>
        <p:spPr>
          <a:xfrm>
            <a:off x="548640" y="502920"/>
            <a:ext cx="11094415"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مثال واقعي</a:t>
            </a:r>
            <a:endParaRPr lang="ar-IQ" sz="1400" dirty="0"/>
          </a:p>
        </p:txBody>
      </p:sp>
      <p:sp>
        <p:nvSpPr>
          <p:cNvPr id="3" name="anim|1|fade|265"/>
          <p:cNvSpPr txBox="1"/>
          <p:nvPr/>
        </p:nvSpPr>
        <p:spPr>
          <a:xfrm>
            <a:off x="548640" y="822960"/>
            <a:ext cx="11094415" cy="822960"/>
          </a:xfrm>
          <a:prstGeom prst="rect">
            <a:avLst/>
          </a:prstGeom>
          <a:noFill/>
          <a:ln/>
        </p:spPr>
        <p:txBody>
          <a:bodyPr wrap="square" lIns="0" tIns="0" rIns="0" bIns="0" rtlCol="0" anchor="t"/>
          <a:lstStyle/>
          <a:p>
            <a:pPr marL="0" indent="0" algn="r" rtl="1">
              <a:buNone/>
            </a:pPr>
            <a:r>
              <a:rPr lang="ar-IQ" altLang="en-US" sz="3800" b="1" dirty="0">
                <a:solidFill>
                  <a:srgbClr val="221C1B"/>
                </a:solidFill>
                <a:latin typeface="Segoe UI" pitchFamily="34" charset="0"/>
                <a:ea typeface="Segoe UI" pitchFamily="34" charset="-122"/>
                <a:cs typeface="Segoe UI" pitchFamily="34" charset="-120"/>
              </a:rPr>
              <a:t>سارة تريد حفل تخرج خلال أسبوعين</a:t>
            </a:r>
            <a:endParaRPr lang="ar-IQ" sz="3800" dirty="0"/>
          </a:p>
        </p:txBody>
      </p:sp>
      <p:sp>
        <p:nvSpPr>
          <p:cNvPr id="4" name="anim|2|fade|266"/>
          <p:cNvSpPr txBox="1"/>
          <p:nvPr/>
        </p:nvSpPr>
        <p:spPr>
          <a:xfrm>
            <a:off x="7711135" y="1783080"/>
            <a:ext cx="3931920" cy="457200"/>
          </a:xfrm>
          <a:prstGeom prst="rect">
            <a:avLst/>
          </a:prstGeom>
          <a:noFill/>
          <a:ln/>
        </p:spPr>
        <p:txBody>
          <a:bodyPr wrap="square" lIns="0" tIns="0" rIns="0" bIns="0" rtlCol="0" anchor="t"/>
          <a:lstStyle/>
          <a:p>
            <a:pPr marL="0" indent="0" algn="r" rtl="1">
              <a:buNone/>
            </a:pPr>
            <a:r>
              <a:rPr lang="ar-IQ" altLang="en-US" sz="2000" b="1" dirty="0">
                <a:solidFill>
                  <a:srgbClr val="6E6461"/>
                </a:solidFill>
                <a:latin typeface="Segoe UI" pitchFamily="34" charset="0"/>
                <a:ea typeface="Segoe UI" pitchFamily="34" charset="-122"/>
                <a:cs typeface="Segoe UI" pitchFamily="34" charset="-120"/>
              </a:rPr>
              <a:t>بدون SAWA</a:t>
            </a:r>
            <a:endParaRPr lang="ar-IQ" sz="2000" dirty="0"/>
          </a:p>
        </p:txBody>
      </p:sp>
      <p:sp>
        <p:nvSpPr>
          <p:cNvPr id="5" name="anim|3|fade|267"/>
          <p:cNvSpPr/>
          <p:nvPr/>
        </p:nvSpPr>
        <p:spPr>
          <a:xfrm>
            <a:off x="7711135" y="2286000"/>
            <a:ext cx="3931920" cy="493776"/>
          </a:xfrm>
          <a:prstGeom prst="roundRect">
            <a:avLst>
              <a:gd name="adj" fmla="val 22222"/>
            </a:avLst>
          </a:prstGeom>
          <a:solidFill>
            <a:srgbClr val="EFEAE3"/>
          </a:solidFill>
          <a:ln w="9525">
            <a:solidFill>
              <a:srgbClr val="EFEAE3"/>
            </a:solidFill>
            <a:prstDash val="solid"/>
          </a:ln>
        </p:spPr>
      </p:sp>
      <p:pic>
        <p:nvPicPr>
          <p:cNvPr id="6" name="anim|3|fade|268" descr="C:\Users\AL-NOOR\Downloads\app-research-lab\app-research-lab\presentation\assets\icons\x_red.png"/>
          <p:cNvPicPr>
            <a:picLocks noChangeAspect="1"/>
          </p:cNvPicPr>
          <p:nvPr/>
        </p:nvPicPr>
        <p:blipFill>
          <a:blip r:embed="rId4"/>
          <a:stretch>
            <a:fillRect/>
          </a:stretch>
        </p:blipFill>
        <p:spPr>
          <a:xfrm>
            <a:off x="11240719" y="2404872"/>
            <a:ext cx="256032" cy="256032"/>
          </a:xfrm>
          <a:prstGeom prst="rect">
            <a:avLst/>
          </a:prstGeom>
        </p:spPr>
      </p:pic>
      <p:sp>
        <p:nvSpPr>
          <p:cNvPr id="7" name="anim|3|fade|269"/>
          <p:cNvSpPr txBox="1"/>
          <p:nvPr/>
        </p:nvSpPr>
        <p:spPr>
          <a:xfrm>
            <a:off x="7894015" y="2286000"/>
            <a:ext cx="3200400" cy="493776"/>
          </a:xfrm>
          <a:prstGeom prst="rect">
            <a:avLst/>
          </a:prstGeom>
          <a:noFill/>
          <a:ln/>
        </p:spPr>
        <p:txBody>
          <a:bodyPr wrap="square" lIns="0" tIns="0" rIns="0" bIns="0" rtlCol="0" anchor="ctr"/>
          <a:lstStyle/>
          <a:p>
            <a:pPr marL="0" indent="0" algn="r" rtl="1">
              <a:buNone/>
            </a:pPr>
            <a:r>
              <a:rPr lang="ar-IQ" altLang="en-US" sz="1600" dirty="0">
                <a:solidFill>
                  <a:srgbClr val="6E6461"/>
                </a:solidFill>
                <a:latin typeface="Segoe UI" pitchFamily="34" charset="0"/>
                <a:ea typeface="Segoe UI" pitchFamily="34" charset="-122"/>
                <a:cs typeface="Segoe UI" pitchFamily="34" charset="-120"/>
              </a:rPr>
              <a:t>فتح Instagram</a:t>
            </a:r>
            <a:endParaRPr lang="ar-IQ" sz="1600" dirty="0"/>
          </a:p>
        </p:txBody>
      </p:sp>
      <p:sp>
        <p:nvSpPr>
          <p:cNvPr id="8" name="anim|4|fade|270"/>
          <p:cNvSpPr/>
          <p:nvPr/>
        </p:nvSpPr>
        <p:spPr>
          <a:xfrm>
            <a:off x="7711135" y="2889504"/>
            <a:ext cx="3931920" cy="493776"/>
          </a:xfrm>
          <a:prstGeom prst="roundRect">
            <a:avLst>
              <a:gd name="adj" fmla="val 22222"/>
            </a:avLst>
          </a:prstGeom>
          <a:solidFill>
            <a:srgbClr val="EFEAE3"/>
          </a:solidFill>
          <a:ln w="9525">
            <a:solidFill>
              <a:srgbClr val="EFEAE3"/>
            </a:solidFill>
            <a:prstDash val="solid"/>
          </a:ln>
        </p:spPr>
      </p:sp>
      <p:pic>
        <p:nvPicPr>
          <p:cNvPr id="9" name="anim|4|fade|271" descr="C:\Users\AL-NOOR\Downloads\app-research-lab\app-research-lab\presentation\assets\icons\x_red.png"/>
          <p:cNvPicPr>
            <a:picLocks noChangeAspect="1"/>
          </p:cNvPicPr>
          <p:nvPr/>
        </p:nvPicPr>
        <p:blipFill>
          <a:blip r:embed="rId4"/>
          <a:stretch>
            <a:fillRect/>
          </a:stretch>
        </p:blipFill>
        <p:spPr>
          <a:xfrm>
            <a:off x="11240719" y="3008376"/>
            <a:ext cx="256032" cy="256032"/>
          </a:xfrm>
          <a:prstGeom prst="rect">
            <a:avLst/>
          </a:prstGeom>
        </p:spPr>
      </p:pic>
      <p:sp>
        <p:nvSpPr>
          <p:cNvPr id="10" name="anim|4|fade|272"/>
          <p:cNvSpPr txBox="1"/>
          <p:nvPr/>
        </p:nvSpPr>
        <p:spPr>
          <a:xfrm>
            <a:off x="7894015" y="2889504"/>
            <a:ext cx="3200400" cy="493776"/>
          </a:xfrm>
          <a:prstGeom prst="rect">
            <a:avLst/>
          </a:prstGeom>
          <a:noFill/>
          <a:ln/>
        </p:spPr>
        <p:txBody>
          <a:bodyPr wrap="square" lIns="0" tIns="0" rIns="0" bIns="0" rtlCol="0" anchor="ctr"/>
          <a:lstStyle/>
          <a:p>
            <a:pPr marL="0" indent="0" algn="r" rtl="1">
              <a:buNone/>
            </a:pPr>
            <a:r>
              <a:rPr lang="ar-IQ" altLang="en-US" sz="1600" dirty="0">
                <a:solidFill>
                  <a:srgbClr val="6E6461"/>
                </a:solidFill>
                <a:latin typeface="Segoe UI" pitchFamily="34" charset="0"/>
                <a:ea typeface="Segoe UI" pitchFamily="34" charset="-122"/>
                <a:cs typeface="Segoe UI" pitchFamily="34" charset="-120"/>
              </a:rPr>
              <a:t>اتصال بالقاعات</a:t>
            </a:r>
            <a:endParaRPr lang="ar-IQ" sz="1600" dirty="0"/>
          </a:p>
        </p:txBody>
      </p:sp>
      <p:sp>
        <p:nvSpPr>
          <p:cNvPr id="11" name="anim|5|fade|273"/>
          <p:cNvSpPr/>
          <p:nvPr/>
        </p:nvSpPr>
        <p:spPr>
          <a:xfrm>
            <a:off x="7711135" y="3493008"/>
            <a:ext cx="3931920" cy="493776"/>
          </a:xfrm>
          <a:prstGeom prst="roundRect">
            <a:avLst>
              <a:gd name="adj" fmla="val 22222"/>
            </a:avLst>
          </a:prstGeom>
          <a:solidFill>
            <a:srgbClr val="EFEAE3"/>
          </a:solidFill>
          <a:ln w="9525">
            <a:solidFill>
              <a:srgbClr val="EFEAE3"/>
            </a:solidFill>
            <a:prstDash val="solid"/>
          </a:ln>
        </p:spPr>
      </p:sp>
      <p:pic>
        <p:nvPicPr>
          <p:cNvPr id="12" name="anim|5|fade|274" descr="C:\Users\AL-NOOR\Downloads\app-research-lab\app-research-lab\presentation\assets\icons\x_red.png"/>
          <p:cNvPicPr>
            <a:picLocks noChangeAspect="1"/>
          </p:cNvPicPr>
          <p:nvPr/>
        </p:nvPicPr>
        <p:blipFill>
          <a:blip r:embed="rId4"/>
          <a:stretch>
            <a:fillRect/>
          </a:stretch>
        </p:blipFill>
        <p:spPr>
          <a:xfrm>
            <a:off x="11240719" y="3611880"/>
            <a:ext cx="256032" cy="256032"/>
          </a:xfrm>
          <a:prstGeom prst="rect">
            <a:avLst/>
          </a:prstGeom>
        </p:spPr>
      </p:pic>
      <p:sp>
        <p:nvSpPr>
          <p:cNvPr id="13" name="anim|5|fade|275"/>
          <p:cNvSpPr txBox="1"/>
          <p:nvPr/>
        </p:nvSpPr>
        <p:spPr>
          <a:xfrm>
            <a:off x="7894015" y="3493008"/>
            <a:ext cx="3200400" cy="493776"/>
          </a:xfrm>
          <a:prstGeom prst="rect">
            <a:avLst/>
          </a:prstGeom>
          <a:noFill/>
          <a:ln/>
        </p:spPr>
        <p:txBody>
          <a:bodyPr wrap="square" lIns="0" tIns="0" rIns="0" bIns="0" rtlCol="0" anchor="ctr"/>
          <a:lstStyle/>
          <a:p>
            <a:pPr marL="0" indent="0" algn="r" rtl="1">
              <a:buNone/>
            </a:pPr>
            <a:r>
              <a:rPr lang="ar-IQ" altLang="en-US" sz="1600" dirty="0">
                <a:solidFill>
                  <a:srgbClr val="6E6461"/>
                </a:solidFill>
                <a:latin typeface="Segoe UI" pitchFamily="34" charset="0"/>
                <a:ea typeface="Segoe UI" pitchFamily="34" charset="-122"/>
                <a:cs typeface="Segoe UI" pitchFamily="34" charset="-120"/>
              </a:rPr>
              <a:t>اتصال بمصوّر</a:t>
            </a:r>
            <a:endParaRPr lang="ar-IQ" sz="1600" dirty="0"/>
          </a:p>
        </p:txBody>
      </p:sp>
      <p:sp>
        <p:nvSpPr>
          <p:cNvPr id="14" name="anim|6|fade|276"/>
          <p:cNvSpPr/>
          <p:nvPr/>
        </p:nvSpPr>
        <p:spPr>
          <a:xfrm>
            <a:off x="7711135" y="4096512"/>
            <a:ext cx="3931920" cy="493776"/>
          </a:xfrm>
          <a:prstGeom prst="roundRect">
            <a:avLst>
              <a:gd name="adj" fmla="val 22222"/>
            </a:avLst>
          </a:prstGeom>
          <a:solidFill>
            <a:srgbClr val="EFEAE3"/>
          </a:solidFill>
          <a:ln w="9525">
            <a:solidFill>
              <a:srgbClr val="EFEAE3"/>
            </a:solidFill>
            <a:prstDash val="solid"/>
          </a:ln>
        </p:spPr>
      </p:sp>
      <p:pic>
        <p:nvPicPr>
          <p:cNvPr id="15" name="anim|6|fade|277" descr="C:\Users\AL-NOOR\Downloads\app-research-lab\app-research-lab\presentation\assets\icons\x_red.png"/>
          <p:cNvPicPr>
            <a:picLocks noChangeAspect="1"/>
          </p:cNvPicPr>
          <p:nvPr/>
        </p:nvPicPr>
        <p:blipFill>
          <a:blip r:embed="rId4"/>
          <a:stretch>
            <a:fillRect/>
          </a:stretch>
        </p:blipFill>
        <p:spPr>
          <a:xfrm>
            <a:off x="11240719" y="4215384"/>
            <a:ext cx="256032" cy="256032"/>
          </a:xfrm>
          <a:prstGeom prst="rect">
            <a:avLst/>
          </a:prstGeom>
        </p:spPr>
      </p:pic>
      <p:sp>
        <p:nvSpPr>
          <p:cNvPr id="16" name="anim|6|fade|278"/>
          <p:cNvSpPr txBox="1"/>
          <p:nvPr/>
        </p:nvSpPr>
        <p:spPr>
          <a:xfrm>
            <a:off x="7894015" y="4096512"/>
            <a:ext cx="3200400" cy="493776"/>
          </a:xfrm>
          <a:prstGeom prst="rect">
            <a:avLst/>
          </a:prstGeom>
          <a:noFill/>
          <a:ln/>
        </p:spPr>
        <p:txBody>
          <a:bodyPr wrap="square" lIns="0" tIns="0" rIns="0" bIns="0" rtlCol="0" anchor="ctr"/>
          <a:lstStyle/>
          <a:p>
            <a:pPr marL="0" indent="0" algn="r" rtl="1">
              <a:buNone/>
            </a:pPr>
            <a:r>
              <a:rPr lang="ar-IQ" altLang="en-US" sz="1600" dirty="0">
                <a:solidFill>
                  <a:srgbClr val="6E6461"/>
                </a:solidFill>
                <a:latin typeface="Segoe UI" pitchFamily="34" charset="0"/>
                <a:ea typeface="Segoe UI" pitchFamily="34" charset="-122"/>
                <a:cs typeface="Segoe UI" pitchFamily="34" charset="-120"/>
              </a:rPr>
              <a:t>البحث عن ورد</a:t>
            </a:r>
            <a:endParaRPr lang="ar-IQ" sz="1600" dirty="0"/>
          </a:p>
        </p:txBody>
      </p:sp>
      <p:sp>
        <p:nvSpPr>
          <p:cNvPr id="17" name="anim|7|fade|279"/>
          <p:cNvSpPr/>
          <p:nvPr/>
        </p:nvSpPr>
        <p:spPr>
          <a:xfrm>
            <a:off x="7711135" y="4700016"/>
            <a:ext cx="3931920" cy="493776"/>
          </a:xfrm>
          <a:prstGeom prst="roundRect">
            <a:avLst>
              <a:gd name="adj" fmla="val 22222"/>
            </a:avLst>
          </a:prstGeom>
          <a:solidFill>
            <a:srgbClr val="EFEAE3"/>
          </a:solidFill>
          <a:ln w="9525">
            <a:solidFill>
              <a:srgbClr val="EFEAE3"/>
            </a:solidFill>
            <a:prstDash val="solid"/>
          </a:ln>
        </p:spPr>
      </p:sp>
      <p:pic>
        <p:nvPicPr>
          <p:cNvPr id="18" name="anim|7|fade|280" descr="C:\Users\AL-NOOR\Downloads\app-research-lab\app-research-lab\presentation\assets\icons\x_red.png"/>
          <p:cNvPicPr>
            <a:picLocks noChangeAspect="1"/>
          </p:cNvPicPr>
          <p:nvPr/>
        </p:nvPicPr>
        <p:blipFill>
          <a:blip r:embed="rId4"/>
          <a:stretch>
            <a:fillRect/>
          </a:stretch>
        </p:blipFill>
        <p:spPr>
          <a:xfrm>
            <a:off x="11240719" y="4818888"/>
            <a:ext cx="256032" cy="256032"/>
          </a:xfrm>
          <a:prstGeom prst="rect">
            <a:avLst/>
          </a:prstGeom>
        </p:spPr>
      </p:pic>
      <p:sp>
        <p:nvSpPr>
          <p:cNvPr id="19" name="anim|7|fade|281"/>
          <p:cNvSpPr txBox="1"/>
          <p:nvPr/>
        </p:nvSpPr>
        <p:spPr>
          <a:xfrm>
            <a:off x="7894015" y="4700016"/>
            <a:ext cx="3200400" cy="493776"/>
          </a:xfrm>
          <a:prstGeom prst="rect">
            <a:avLst/>
          </a:prstGeom>
          <a:noFill/>
          <a:ln/>
        </p:spPr>
        <p:txBody>
          <a:bodyPr wrap="square" lIns="0" tIns="0" rIns="0" bIns="0" rtlCol="0" anchor="ctr"/>
          <a:lstStyle/>
          <a:p>
            <a:pPr marL="0" indent="0" algn="r" rtl="1">
              <a:buNone/>
            </a:pPr>
            <a:r>
              <a:rPr lang="ar-IQ" altLang="en-US" sz="1600" dirty="0">
                <a:solidFill>
                  <a:srgbClr val="6E6461"/>
                </a:solidFill>
                <a:latin typeface="Segoe UI" pitchFamily="34" charset="0"/>
                <a:ea typeface="Segoe UI" pitchFamily="34" charset="-122"/>
                <a:cs typeface="Segoe UI" pitchFamily="34" charset="-120"/>
              </a:rPr>
              <a:t>البحث عن سيارات</a:t>
            </a:r>
            <a:endParaRPr lang="ar-IQ" sz="1600" dirty="0"/>
          </a:p>
        </p:txBody>
      </p:sp>
      <p:sp>
        <p:nvSpPr>
          <p:cNvPr id="20" name="anim|8|fade|282"/>
          <p:cNvSpPr/>
          <p:nvPr/>
        </p:nvSpPr>
        <p:spPr>
          <a:xfrm>
            <a:off x="7711135" y="5303520"/>
            <a:ext cx="3931920" cy="493776"/>
          </a:xfrm>
          <a:prstGeom prst="roundRect">
            <a:avLst>
              <a:gd name="adj" fmla="val 22222"/>
            </a:avLst>
          </a:prstGeom>
          <a:solidFill>
            <a:srgbClr val="EFEAE3"/>
          </a:solidFill>
          <a:ln w="9525">
            <a:solidFill>
              <a:srgbClr val="EFEAE3"/>
            </a:solidFill>
            <a:prstDash val="solid"/>
          </a:ln>
        </p:spPr>
      </p:sp>
      <p:pic>
        <p:nvPicPr>
          <p:cNvPr id="21" name="anim|8|fade|283" descr="C:\Users\AL-NOOR\Downloads\app-research-lab\app-research-lab\presentation\assets\icons\x_red.png"/>
          <p:cNvPicPr>
            <a:picLocks noChangeAspect="1"/>
          </p:cNvPicPr>
          <p:nvPr/>
        </p:nvPicPr>
        <p:blipFill>
          <a:blip r:embed="rId4"/>
          <a:stretch>
            <a:fillRect/>
          </a:stretch>
        </p:blipFill>
        <p:spPr>
          <a:xfrm>
            <a:off x="11240719" y="5422392"/>
            <a:ext cx="256032" cy="256032"/>
          </a:xfrm>
          <a:prstGeom prst="rect">
            <a:avLst/>
          </a:prstGeom>
        </p:spPr>
      </p:pic>
      <p:sp>
        <p:nvSpPr>
          <p:cNvPr id="22" name="anim|8|fade|284"/>
          <p:cNvSpPr txBox="1"/>
          <p:nvPr/>
        </p:nvSpPr>
        <p:spPr>
          <a:xfrm>
            <a:off x="7894015" y="5303520"/>
            <a:ext cx="3200400" cy="493776"/>
          </a:xfrm>
          <a:prstGeom prst="rect">
            <a:avLst/>
          </a:prstGeom>
          <a:noFill/>
          <a:ln/>
        </p:spPr>
        <p:txBody>
          <a:bodyPr wrap="square" lIns="0" tIns="0" rIns="0" bIns="0" rtlCol="0" anchor="ctr"/>
          <a:lstStyle/>
          <a:p>
            <a:pPr marL="0" indent="0" algn="r" rtl="1">
              <a:buNone/>
            </a:pPr>
            <a:r>
              <a:rPr lang="ar-IQ" altLang="en-US" sz="1600" dirty="0">
                <a:solidFill>
                  <a:srgbClr val="6E6461"/>
                </a:solidFill>
                <a:latin typeface="Segoe UI" pitchFamily="34" charset="0"/>
                <a:ea typeface="Segoe UI" pitchFamily="34" charset="-122"/>
                <a:cs typeface="Segoe UI" pitchFamily="34" charset="-120"/>
              </a:rPr>
              <a:t>مقارنة الأسعار يدوياً</a:t>
            </a:r>
            <a:endParaRPr lang="ar-IQ" sz="1600" dirty="0"/>
          </a:p>
        </p:txBody>
      </p:sp>
      <p:sp>
        <p:nvSpPr>
          <p:cNvPr id="23" name="anim|10|fade|285"/>
          <p:cNvSpPr txBox="1"/>
          <p:nvPr/>
        </p:nvSpPr>
        <p:spPr>
          <a:xfrm>
            <a:off x="548640" y="1783080"/>
            <a:ext cx="3931920" cy="457200"/>
          </a:xfrm>
          <a:prstGeom prst="rect">
            <a:avLst/>
          </a:prstGeom>
          <a:noFill/>
          <a:ln/>
        </p:spPr>
        <p:txBody>
          <a:bodyPr wrap="square" lIns="0" tIns="0" rIns="0" bIns="0" rtlCol="0" anchor="t"/>
          <a:lstStyle/>
          <a:p>
            <a:pPr marL="0" indent="0" algn="r" rtl="1">
              <a:buNone/>
            </a:pPr>
            <a:r>
              <a:rPr lang="ar-IQ" altLang="en-US" sz="2000" b="1" dirty="0">
                <a:solidFill>
                  <a:srgbClr val="6E1E33"/>
                </a:solidFill>
                <a:latin typeface="Segoe UI" pitchFamily="34" charset="0"/>
                <a:ea typeface="Segoe UI" pitchFamily="34" charset="-122"/>
                <a:cs typeface="Segoe UI" pitchFamily="34" charset="-120"/>
              </a:rPr>
              <a:t>مع SAWA</a:t>
            </a:r>
            <a:endParaRPr lang="ar-IQ" sz="2000" dirty="0"/>
          </a:p>
        </p:txBody>
      </p:sp>
      <p:sp>
        <p:nvSpPr>
          <p:cNvPr id="24" name="anim|11|rise|286"/>
          <p:cNvSpPr/>
          <p:nvPr/>
        </p:nvSpPr>
        <p:spPr>
          <a:xfrm>
            <a:off x="548640" y="2286000"/>
            <a:ext cx="3931920" cy="493776"/>
          </a:xfrm>
          <a:prstGeom prst="roundRect">
            <a:avLst>
              <a:gd name="adj" fmla="val 22222"/>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25" name="anim|11|rise|287"/>
          <p:cNvSpPr/>
          <p:nvPr/>
        </p:nvSpPr>
        <p:spPr>
          <a:xfrm>
            <a:off x="4023360" y="2359152"/>
            <a:ext cx="347472" cy="347472"/>
          </a:xfrm>
          <a:prstGeom prst="ellipse">
            <a:avLst/>
          </a:prstGeom>
          <a:solidFill>
            <a:srgbClr val="6E1E33"/>
          </a:solidFill>
          <a:ln w="12700">
            <a:solidFill>
              <a:srgbClr val="6E1E33"/>
            </a:solidFill>
            <a:prstDash val="solid"/>
          </a:ln>
        </p:spPr>
      </p:sp>
      <p:sp>
        <p:nvSpPr>
          <p:cNvPr id="26" name="anim|11|rise|288"/>
          <p:cNvSpPr txBox="1"/>
          <p:nvPr/>
        </p:nvSpPr>
        <p:spPr>
          <a:xfrm>
            <a:off x="4023360" y="2359152"/>
            <a:ext cx="347472" cy="347472"/>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27" name="anim|11|rise|289"/>
          <p:cNvSpPr txBox="1"/>
          <p:nvPr/>
        </p:nvSpPr>
        <p:spPr>
          <a:xfrm>
            <a:off x="731520" y="2286000"/>
            <a:ext cx="3154680" cy="493776"/>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تختار حفل تخرج</a:t>
            </a:r>
            <a:endParaRPr lang="ar-IQ" sz="1600" dirty="0"/>
          </a:p>
        </p:txBody>
      </p:sp>
      <p:sp>
        <p:nvSpPr>
          <p:cNvPr id="28" name="anim|12|rise|290"/>
          <p:cNvSpPr/>
          <p:nvPr/>
        </p:nvSpPr>
        <p:spPr>
          <a:xfrm>
            <a:off x="548640" y="2889504"/>
            <a:ext cx="3931920" cy="493776"/>
          </a:xfrm>
          <a:prstGeom prst="roundRect">
            <a:avLst>
              <a:gd name="adj" fmla="val 22222"/>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29" name="anim|12|rise|291"/>
          <p:cNvSpPr/>
          <p:nvPr/>
        </p:nvSpPr>
        <p:spPr>
          <a:xfrm>
            <a:off x="4023360" y="2962656"/>
            <a:ext cx="347472" cy="347472"/>
          </a:xfrm>
          <a:prstGeom prst="ellipse">
            <a:avLst/>
          </a:prstGeom>
          <a:solidFill>
            <a:srgbClr val="6E1E33"/>
          </a:solidFill>
          <a:ln w="12700">
            <a:solidFill>
              <a:srgbClr val="6E1E33"/>
            </a:solidFill>
            <a:prstDash val="solid"/>
          </a:ln>
        </p:spPr>
      </p:sp>
      <p:sp>
        <p:nvSpPr>
          <p:cNvPr id="30" name="anim|12|rise|292"/>
          <p:cNvSpPr txBox="1"/>
          <p:nvPr/>
        </p:nvSpPr>
        <p:spPr>
          <a:xfrm>
            <a:off x="4023360" y="2962656"/>
            <a:ext cx="347472" cy="347472"/>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31" name="anim|12|rise|293"/>
          <p:cNvSpPr txBox="1"/>
          <p:nvPr/>
        </p:nvSpPr>
        <p:spPr>
          <a:xfrm>
            <a:off x="731520" y="2889504"/>
            <a:ext cx="3154680" cy="493776"/>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تستعرض القاعات</a:t>
            </a:r>
            <a:endParaRPr lang="ar-IQ" sz="1600" dirty="0"/>
          </a:p>
        </p:txBody>
      </p:sp>
      <p:sp>
        <p:nvSpPr>
          <p:cNvPr id="32" name="anim|13|rise|294"/>
          <p:cNvSpPr/>
          <p:nvPr/>
        </p:nvSpPr>
        <p:spPr>
          <a:xfrm>
            <a:off x="548640" y="3493008"/>
            <a:ext cx="3931920" cy="493776"/>
          </a:xfrm>
          <a:prstGeom prst="roundRect">
            <a:avLst>
              <a:gd name="adj" fmla="val 22222"/>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33" name="anim|13|rise|295"/>
          <p:cNvSpPr/>
          <p:nvPr/>
        </p:nvSpPr>
        <p:spPr>
          <a:xfrm>
            <a:off x="4023360" y="3566160"/>
            <a:ext cx="347472" cy="347472"/>
          </a:xfrm>
          <a:prstGeom prst="ellipse">
            <a:avLst/>
          </a:prstGeom>
          <a:solidFill>
            <a:srgbClr val="6E1E33"/>
          </a:solidFill>
          <a:ln w="12700">
            <a:solidFill>
              <a:srgbClr val="6E1E33"/>
            </a:solidFill>
            <a:prstDash val="solid"/>
          </a:ln>
        </p:spPr>
      </p:sp>
      <p:sp>
        <p:nvSpPr>
          <p:cNvPr id="34" name="anim|13|rise|296"/>
          <p:cNvSpPr txBox="1"/>
          <p:nvPr/>
        </p:nvSpPr>
        <p:spPr>
          <a:xfrm>
            <a:off x="4023360" y="3566160"/>
            <a:ext cx="347472" cy="347472"/>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35" name="anim|13|rise|297"/>
          <p:cNvSpPr txBox="1"/>
          <p:nvPr/>
        </p:nvSpPr>
        <p:spPr>
          <a:xfrm>
            <a:off x="731520" y="3493008"/>
            <a:ext cx="3154680" cy="493776"/>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تختار الخدمات</a:t>
            </a:r>
            <a:endParaRPr lang="ar-IQ" sz="1600" dirty="0"/>
          </a:p>
        </p:txBody>
      </p:sp>
      <p:sp>
        <p:nvSpPr>
          <p:cNvPr id="36" name="anim|14|rise|298"/>
          <p:cNvSpPr/>
          <p:nvPr/>
        </p:nvSpPr>
        <p:spPr>
          <a:xfrm>
            <a:off x="548640" y="4096512"/>
            <a:ext cx="3931920" cy="493776"/>
          </a:xfrm>
          <a:prstGeom prst="roundRect">
            <a:avLst>
              <a:gd name="adj" fmla="val 22222"/>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37" name="anim|14|rise|299"/>
          <p:cNvSpPr/>
          <p:nvPr/>
        </p:nvSpPr>
        <p:spPr>
          <a:xfrm>
            <a:off x="4023360" y="4169664"/>
            <a:ext cx="347472" cy="347472"/>
          </a:xfrm>
          <a:prstGeom prst="ellipse">
            <a:avLst/>
          </a:prstGeom>
          <a:solidFill>
            <a:srgbClr val="6E1E33"/>
          </a:solidFill>
          <a:ln w="12700">
            <a:solidFill>
              <a:srgbClr val="6E1E33"/>
            </a:solidFill>
            <a:prstDash val="solid"/>
          </a:ln>
        </p:spPr>
      </p:sp>
      <p:sp>
        <p:nvSpPr>
          <p:cNvPr id="38" name="anim|14|rise|300"/>
          <p:cNvSpPr txBox="1"/>
          <p:nvPr/>
        </p:nvSpPr>
        <p:spPr>
          <a:xfrm>
            <a:off x="4023360" y="4169664"/>
            <a:ext cx="347472" cy="347472"/>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39" name="anim|14|rise|301"/>
          <p:cNvSpPr txBox="1"/>
          <p:nvPr/>
        </p:nvSpPr>
        <p:spPr>
          <a:xfrm>
            <a:off x="731520" y="4096512"/>
            <a:ext cx="3154680" cy="493776"/>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ترسل طلب تواصل</a:t>
            </a:r>
            <a:endParaRPr lang="ar-IQ" sz="1600" dirty="0"/>
          </a:p>
        </p:txBody>
      </p:sp>
      <p:sp>
        <p:nvSpPr>
          <p:cNvPr id="40" name="anim|15|rise|302"/>
          <p:cNvSpPr/>
          <p:nvPr/>
        </p:nvSpPr>
        <p:spPr>
          <a:xfrm>
            <a:off x="548640" y="4700016"/>
            <a:ext cx="3931920" cy="493776"/>
          </a:xfrm>
          <a:prstGeom prst="roundRect">
            <a:avLst>
              <a:gd name="adj" fmla="val 22222"/>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41" name="anim|15|rise|303"/>
          <p:cNvSpPr/>
          <p:nvPr/>
        </p:nvSpPr>
        <p:spPr>
          <a:xfrm>
            <a:off x="4023360" y="4773168"/>
            <a:ext cx="347472" cy="347472"/>
          </a:xfrm>
          <a:prstGeom prst="ellipse">
            <a:avLst/>
          </a:prstGeom>
          <a:solidFill>
            <a:srgbClr val="6E1E33"/>
          </a:solidFill>
          <a:ln w="12700">
            <a:solidFill>
              <a:srgbClr val="6E1E33"/>
            </a:solidFill>
            <a:prstDash val="solid"/>
          </a:ln>
        </p:spPr>
      </p:sp>
      <p:sp>
        <p:nvSpPr>
          <p:cNvPr id="42" name="anim|15|rise|304"/>
          <p:cNvSpPr txBox="1"/>
          <p:nvPr/>
        </p:nvSpPr>
        <p:spPr>
          <a:xfrm>
            <a:off x="4023360" y="4773168"/>
            <a:ext cx="347472" cy="347472"/>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Segoe UI" pitchFamily="34" charset="0"/>
                <a:ea typeface="Segoe UI" pitchFamily="34" charset="-122"/>
                <a:cs typeface="Segoe UI" pitchFamily="34" charset="-120"/>
              </a:rPr>
              <a:t>5</a:t>
            </a:r>
            <a:endParaRPr lang="en-US" sz="1200" dirty="0"/>
          </a:p>
        </p:txBody>
      </p:sp>
      <p:sp>
        <p:nvSpPr>
          <p:cNvPr id="43" name="anim|15|rise|305"/>
          <p:cNvSpPr txBox="1"/>
          <p:nvPr/>
        </p:nvSpPr>
        <p:spPr>
          <a:xfrm>
            <a:off x="731520" y="4700016"/>
            <a:ext cx="3154680" cy="493776"/>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تحصل على رقم مرجعي</a:t>
            </a:r>
            <a:endParaRPr lang="ar-IQ" sz="1600" dirty="0"/>
          </a:p>
        </p:txBody>
      </p:sp>
      <p:sp>
        <p:nvSpPr>
          <p:cNvPr id="44" name="anim|16|rise|306"/>
          <p:cNvSpPr/>
          <p:nvPr/>
        </p:nvSpPr>
        <p:spPr>
          <a:xfrm>
            <a:off x="548640" y="5303520"/>
            <a:ext cx="3931920" cy="493776"/>
          </a:xfrm>
          <a:prstGeom prst="roundRect">
            <a:avLst>
              <a:gd name="adj" fmla="val 22222"/>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45" name="anim|16|rise|307"/>
          <p:cNvSpPr/>
          <p:nvPr/>
        </p:nvSpPr>
        <p:spPr>
          <a:xfrm>
            <a:off x="4023360" y="5376672"/>
            <a:ext cx="347472" cy="347472"/>
          </a:xfrm>
          <a:prstGeom prst="ellipse">
            <a:avLst/>
          </a:prstGeom>
          <a:solidFill>
            <a:srgbClr val="6E1E33"/>
          </a:solidFill>
          <a:ln w="12700">
            <a:solidFill>
              <a:srgbClr val="6E1E33"/>
            </a:solidFill>
            <a:prstDash val="solid"/>
          </a:ln>
        </p:spPr>
      </p:sp>
      <p:sp>
        <p:nvSpPr>
          <p:cNvPr id="46" name="anim|16|rise|308"/>
          <p:cNvSpPr txBox="1"/>
          <p:nvPr/>
        </p:nvSpPr>
        <p:spPr>
          <a:xfrm>
            <a:off x="4023360" y="5376672"/>
            <a:ext cx="347472" cy="347472"/>
          </a:xfrm>
          <a:prstGeom prst="rect">
            <a:avLst/>
          </a:prstGeom>
          <a:noFill/>
          <a:ln/>
        </p:spPr>
        <p:txBody>
          <a:bodyPr wrap="square" lIns="0" tIns="0" rIns="0" bIns="0" rtlCol="0" anchor="ctr"/>
          <a:lstStyle/>
          <a:p>
            <a:pPr marL="0" indent="0" algn="ctr">
              <a:buNone/>
            </a:pPr>
            <a:r>
              <a:rPr lang="en-US" altLang="en-US" sz="1200" b="1" dirty="0">
                <a:solidFill>
                  <a:srgbClr val="FFFFFF"/>
                </a:solidFill>
                <a:latin typeface="Segoe UI" pitchFamily="34" charset="0"/>
                <a:ea typeface="Segoe UI" pitchFamily="34" charset="-122"/>
                <a:cs typeface="Segoe UI" pitchFamily="34" charset="-120"/>
              </a:rPr>
              <a:t>6</a:t>
            </a:r>
            <a:endParaRPr lang="en-US" sz="1200" dirty="0"/>
          </a:p>
        </p:txBody>
      </p:sp>
      <p:sp>
        <p:nvSpPr>
          <p:cNvPr id="47" name="anim|16|rise|309"/>
          <p:cNvSpPr txBox="1"/>
          <p:nvPr/>
        </p:nvSpPr>
        <p:spPr>
          <a:xfrm>
            <a:off x="731520" y="5303520"/>
            <a:ext cx="3154680" cy="493776"/>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فريق SAWA يتابع معها</a:t>
            </a:r>
            <a:endParaRPr lang="ar-IQ" sz="1600" dirty="0"/>
          </a:p>
        </p:txBody>
      </p:sp>
      <p:pic>
        <p:nvPicPr>
          <p:cNvPr id="48" name="anim|9|flyup|310" descr="C:\Users\AL-NOOR\Downloads\app-research-lab\app-research-lab\presentation\assets\phones\planner.png"/>
          <p:cNvPicPr>
            <a:picLocks noChangeAspect="1"/>
          </p:cNvPicPr>
          <p:nvPr/>
        </p:nvPicPr>
        <p:blipFill>
          <a:blip r:embed="rId5"/>
          <a:stretch>
            <a:fillRect/>
          </a:stretch>
        </p:blipFill>
        <p:spPr>
          <a:xfrm>
            <a:off x="5199736" y="1828800"/>
            <a:ext cx="1792417" cy="3931920"/>
          </a:xfrm>
          <a:prstGeom prst="rect">
            <a:avLst/>
          </a:prstGeom>
          <a:effectLst>
            <a:outerShdw blurRad="279400" dist="101600" dir="5400000" algn="bl" rotWithShape="0">
              <a:srgbClr val="000000">
                <a:alpha val="35000"/>
              </a:srgbClr>
            </a:outerShdw>
          </a:effectLst>
        </p:spPr>
      </p:pic>
      <p:sp>
        <p:nvSpPr>
          <p:cNvPr id="49" name="anim|17|zoom|311"/>
          <p:cNvSpPr txBox="1"/>
          <p:nvPr/>
        </p:nvSpPr>
        <p:spPr>
          <a:xfrm>
            <a:off x="548640" y="6035040"/>
            <a:ext cx="11094415" cy="457200"/>
          </a:xfrm>
          <a:prstGeom prst="rect">
            <a:avLst/>
          </a:prstGeom>
          <a:noFill/>
          <a:ln/>
        </p:spPr>
        <p:txBody>
          <a:bodyPr wrap="square" lIns="0" tIns="0" rIns="0" bIns="0" rtlCol="0" anchor="t"/>
          <a:lstStyle/>
          <a:p>
            <a:pPr marL="0" indent="0" algn="ctr" rtl="1">
              <a:buNone/>
            </a:pPr>
            <a:r>
              <a:rPr lang="ar-IQ" altLang="en-US" sz="2200" b="1" dirty="0">
                <a:solidFill>
                  <a:srgbClr val="6E1E33"/>
                </a:solidFill>
                <a:latin typeface="Segoe UI" pitchFamily="34" charset="0"/>
                <a:ea typeface="Segoe UI" pitchFamily="34" charset="-122"/>
                <a:cs typeface="Segoe UI" pitchFamily="34" charset="-120"/>
              </a:rPr>
              <a:t>من ساعات من البحث... إلى نقطة بداية واحدة.</a:t>
            </a:r>
            <a:endParaRPr lang="ar-IQ" sz="2200" dirty="0"/>
          </a:p>
        </p:txBody>
      </p:sp>
      <p:sp>
        <p:nvSpPr>
          <p:cNvPr id="50" name="Text 41"/>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13</a:t>
            </a:r>
            <a:endParaRPr lang="en-US" sz="1000" dirty="0"/>
          </a:p>
        </p:txBody>
      </p:sp>
      <p:sp>
        <p:nvSpPr>
          <p:cNvPr id="51" name="Text 42"/>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138"/>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childTnLst>
                                </p:cTn>
                              </p:par>
                              <p:par>
                                <p:cTn id="14" presetID="10" presetClass="entr" presetSubtype="0" fill="hold" nodeType="withEffect">
                                  <p:stCondLst>
                                    <p:cond delay="275"/>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par>
                                <p:cTn id="17" presetID="10" presetClass="entr" presetSubtype="0" fill="hold" nodeType="withEffect">
                                  <p:stCondLst>
                                    <p:cond delay="275"/>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childTnLst>
                                </p:cTn>
                              </p:par>
                              <p:par>
                                <p:cTn id="20" presetID="10" presetClass="entr" presetSubtype="0" fill="hold" grpId="0" nodeType="withEffect">
                                  <p:stCondLst>
                                    <p:cond delay="27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600"/>
                                        <p:tgtEl>
                                          <p:spTgt spid="7"/>
                                        </p:tgtEl>
                                      </p:cBhvr>
                                    </p:animEffect>
                                  </p:childTnLst>
                                </p:cTn>
                              </p:par>
                              <p:par>
                                <p:cTn id="23" presetID="10" presetClass="entr" presetSubtype="0" fill="hold" nodeType="withEffect">
                                  <p:stCondLst>
                                    <p:cond delay="412"/>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childTnLst>
                                </p:cTn>
                              </p:par>
                              <p:par>
                                <p:cTn id="26" presetID="10" presetClass="entr" presetSubtype="0" fill="hold" nodeType="withEffect">
                                  <p:stCondLst>
                                    <p:cond delay="412"/>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childTnLst>
                                </p:cTn>
                              </p:par>
                              <p:par>
                                <p:cTn id="29" presetID="10" presetClass="entr" presetSubtype="0" fill="hold" grpId="0" nodeType="withEffect">
                                  <p:stCondLst>
                                    <p:cond delay="412"/>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00"/>
                                        <p:tgtEl>
                                          <p:spTgt spid="10"/>
                                        </p:tgtEl>
                                      </p:cBhvr>
                                    </p:animEffect>
                                  </p:childTnLst>
                                </p:cTn>
                              </p:par>
                              <p:par>
                                <p:cTn id="32" presetID="10" presetClass="entr" presetSubtype="0" fill="hold" nodeType="withEffect">
                                  <p:stCondLst>
                                    <p:cond delay="5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600"/>
                                        <p:tgtEl>
                                          <p:spTgt spid="11"/>
                                        </p:tgtEl>
                                      </p:cBhvr>
                                    </p:animEffect>
                                  </p:childTnLst>
                                </p:cTn>
                              </p:par>
                              <p:par>
                                <p:cTn id="35" presetID="10" presetClass="entr" presetSubtype="0" fill="hold" nodeType="withEffect">
                                  <p:stCondLst>
                                    <p:cond delay="5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childTnLst>
                                </p:cTn>
                              </p:par>
                              <p:par>
                                <p:cTn id="38" presetID="10" presetClass="entr" presetSubtype="0" fill="hold" grpId="0" nodeType="withEffect">
                                  <p:stCondLst>
                                    <p:cond delay="5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par>
                                <p:cTn id="41" presetID="10" presetClass="entr" presetSubtype="0" fill="hold" nodeType="withEffect">
                                  <p:stCondLst>
                                    <p:cond delay="688"/>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00"/>
                                        <p:tgtEl>
                                          <p:spTgt spid="14"/>
                                        </p:tgtEl>
                                      </p:cBhvr>
                                    </p:animEffect>
                                  </p:childTnLst>
                                </p:cTn>
                              </p:par>
                              <p:par>
                                <p:cTn id="44" presetID="10" presetClass="entr" presetSubtype="0" fill="hold" nodeType="withEffect">
                                  <p:stCondLst>
                                    <p:cond delay="688"/>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600"/>
                                        <p:tgtEl>
                                          <p:spTgt spid="15"/>
                                        </p:tgtEl>
                                      </p:cBhvr>
                                    </p:animEffect>
                                  </p:childTnLst>
                                </p:cTn>
                              </p:par>
                              <p:par>
                                <p:cTn id="47" presetID="10" presetClass="entr" presetSubtype="0" fill="hold" grpId="0" nodeType="withEffect">
                                  <p:stCondLst>
                                    <p:cond delay="688"/>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600"/>
                                        <p:tgtEl>
                                          <p:spTgt spid="16"/>
                                        </p:tgtEl>
                                      </p:cBhvr>
                                    </p:animEffect>
                                  </p:childTnLst>
                                </p:cTn>
                              </p:par>
                              <p:par>
                                <p:cTn id="50" presetID="10" presetClass="entr" presetSubtype="0" fill="hold" nodeType="withEffect">
                                  <p:stCondLst>
                                    <p:cond delay="825"/>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600"/>
                                        <p:tgtEl>
                                          <p:spTgt spid="17"/>
                                        </p:tgtEl>
                                      </p:cBhvr>
                                    </p:animEffect>
                                  </p:childTnLst>
                                </p:cTn>
                              </p:par>
                              <p:par>
                                <p:cTn id="53" presetID="10" presetClass="entr" presetSubtype="0" fill="hold" nodeType="withEffect">
                                  <p:stCondLst>
                                    <p:cond delay="825"/>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600"/>
                                        <p:tgtEl>
                                          <p:spTgt spid="18"/>
                                        </p:tgtEl>
                                      </p:cBhvr>
                                    </p:animEffect>
                                  </p:childTnLst>
                                </p:cTn>
                              </p:par>
                              <p:par>
                                <p:cTn id="56" presetID="10" presetClass="entr" presetSubtype="0" fill="hold" grpId="0" nodeType="withEffect">
                                  <p:stCondLst>
                                    <p:cond delay="825"/>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600"/>
                                        <p:tgtEl>
                                          <p:spTgt spid="19"/>
                                        </p:tgtEl>
                                      </p:cBhvr>
                                    </p:animEffect>
                                  </p:childTnLst>
                                </p:cTn>
                              </p:par>
                              <p:par>
                                <p:cTn id="59" presetID="10" presetClass="entr" presetSubtype="0" fill="hold" nodeType="withEffect">
                                  <p:stCondLst>
                                    <p:cond delay="962"/>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600"/>
                                        <p:tgtEl>
                                          <p:spTgt spid="20"/>
                                        </p:tgtEl>
                                      </p:cBhvr>
                                    </p:animEffect>
                                  </p:childTnLst>
                                </p:cTn>
                              </p:par>
                              <p:par>
                                <p:cTn id="62" presetID="10" presetClass="entr" presetSubtype="0" fill="hold" nodeType="withEffect">
                                  <p:stCondLst>
                                    <p:cond delay="962"/>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600"/>
                                        <p:tgtEl>
                                          <p:spTgt spid="21"/>
                                        </p:tgtEl>
                                      </p:cBhvr>
                                    </p:animEffect>
                                  </p:childTnLst>
                                </p:cTn>
                              </p:par>
                              <p:par>
                                <p:cTn id="65" presetID="10" presetClass="entr" presetSubtype="0" fill="hold" grpId="0" nodeType="withEffect">
                                  <p:stCondLst>
                                    <p:cond delay="962"/>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600"/>
                                        <p:tgtEl>
                                          <p:spTgt spid="22"/>
                                        </p:tgtEl>
                                      </p:cBhvr>
                                    </p:animEffect>
                                  </p:childTnLst>
                                </p:cTn>
                              </p:par>
                              <p:par>
                                <p:cTn id="68" presetID="2" presetClass="entr" presetSubtype="4" fill="hold" nodeType="withEffect">
                                  <p:stCondLst>
                                    <p:cond delay="1100"/>
                                  </p:stCondLst>
                                  <p:childTnLst>
                                    <p:set>
                                      <p:cBhvr>
                                        <p:cTn id="69" dur="1" fill="hold">
                                          <p:stCondLst>
                                            <p:cond delay="0"/>
                                          </p:stCondLst>
                                        </p:cTn>
                                        <p:tgtEl>
                                          <p:spTgt spid="48"/>
                                        </p:tgtEl>
                                        <p:attrNameLst>
                                          <p:attrName>style.visibility</p:attrName>
                                        </p:attrNameLst>
                                      </p:cBhvr>
                                      <p:to>
                                        <p:strVal val="visible"/>
                                      </p:to>
                                    </p:set>
                                    <p:anim calcmode="lin" valueType="num">
                                      <p:cBhvr additive="base">
                                        <p:cTn id="70" dur="800" fill="hold"/>
                                        <p:tgtEl>
                                          <p:spTgt spid="48"/>
                                        </p:tgtEl>
                                        <p:attrNameLst>
                                          <p:attrName>ppt_x</p:attrName>
                                        </p:attrNameLst>
                                      </p:cBhvr>
                                      <p:tavLst>
                                        <p:tav tm="0">
                                          <p:val>
                                            <p:strVal val="#ppt_x"/>
                                          </p:val>
                                        </p:tav>
                                        <p:tav tm="100000">
                                          <p:val>
                                            <p:strVal val="#ppt_x"/>
                                          </p:val>
                                        </p:tav>
                                      </p:tavLst>
                                    </p:anim>
                                    <p:anim calcmode="lin" valueType="num">
                                      <p:cBhvr additive="base">
                                        <p:cTn id="71" dur="800" fill="hold"/>
                                        <p:tgtEl>
                                          <p:spTgt spid="48"/>
                                        </p:tgtEl>
                                        <p:attrNameLst>
                                          <p:attrName>ppt_y</p:attrName>
                                        </p:attrNameLst>
                                      </p:cBhvr>
                                      <p:tavLst>
                                        <p:tav tm="0">
                                          <p:val>
                                            <p:strVal val="1+#ppt_h/2"/>
                                          </p:val>
                                        </p:tav>
                                        <p:tav tm="100000">
                                          <p:val>
                                            <p:strVal val="#ppt_y"/>
                                          </p:val>
                                        </p:tav>
                                      </p:tavLst>
                                    </p:anim>
                                  </p:childTnLst>
                                </p:cTn>
                              </p:par>
                              <p:par>
                                <p:cTn id="72" presetID="10" presetClass="entr" presetSubtype="0" fill="hold" grpId="0" nodeType="withEffect">
                                  <p:stCondLst>
                                    <p:cond delay="1237"/>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600"/>
                                        <p:tgtEl>
                                          <p:spTgt spid="23"/>
                                        </p:tgtEl>
                                      </p:cBhvr>
                                    </p:animEffect>
                                  </p:childTnLst>
                                </p:cTn>
                              </p:par>
                              <p:par>
                                <p:cTn id="75" presetID="37" presetClass="entr" presetSubtype="0" fill="hold" nodeType="withEffect">
                                  <p:stCondLst>
                                    <p:cond delay="1375"/>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600"/>
                                        <p:tgtEl>
                                          <p:spTgt spid="24"/>
                                        </p:tgtEl>
                                      </p:cBhvr>
                                    </p:animEffect>
                                    <p:anim calcmode="lin" valueType="num">
                                      <p:cBhvr>
                                        <p:cTn id="78" dur="600" fill="hold"/>
                                        <p:tgtEl>
                                          <p:spTgt spid="24"/>
                                        </p:tgtEl>
                                        <p:attrNameLst>
                                          <p:attrName>ppt_x</p:attrName>
                                        </p:attrNameLst>
                                      </p:cBhvr>
                                      <p:tavLst>
                                        <p:tav tm="0">
                                          <p:val>
                                            <p:strVal val="#ppt_x"/>
                                          </p:val>
                                        </p:tav>
                                        <p:tav tm="100000">
                                          <p:val>
                                            <p:strVal val="#ppt_x"/>
                                          </p:val>
                                        </p:tav>
                                      </p:tavLst>
                                    </p:anim>
                                    <p:anim calcmode="lin" valueType="num">
                                      <p:cBhvr>
                                        <p:cTn id="79" dur="540" decel="100000" fill="hold"/>
                                        <p:tgtEl>
                                          <p:spTgt spid="24"/>
                                        </p:tgtEl>
                                        <p:attrNameLst>
                                          <p:attrName>ppt_y</p:attrName>
                                        </p:attrNameLst>
                                      </p:cBhvr>
                                      <p:tavLst>
                                        <p:tav tm="0">
                                          <p:val>
                                            <p:strVal val="#ppt_y+1"/>
                                          </p:val>
                                        </p:tav>
                                        <p:tav tm="100000">
                                          <p:val>
                                            <p:strVal val="#ppt_y-.03"/>
                                          </p:val>
                                        </p:tav>
                                      </p:tavLst>
                                    </p:anim>
                                    <p:anim calcmode="lin" valueType="num">
                                      <p:cBhvr>
                                        <p:cTn id="80" dur="60" accel="100000" fill="hold">
                                          <p:stCondLst>
                                            <p:cond delay="540"/>
                                          </p:stCondLst>
                                        </p:cTn>
                                        <p:tgtEl>
                                          <p:spTgt spid="24"/>
                                        </p:tgtEl>
                                        <p:attrNameLst>
                                          <p:attrName>ppt_y</p:attrName>
                                        </p:attrNameLst>
                                      </p:cBhvr>
                                      <p:tavLst>
                                        <p:tav tm="0">
                                          <p:val>
                                            <p:strVal val="#ppt_y-.03"/>
                                          </p:val>
                                        </p:tav>
                                        <p:tav tm="100000">
                                          <p:val>
                                            <p:strVal val="#ppt_y"/>
                                          </p:val>
                                        </p:tav>
                                      </p:tavLst>
                                    </p:anim>
                                  </p:childTnLst>
                                </p:cTn>
                              </p:par>
                              <p:par>
                                <p:cTn id="81" presetID="37" presetClass="entr" presetSubtype="0" fill="hold" nodeType="withEffect">
                                  <p:stCondLst>
                                    <p:cond delay="1375"/>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600"/>
                                        <p:tgtEl>
                                          <p:spTgt spid="25"/>
                                        </p:tgtEl>
                                      </p:cBhvr>
                                    </p:animEffect>
                                    <p:anim calcmode="lin" valueType="num">
                                      <p:cBhvr>
                                        <p:cTn id="84" dur="600" fill="hold"/>
                                        <p:tgtEl>
                                          <p:spTgt spid="25"/>
                                        </p:tgtEl>
                                        <p:attrNameLst>
                                          <p:attrName>ppt_x</p:attrName>
                                        </p:attrNameLst>
                                      </p:cBhvr>
                                      <p:tavLst>
                                        <p:tav tm="0">
                                          <p:val>
                                            <p:strVal val="#ppt_x"/>
                                          </p:val>
                                        </p:tav>
                                        <p:tav tm="100000">
                                          <p:val>
                                            <p:strVal val="#ppt_x"/>
                                          </p:val>
                                        </p:tav>
                                      </p:tavLst>
                                    </p:anim>
                                    <p:anim calcmode="lin" valueType="num">
                                      <p:cBhvr>
                                        <p:cTn id="85" dur="540" decel="100000" fill="hold"/>
                                        <p:tgtEl>
                                          <p:spTgt spid="25"/>
                                        </p:tgtEl>
                                        <p:attrNameLst>
                                          <p:attrName>ppt_y</p:attrName>
                                        </p:attrNameLst>
                                      </p:cBhvr>
                                      <p:tavLst>
                                        <p:tav tm="0">
                                          <p:val>
                                            <p:strVal val="#ppt_y+1"/>
                                          </p:val>
                                        </p:tav>
                                        <p:tav tm="100000">
                                          <p:val>
                                            <p:strVal val="#ppt_y-.03"/>
                                          </p:val>
                                        </p:tav>
                                      </p:tavLst>
                                    </p:anim>
                                    <p:anim calcmode="lin" valueType="num">
                                      <p:cBhvr>
                                        <p:cTn id="86" dur="60" accel="100000" fill="hold">
                                          <p:stCondLst>
                                            <p:cond delay="540"/>
                                          </p:stCondLst>
                                        </p:cTn>
                                        <p:tgtEl>
                                          <p:spTgt spid="25"/>
                                        </p:tgtEl>
                                        <p:attrNameLst>
                                          <p:attrName>ppt_y</p:attrName>
                                        </p:attrNameLst>
                                      </p:cBhvr>
                                      <p:tavLst>
                                        <p:tav tm="0">
                                          <p:val>
                                            <p:strVal val="#ppt_y-.03"/>
                                          </p:val>
                                        </p:tav>
                                        <p:tav tm="100000">
                                          <p:val>
                                            <p:strVal val="#ppt_y"/>
                                          </p:val>
                                        </p:tav>
                                      </p:tavLst>
                                    </p:anim>
                                  </p:childTnLst>
                                </p:cTn>
                              </p:par>
                              <p:par>
                                <p:cTn id="87" presetID="37" presetClass="entr" presetSubtype="0" fill="hold" grpId="0" nodeType="withEffect">
                                  <p:stCondLst>
                                    <p:cond delay="1375"/>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600"/>
                                        <p:tgtEl>
                                          <p:spTgt spid="26"/>
                                        </p:tgtEl>
                                      </p:cBhvr>
                                    </p:animEffect>
                                    <p:anim calcmode="lin" valueType="num">
                                      <p:cBhvr>
                                        <p:cTn id="90" dur="600" fill="hold"/>
                                        <p:tgtEl>
                                          <p:spTgt spid="26"/>
                                        </p:tgtEl>
                                        <p:attrNameLst>
                                          <p:attrName>ppt_x</p:attrName>
                                        </p:attrNameLst>
                                      </p:cBhvr>
                                      <p:tavLst>
                                        <p:tav tm="0">
                                          <p:val>
                                            <p:strVal val="#ppt_x"/>
                                          </p:val>
                                        </p:tav>
                                        <p:tav tm="100000">
                                          <p:val>
                                            <p:strVal val="#ppt_x"/>
                                          </p:val>
                                        </p:tav>
                                      </p:tavLst>
                                    </p:anim>
                                    <p:anim calcmode="lin" valueType="num">
                                      <p:cBhvr>
                                        <p:cTn id="91" dur="540" decel="100000" fill="hold"/>
                                        <p:tgtEl>
                                          <p:spTgt spid="26"/>
                                        </p:tgtEl>
                                        <p:attrNameLst>
                                          <p:attrName>ppt_y</p:attrName>
                                        </p:attrNameLst>
                                      </p:cBhvr>
                                      <p:tavLst>
                                        <p:tav tm="0">
                                          <p:val>
                                            <p:strVal val="#ppt_y+1"/>
                                          </p:val>
                                        </p:tav>
                                        <p:tav tm="100000">
                                          <p:val>
                                            <p:strVal val="#ppt_y-.03"/>
                                          </p:val>
                                        </p:tav>
                                      </p:tavLst>
                                    </p:anim>
                                    <p:anim calcmode="lin" valueType="num">
                                      <p:cBhvr>
                                        <p:cTn id="92" dur="60" accel="100000" fill="hold">
                                          <p:stCondLst>
                                            <p:cond delay="540"/>
                                          </p:stCondLst>
                                        </p:cTn>
                                        <p:tgtEl>
                                          <p:spTgt spid="26"/>
                                        </p:tgtEl>
                                        <p:attrNameLst>
                                          <p:attrName>ppt_y</p:attrName>
                                        </p:attrNameLst>
                                      </p:cBhvr>
                                      <p:tavLst>
                                        <p:tav tm="0">
                                          <p:val>
                                            <p:strVal val="#ppt_y-.03"/>
                                          </p:val>
                                        </p:tav>
                                        <p:tav tm="100000">
                                          <p:val>
                                            <p:strVal val="#ppt_y"/>
                                          </p:val>
                                        </p:tav>
                                      </p:tavLst>
                                    </p:anim>
                                  </p:childTnLst>
                                </p:cTn>
                              </p:par>
                              <p:par>
                                <p:cTn id="93" presetID="37" presetClass="entr" presetSubtype="0" fill="hold" grpId="0" nodeType="withEffect">
                                  <p:stCondLst>
                                    <p:cond delay="1375"/>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600"/>
                                        <p:tgtEl>
                                          <p:spTgt spid="27"/>
                                        </p:tgtEl>
                                      </p:cBhvr>
                                    </p:animEffect>
                                    <p:anim calcmode="lin" valueType="num">
                                      <p:cBhvr>
                                        <p:cTn id="96" dur="600" fill="hold"/>
                                        <p:tgtEl>
                                          <p:spTgt spid="27"/>
                                        </p:tgtEl>
                                        <p:attrNameLst>
                                          <p:attrName>ppt_x</p:attrName>
                                        </p:attrNameLst>
                                      </p:cBhvr>
                                      <p:tavLst>
                                        <p:tav tm="0">
                                          <p:val>
                                            <p:strVal val="#ppt_x"/>
                                          </p:val>
                                        </p:tav>
                                        <p:tav tm="100000">
                                          <p:val>
                                            <p:strVal val="#ppt_x"/>
                                          </p:val>
                                        </p:tav>
                                      </p:tavLst>
                                    </p:anim>
                                    <p:anim calcmode="lin" valueType="num">
                                      <p:cBhvr>
                                        <p:cTn id="97" dur="540" decel="100000" fill="hold"/>
                                        <p:tgtEl>
                                          <p:spTgt spid="27"/>
                                        </p:tgtEl>
                                        <p:attrNameLst>
                                          <p:attrName>ppt_y</p:attrName>
                                        </p:attrNameLst>
                                      </p:cBhvr>
                                      <p:tavLst>
                                        <p:tav tm="0">
                                          <p:val>
                                            <p:strVal val="#ppt_y+1"/>
                                          </p:val>
                                        </p:tav>
                                        <p:tav tm="100000">
                                          <p:val>
                                            <p:strVal val="#ppt_y-.03"/>
                                          </p:val>
                                        </p:tav>
                                      </p:tavLst>
                                    </p:anim>
                                    <p:anim calcmode="lin" valueType="num">
                                      <p:cBhvr>
                                        <p:cTn id="98" dur="60" accel="100000" fill="hold">
                                          <p:stCondLst>
                                            <p:cond delay="540"/>
                                          </p:stCondLst>
                                        </p:cTn>
                                        <p:tgtEl>
                                          <p:spTgt spid="27"/>
                                        </p:tgtEl>
                                        <p:attrNameLst>
                                          <p:attrName>ppt_y</p:attrName>
                                        </p:attrNameLst>
                                      </p:cBhvr>
                                      <p:tavLst>
                                        <p:tav tm="0">
                                          <p:val>
                                            <p:strVal val="#ppt_y-.03"/>
                                          </p:val>
                                        </p:tav>
                                        <p:tav tm="100000">
                                          <p:val>
                                            <p:strVal val="#ppt_y"/>
                                          </p:val>
                                        </p:tav>
                                      </p:tavLst>
                                    </p:anim>
                                  </p:childTnLst>
                                </p:cTn>
                              </p:par>
                              <p:par>
                                <p:cTn id="99" presetID="37" presetClass="entr" presetSubtype="0" fill="hold" nodeType="withEffect">
                                  <p:stCondLst>
                                    <p:cond delay="1513"/>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600"/>
                                        <p:tgtEl>
                                          <p:spTgt spid="28"/>
                                        </p:tgtEl>
                                      </p:cBhvr>
                                    </p:animEffect>
                                    <p:anim calcmode="lin" valueType="num">
                                      <p:cBhvr>
                                        <p:cTn id="102" dur="600" fill="hold"/>
                                        <p:tgtEl>
                                          <p:spTgt spid="28"/>
                                        </p:tgtEl>
                                        <p:attrNameLst>
                                          <p:attrName>ppt_x</p:attrName>
                                        </p:attrNameLst>
                                      </p:cBhvr>
                                      <p:tavLst>
                                        <p:tav tm="0">
                                          <p:val>
                                            <p:strVal val="#ppt_x"/>
                                          </p:val>
                                        </p:tav>
                                        <p:tav tm="100000">
                                          <p:val>
                                            <p:strVal val="#ppt_x"/>
                                          </p:val>
                                        </p:tav>
                                      </p:tavLst>
                                    </p:anim>
                                    <p:anim calcmode="lin" valueType="num">
                                      <p:cBhvr>
                                        <p:cTn id="103" dur="540" decel="100000" fill="hold"/>
                                        <p:tgtEl>
                                          <p:spTgt spid="28"/>
                                        </p:tgtEl>
                                        <p:attrNameLst>
                                          <p:attrName>ppt_y</p:attrName>
                                        </p:attrNameLst>
                                      </p:cBhvr>
                                      <p:tavLst>
                                        <p:tav tm="0">
                                          <p:val>
                                            <p:strVal val="#ppt_y+1"/>
                                          </p:val>
                                        </p:tav>
                                        <p:tav tm="100000">
                                          <p:val>
                                            <p:strVal val="#ppt_y-.03"/>
                                          </p:val>
                                        </p:tav>
                                      </p:tavLst>
                                    </p:anim>
                                    <p:anim calcmode="lin" valueType="num">
                                      <p:cBhvr>
                                        <p:cTn id="104" dur="60" accel="100000" fill="hold">
                                          <p:stCondLst>
                                            <p:cond delay="540"/>
                                          </p:stCondLst>
                                        </p:cTn>
                                        <p:tgtEl>
                                          <p:spTgt spid="28"/>
                                        </p:tgtEl>
                                        <p:attrNameLst>
                                          <p:attrName>ppt_y</p:attrName>
                                        </p:attrNameLst>
                                      </p:cBhvr>
                                      <p:tavLst>
                                        <p:tav tm="0">
                                          <p:val>
                                            <p:strVal val="#ppt_y-.03"/>
                                          </p:val>
                                        </p:tav>
                                        <p:tav tm="100000">
                                          <p:val>
                                            <p:strVal val="#ppt_y"/>
                                          </p:val>
                                        </p:tav>
                                      </p:tavLst>
                                    </p:anim>
                                  </p:childTnLst>
                                </p:cTn>
                              </p:par>
                              <p:par>
                                <p:cTn id="105" presetID="37" presetClass="entr" presetSubtype="0" fill="hold" nodeType="withEffect">
                                  <p:stCondLst>
                                    <p:cond delay="1513"/>
                                  </p:stCondLst>
                                  <p:childTnLst>
                                    <p:set>
                                      <p:cBhvr>
                                        <p:cTn id="106" dur="1" fill="hold">
                                          <p:stCondLst>
                                            <p:cond delay="0"/>
                                          </p:stCondLst>
                                        </p:cTn>
                                        <p:tgtEl>
                                          <p:spTgt spid="29"/>
                                        </p:tgtEl>
                                        <p:attrNameLst>
                                          <p:attrName>style.visibility</p:attrName>
                                        </p:attrNameLst>
                                      </p:cBhvr>
                                      <p:to>
                                        <p:strVal val="visible"/>
                                      </p:to>
                                    </p:set>
                                    <p:animEffect transition="in" filter="fade">
                                      <p:cBhvr>
                                        <p:cTn id="107" dur="600"/>
                                        <p:tgtEl>
                                          <p:spTgt spid="29"/>
                                        </p:tgtEl>
                                      </p:cBhvr>
                                    </p:animEffect>
                                    <p:anim calcmode="lin" valueType="num">
                                      <p:cBhvr>
                                        <p:cTn id="108" dur="600" fill="hold"/>
                                        <p:tgtEl>
                                          <p:spTgt spid="29"/>
                                        </p:tgtEl>
                                        <p:attrNameLst>
                                          <p:attrName>ppt_x</p:attrName>
                                        </p:attrNameLst>
                                      </p:cBhvr>
                                      <p:tavLst>
                                        <p:tav tm="0">
                                          <p:val>
                                            <p:strVal val="#ppt_x"/>
                                          </p:val>
                                        </p:tav>
                                        <p:tav tm="100000">
                                          <p:val>
                                            <p:strVal val="#ppt_x"/>
                                          </p:val>
                                        </p:tav>
                                      </p:tavLst>
                                    </p:anim>
                                    <p:anim calcmode="lin" valueType="num">
                                      <p:cBhvr>
                                        <p:cTn id="109" dur="540" decel="100000" fill="hold"/>
                                        <p:tgtEl>
                                          <p:spTgt spid="29"/>
                                        </p:tgtEl>
                                        <p:attrNameLst>
                                          <p:attrName>ppt_y</p:attrName>
                                        </p:attrNameLst>
                                      </p:cBhvr>
                                      <p:tavLst>
                                        <p:tav tm="0">
                                          <p:val>
                                            <p:strVal val="#ppt_y+1"/>
                                          </p:val>
                                        </p:tav>
                                        <p:tav tm="100000">
                                          <p:val>
                                            <p:strVal val="#ppt_y-.03"/>
                                          </p:val>
                                        </p:tav>
                                      </p:tavLst>
                                    </p:anim>
                                    <p:anim calcmode="lin" valueType="num">
                                      <p:cBhvr>
                                        <p:cTn id="110" dur="60" accel="100000" fill="hold">
                                          <p:stCondLst>
                                            <p:cond delay="540"/>
                                          </p:stCondLst>
                                        </p:cTn>
                                        <p:tgtEl>
                                          <p:spTgt spid="29"/>
                                        </p:tgtEl>
                                        <p:attrNameLst>
                                          <p:attrName>ppt_y</p:attrName>
                                        </p:attrNameLst>
                                      </p:cBhvr>
                                      <p:tavLst>
                                        <p:tav tm="0">
                                          <p:val>
                                            <p:strVal val="#ppt_y-.03"/>
                                          </p:val>
                                        </p:tav>
                                        <p:tav tm="100000">
                                          <p:val>
                                            <p:strVal val="#ppt_y"/>
                                          </p:val>
                                        </p:tav>
                                      </p:tavLst>
                                    </p:anim>
                                  </p:childTnLst>
                                </p:cTn>
                              </p:par>
                              <p:par>
                                <p:cTn id="111" presetID="37" presetClass="entr" presetSubtype="0" fill="hold" grpId="0" nodeType="withEffect">
                                  <p:stCondLst>
                                    <p:cond delay="1513"/>
                                  </p:stCondLst>
                                  <p:childTnLst>
                                    <p:set>
                                      <p:cBhvr>
                                        <p:cTn id="112" dur="1" fill="hold">
                                          <p:stCondLst>
                                            <p:cond delay="0"/>
                                          </p:stCondLst>
                                        </p:cTn>
                                        <p:tgtEl>
                                          <p:spTgt spid="30"/>
                                        </p:tgtEl>
                                        <p:attrNameLst>
                                          <p:attrName>style.visibility</p:attrName>
                                        </p:attrNameLst>
                                      </p:cBhvr>
                                      <p:to>
                                        <p:strVal val="visible"/>
                                      </p:to>
                                    </p:set>
                                    <p:animEffect transition="in" filter="fade">
                                      <p:cBhvr>
                                        <p:cTn id="113" dur="600"/>
                                        <p:tgtEl>
                                          <p:spTgt spid="30"/>
                                        </p:tgtEl>
                                      </p:cBhvr>
                                    </p:animEffect>
                                    <p:anim calcmode="lin" valueType="num">
                                      <p:cBhvr>
                                        <p:cTn id="114" dur="600" fill="hold"/>
                                        <p:tgtEl>
                                          <p:spTgt spid="30"/>
                                        </p:tgtEl>
                                        <p:attrNameLst>
                                          <p:attrName>ppt_x</p:attrName>
                                        </p:attrNameLst>
                                      </p:cBhvr>
                                      <p:tavLst>
                                        <p:tav tm="0">
                                          <p:val>
                                            <p:strVal val="#ppt_x"/>
                                          </p:val>
                                        </p:tav>
                                        <p:tav tm="100000">
                                          <p:val>
                                            <p:strVal val="#ppt_x"/>
                                          </p:val>
                                        </p:tav>
                                      </p:tavLst>
                                    </p:anim>
                                    <p:anim calcmode="lin" valueType="num">
                                      <p:cBhvr>
                                        <p:cTn id="115" dur="540" decel="100000" fill="hold"/>
                                        <p:tgtEl>
                                          <p:spTgt spid="30"/>
                                        </p:tgtEl>
                                        <p:attrNameLst>
                                          <p:attrName>ppt_y</p:attrName>
                                        </p:attrNameLst>
                                      </p:cBhvr>
                                      <p:tavLst>
                                        <p:tav tm="0">
                                          <p:val>
                                            <p:strVal val="#ppt_y+1"/>
                                          </p:val>
                                        </p:tav>
                                        <p:tav tm="100000">
                                          <p:val>
                                            <p:strVal val="#ppt_y-.03"/>
                                          </p:val>
                                        </p:tav>
                                      </p:tavLst>
                                    </p:anim>
                                    <p:anim calcmode="lin" valueType="num">
                                      <p:cBhvr>
                                        <p:cTn id="116" dur="60" accel="100000" fill="hold">
                                          <p:stCondLst>
                                            <p:cond delay="540"/>
                                          </p:stCondLst>
                                        </p:cTn>
                                        <p:tgtEl>
                                          <p:spTgt spid="30"/>
                                        </p:tgtEl>
                                        <p:attrNameLst>
                                          <p:attrName>ppt_y</p:attrName>
                                        </p:attrNameLst>
                                      </p:cBhvr>
                                      <p:tavLst>
                                        <p:tav tm="0">
                                          <p:val>
                                            <p:strVal val="#ppt_y-.03"/>
                                          </p:val>
                                        </p:tav>
                                        <p:tav tm="100000">
                                          <p:val>
                                            <p:strVal val="#ppt_y"/>
                                          </p:val>
                                        </p:tav>
                                      </p:tavLst>
                                    </p:anim>
                                  </p:childTnLst>
                                </p:cTn>
                              </p:par>
                              <p:par>
                                <p:cTn id="117" presetID="37" presetClass="entr" presetSubtype="0" fill="hold" grpId="0" nodeType="withEffect">
                                  <p:stCondLst>
                                    <p:cond delay="1513"/>
                                  </p:stCondLst>
                                  <p:childTnLst>
                                    <p:set>
                                      <p:cBhvr>
                                        <p:cTn id="118" dur="1" fill="hold">
                                          <p:stCondLst>
                                            <p:cond delay="0"/>
                                          </p:stCondLst>
                                        </p:cTn>
                                        <p:tgtEl>
                                          <p:spTgt spid="31"/>
                                        </p:tgtEl>
                                        <p:attrNameLst>
                                          <p:attrName>style.visibility</p:attrName>
                                        </p:attrNameLst>
                                      </p:cBhvr>
                                      <p:to>
                                        <p:strVal val="visible"/>
                                      </p:to>
                                    </p:set>
                                    <p:animEffect transition="in" filter="fade">
                                      <p:cBhvr>
                                        <p:cTn id="119" dur="600"/>
                                        <p:tgtEl>
                                          <p:spTgt spid="31"/>
                                        </p:tgtEl>
                                      </p:cBhvr>
                                    </p:animEffect>
                                    <p:anim calcmode="lin" valueType="num">
                                      <p:cBhvr>
                                        <p:cTn id="120" dur="600" fill="hold"/>
                                        <p:tgtEl>
                                          <p:spTgt spid="31"/>
                                        </p:tgtEl>
                                        <p:attrNameLst>
                                          <p:attrName>ppt_x</p:attrName>
                                        </p:attrNameLst>
                                      </p:cBhvr>
                                      <p:tavLst>
                                        <p:tav tm="0">
                                          <p:val>
                                            <p:strVal val="#ppt_x"/>
                                          </p:val>
                                        </p:tav>
                                        <p:tav tm="100000">
                                          <p:val>
                                            <p:strVal val="#ppt_x"/>
                                          </p:val>
                                        </p:tav>
                                      </p:tavLst>
                                    </p:anim>
                                    <p:anim calcmode="lin" valueType="num">
                                      <p:cBhvr>
                                        <p:cTn id="121" dur="540" decel="100000" fill="hold"/>
                                        <p:tgtEl>
                                          <p:spTgt spid="31"/>
                                        </p:tgtEl>
                                        <p:attrNameLst>
                                          <p:attrName>ppt_y</p:attrName>
                                        </p:attrNameLst>
                                      </p:cBhvr>
                                      <p:tavLst>
                                        <p:tav tm="0">
                                          <p:val>
                                            <p:strVal val="#ppt_y+1"/>
                                          </p:val>
                                        </p:tav>
                                        <p:tav tm="100000">
                                          <p:val>
                                            <p:strVal val="#ppt_y-.03"/>
                                          </p:val>
                                        </p:tav>
                                      </p:tavLst>
                                    </p:anim>
                                    <p:anim calcmode="lin" valueType="num">
                                      <p:cBhvr>
                                        <p:cTn id="122" dur="60" accel="100000" fill="hold">
                                          <p:stCondLst>
                                            <p:cond delay="540"/>
                                          </p:stCondLst>
                                        </p:cTn>
                                        <p:tgtEl>
                                          <p:spTgt spid="31"/>
                                        </p:tgtEl>
                                        <p:attrNameLst>
                                          <p:attrName>ppt_y</p:attrName>
                                        </p:attrNameLst>
                                      </p:cBhvr>
                                      <p:tavLst>
                                        <p:tav tm="0">
                                          <p:val>
                                            <p:strVal val="#ppt_y-.03"/>
                                          </p:val>
                                        </p:tav>
                                        <p:tav tm="100000">
                                          <p:val>
                                            <p:strVal val="#ppt_y"/>
                                          </p:val>
                                        </p:tav>
                                      </p:tavLst>
                                    </p:anim>
                                  </p:childTnLst>
                                </p:cTn>
                              </p:par>
                              <p:par>
                                <p:cTn id="123" presetID="37" presetClass="entr" presetSubtype="0" fill="hold" nodeType="withEffect">
                                  <p:stCondLst>
                                    <p:cond delay="1650"/>
                                  </p:stCondLst>
                                  <p:childTnLst>
                                    <p:set>
                                      <p:cBhvr>
                                        <p:cTn id="124" dur="1" fill="hold">
                                          <p:stCondLst>
                                            <p:cond delay="0"/>
                                          </p:stCondLst>
                                        </p:cTn>
                                        <p:tgtEl>
                                          <p:spTgt spid="32"/>
                                        </p:tgtEl>
                                        <p:attrNameLst>
                                          <p:attrName>style.visibility</p:attrName>
                                        </p:attrNameLst>
                                      </p:cBhvr>
                                      <p:to>
                                        <p:strVal val="visible"/>
                                      </p:to>
                                    </p:set>
                                    <p:animEffect transition="in" filter="fade">
                                      <p:cBhvr>
                                        <p:cTn id="125" dur="600"/>
                                        <p:tgtEl>
                                          <p:spTgt spid="32"/>
                                        </p:tgtEl>
                                      </p:cBhvr>
                                    </p:animEffect>
                                    <p:anim calcmode="lin" valueType="num">
                                      <p:cBhvr>
                                        <p:cTn id="126" dur="600" fill="hold"/>
                                        <p:tgtEl>
                                          <p:spTgt spid="32"/>
                                        </p:tgtEl>
                                        <p:attrNameLst>
                                          <p:attrName>ppt_x</p:attrName>
                                        </p:attrNameLst>
                                      </p:cBhvr>
                                      <p:tavLst>
                                        <p:tav tm="0">
                                          <p:val>
                                            <p:strVal val="#ppt_x"/>
                                          </p:val>
                                        </p:tav>
                                        <p:tav tm="100000">
                                          <p:val>
                                            <p:strVal val="#ppt_x"/>
                                          </p:val>
                                        </p:tav>
                                      </p:tavLst>
                                    </p:anim>
                                    <p:anim calcmode="lin" valueType="num">
                                      <p:cBhvr>
                                        <p:cTn id="127" dur="540" decel="100000" fill="hold"/>
                                        <p:tgtEl>
                                          <p:spTgt spid="32"/>
                                        </p:tgtEl>
                                        <p:attrNameLst>
                                          <p:attrName>ppt_y</p:attrName>
                                        </p:attrNameLst>
                                      </p:cBhvr>
                                      <p:tavLst>
                                        <p:tav tm="0">
                                          <p:val>
                                            <p:strVal val="#ppt_y+1"/>
                                          </p:val>
                                        </p:tav>
                                        <p:tav tm="100000">
                                          <p:val>
                                            <p:strVal val="#ppt_y-.03"/>
                                          </p:val>
                                        </p:tav>
                                      </p:tavLst>
                                    </p:anim>
                                    <p:anim calcmode="lin" valueType="num">
                                      <p:cBhvr>
                                        <p:cTn id="128" dur="60" accel="100000" fill="hold">
                                          <p:stCondLst>
                                            <p:cond delay="540"/>
                                          </p:stCondLst>
                                        </p:cTn>
                                        <p:tgtEl>
                                          <p:spTgt spid="32"/>
                                        </p:tgtEl>
                                        <p:attrNameLst>
                                          <p:attrName>ppt_y</p:attrName>
                                        </p:attrNameLst>
                                      </p:cBhvr>
                                      <p:tavLst>
                                        <p:tav tm="0">
                                          <p:val>
                                            <p:strVal val="#ppt_y-.03"/>
                                          </p:val>
                                        </p:tav>
                                        <p:tav tm="100000">
                                          <p:val>
                                            <p:strVal val="#ppt_y"/>
                                          </p:val>
                                        </p:tav>
                                      </p:tavLst>
                                    </p:anim>
                                  </p:childTnLst>
                                </p:cTn>
                              </p:par>
                              <p:par>
                                <p:cTn id="129" presetID="37" presetClass="entr" presetSubtype="0" fill="hold" nodeType="withEffect">
                                  <p:stCondLst>
                                    <p:cond delay="1650"/>
                                  </p:stCondLst>
                                  <p:childTnLst>
                                    <p:set>
                                      <p:cBhvr>
                                        <p:cTn id="130" dur="1" fill="hold">
                                          <p:stCondLst>
                                            <p:cond delay="0"/>
                                          </p:stCondLst>
                                        </p:cTn>
                                        <p:tgtEl>
                                          <p:spTgt spid="33"/>
                                        </p:tgtEl>
                                        <p:attrNameLst>
                                          <p:attrName>style.visibility</p:attrName>
                                        </p:attrNameLst>
                                      </p:cBhvr>
                                      <p:to>
                                        <p:strVal val="visible"/>
                                      </p:to>
                                    </p:set>
                                    <p:animEffect transition="in" filter="fade">
                                      <p:cBhvr>
                                        <p:cTn id="131" dur="600"/>
                                        <p:tgtEl>
                                          <p:spTgt spid="33"/>
                                        </p:tgtEl>
                                      </p:cBhvr>
                                    </p:animEffect>
                                    <p:anim calcmode="lin" valueType="num">
                                      <p:cBhvr>
                                        <p:cTn id="132" dur="600" fill="hold"/>
                                        <p:tgtEl>
                                          <p:spTgt spid="33"/>
                                        </p:tgtEl>
                                        <p:attrNameLst>
                                          <p:attrName>ppt_x</p:attrName>
                                        </p:attrNameLst>
                                      </p:cBhvr>
                                      <p:tavLst>
                                        <p:tav tm="0">
                                          <p:val>
                                            <p:strVal val="#ppt_x"/>
                                          </p:val>
                                        </p:tav>
                                        <p:tav tm="100000">
                                          <p:val>
                                            <p:strVal val="#ppt_x"/>
                                          </p:val>
                                        </p:tav>
                                      </p:tavLst>
                                    </p:anim>
                                    <p:anim calcmode="lin" valueType="num">
                                      <p:cBhvr>
                                        <p:cTn id="133" dur="540" decel="100000" fill="hold"/>
                                        <p:tgtEl>
                                          <p:spTgt spid="33"/>
                                        </p:tgtEl>
                                        <p:attrNameLst>
                                          <p:attrName>ppt_y</p:attrName>
                                        </p:attrNameLst>
                                      </p:cBhvr>
                                      <p:tavLst>
                                        <p:tav tm="0">
                                          <p:val>
                                            <p:strVal val="#ppt_y+1"/>
                                          </p:val>
                                        </p:tav>
                                        <p:tav tm="100000">
                                          <p:val>
                                            <p:strVal val="#ppt_y-.03"/>
                                          </p:val>
                                        </p:tav>
                                      </p:tavLst>
                                    </p:anim>
                                    <p:anim calcmode="lin" valueType="num">
                                      <p:cBhvr>
                                        <p:cTn id="134" dur="60" accel="100000" fill="hold">
                                          <p:stCondLst>
                                            <p:cond delay="540"/>
                                          </p:stCondLst>
                                        </p:cTn>
                                        <p:tgtEl>
                                          <p:spTgt spid="33"/>
                                        </p:tgtEl>
                                        <p:attrNameLst>
                                          <p:attrName>ppt_y</p:attrName>
                                        </p:attrNameLst>
                                      </p:cBhvr>
                                      <p:tavLst>
                                        <p:tav tm="0">
                                          <p:val>
                                            <p:strVal val="#ppt_y-.03"/>
                                          </p:val>
                                        </p:tav>
                                        <p:tav tm="100000">
                                          <p:val>
                                            <p:strVal val="#ppt_y"/>
                                          </p:val>
                                        </p:tav>
                                      </p:tavLst>
                                    </p:anim>
                                  </p:childTnLst>
                                </p:cTn>
                              </p:par>
                              <p:par>
                                <p:cTn id="135" presetID="37" presetClass="entr" presetSubtype="0" fill="hold" grpId="0" nodeType="withEffect">
                                  <p:stCondLst>
                                    <p:cond delay="165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600"/>
                                        <p:tgtEl>
                                          <p:spTgt spid="34"/>
                                        </p:tgtEl>
                                      </p:cBhvr>
                                    </p:animEffect>
                                    <p:anim calcmode="lin" valueType="num">
                                      <p:cBhvr>
                                        <p:cTn id="138" dur="600" fill="hold"/>
                                        <p:tgtEl>
                                          <p:spTgt spid="34"/>
                                        </p:tgtEl>
                                        <p:attrNameLst>
                                          <p:attrName>ppt_x</p:attrName>
                                        </p:attrNameLst>
                                      </p:cBhvr>
                                      <p:tavLst>
                                        <p:tav tm="0">
                                          <p:val>
                                            <p:strVal val="#ppt_x"/>
                                          </p:val>
                                        </p:tav>
                                        <p:tav tm="100000">
                                          <p:val>
                                            <p:strVal val="#ppt_x"/>
                                          </p:val>
                                        </p:tav>
                                      </p:tavLst>
                                    </p:anim>
                                    <p:anim calcmode="lin" valueType="num">
                                      <p:cBhvr>
                                        <p:cTn id="139" dur="540" decel="100000" fill="hold"/>
                                        <p:tgtEl>
                                          <p:spTgt spid="34"/>
                                        </p:tgtEl>
                                        <p:attrNameLst>
                                          <p:attrName>ppt_y</p:attrName>
                                        </p:attrNameLst>
                                      </p:cBhvr>
                                      <p:tavLst>
                                        <p:tav tm="0">
                                          <p:val>
                                            <p:strVal val="#ppt_y+1"/>
                                          </p:val>
                                        </p:tav>
                                        <p:tav tm="100000">
                                          <p:val>
                                            <p:strVal val="#ppt_y-.03"/>
                                          </p:val>
                                        </p:tav>
                                      </p:tavLst>
                                    </p:anim>
                                    <p:anim calcmode="lin" valueType="num">
                                      <p:cBhvr>
                                        <p:cTn id="140" dur="60" accel="100000" fill="hold">
                                          <p:stCondLst>
                                            <p:cond delay="540"/>
                                          </p:stCondLst>
                                        </p:cTn>
                                        <p:tgtEl>
                                          <p:spTgt spid="34"/>
                                        </p:tgtEl>
                                        <p:attrNameLst>
                                          <p:attrName>ppt_y</p:attrName>
                                        </p:attrNameLst>
                                      </p:cBhvr>
                                      <p:tavLst>
                                        <p:tav tm="0">
                                          <p:val>
                                            <p:strVal val="#ppt_y-.03"/>
                                          </p:val>
                                        </p:tav>
                                        <p:tav tm="100000">
                                          <p:val>
                                            <p:strVal val="#ppt_y"/>
                                          </p:val>
                                        </p:tav>
                                      </p:tavLst>
                                    </p:anim>
                                  </p:childTnLst>
                                </p:cTn>
                              </p:par>
                              <p:par>
                                <p:cTn id="141" presetID="37" presetClass="entr" presetSubtype="0" fill="hold" grpId="0" nodeType="withEffect">
                                  <p:stCondLst>
                                    <p:cond delay="1650"/>
                                  </p:stCondLst>
                                  <p:childTnLst>
                                    <p:set>
                                      <p:cBhvr>
                                        <p:cTn id="142" dur="1" fill="hold">
                                          <p:stCondLst>
                                            <p:cond delay="0"/>
                                          </p:stCondLst>
                                        </p:cTn>
                                        <p:tgtEl>
                                          <p:spTgt spid="35"/>
                                        </p:tgtEl>
                                        <p:attrNameLst>
                                          <p:attrName>style.visibility</p:attrName>
                                        </p:attrNameLst>
                                      </p:cBhvr>
                                      <p:to>
                                        <p:strVal val="visible"/>
                                      </p:to>
                                    </p:set>
                                    <p:animEffect transition="in" filter="fade">
                                      <p:cBhvr>
                                        <p:cTn id="143" dur="600"/>
                                        <p:tgtEl>
                                          <p:spTgt spid="35"/>
                                        </p:tgtEl>
                                      </p:cBhvr>
                                    </p:animEffect>
                                    <p:anim calcmode="lin" valueType="num">
                                      <p:cBhvr>
                                        <p:cTn id="144" dur="600" fill="hold"/>
                                        <p:tgtEl>
                                          <p:spTgt spid="35"/>
                                        </p:tgtEl>
                                        <p:attrNameLst>
                                          <p:attrName>ppt_x</p:attrName>
                                        </p:attrNameLst>
                                      </p:cBhvr>
                                      <p:tavLst>
                                        <p:tav tm="0">
                                          <p:val>
                                            <p:strVal val="#ppt_x"/>
                                          </p:val>
                                        </p:tav>
                                        <p:tav tm="100000">
                                          <p:val>
                                            <p:strVal val="#ppt_x"/>
                                          </p:val>
                                        </p:tav>
                                      </p:tavLst>
                                    </p:anim>
                                    <p:anim calcmode="lin" valueType="num">
                                      <p:cBhvr>
                                        <p:cTn id="145" dur="540" decel="100000" fill="hold"/>
                                        <p:tgtEl>
                                          <p:spTgt spid="35"/>
                                        </p:tgtEl>
                                        <p:attrNameLst>
                                          <p:attrName>ppt_y</p:attrName>
                                        </p:attrNameLst>
                                      </p:cBhvr>
                                      <p:tavLst>
                                        <p:tav tm="0">
                                          <p:val>
                                            <p:strVal val="#ppt_y+1"/>
                                          </p:val>
                                        </p:tav>
                                        <p:tav tm="100000">
                                          <p:val>
                                            <p:strVal val="#ppt_y-.03"/>
                                          </p:val>
                                        </p:tav>
                                      </p:tavLst>
                                    </p:anim>
                                    <p:anim calcmode="lin" valueType="num">
                                      <p:cBhvr>
                                        <p:cTn id="146" dur="60" accel="100000" fill="hold">
                                          <p:stCondLst>
                                            <p:cond delay="540"/>
                                          </p:stCondLst>
                                        </p:cTn>
                                        <p:tgtEl>
                                          <p:spTgt spid="35"/>
                                        </p:tgtEl>
                                        <p:attrNameLst>
                                          <p:attrName>ppt_y</p:attrName>
                                        </p:attrNameLst>
                                      </p:cBhvr>
                                      <p:tavLst>
                                        <p:tav tm="0">
                                          <p:val>
                                            <p:strVal val="#ppt_y-.03"/>
                                          </p:val>
                                        </p:tav>
                                        <p:tav tm="100000">
                                          <p:val>
                                            <p:strVal val="#ppt_y"/>
                                          </p:val>
                                        </p:tav>
                                      </p:tavLst>
                                    </p:anim>
                                  </p:childTnLst>
                                </p:cTn>
                              </p:par>
                              <p:par>
                                <p:cTn id="147" presetID="37" presetClass="entr" presetSubtype="0" fill="hold" nodeType="withEffect">
                                  <p:stCondLst>
                                    <p:cond delay="1788"/>
                                  </p:stCondLst>
                                  <p:childTnLst>
                                    <p:set>
                                      <p:cBhvr>
                                        <p:cTn id="148" dur="1" fill="hold">
                                          <p:stCondLst>
                                            <p:cond delay="0"/>
                                          </p:stCondLst>
                                        </p:cTn>
                                        <p:tgtEl>
                                          <p:spTgt spid="36"/>
                                        </p:tgtEl>
                                        <p:attrNameLst>
                                          <p:attrName>style.visibility</p:attrName>
                                        </p:attrNameLst>
                                      </p:cBhvr>
                                      <p:to>
                                        <p:strVal val="visible"/>
                                      </p:to>
                                    </p:set>
                                    <p:animEffect transition="in" filter="fade">
                                      <p:cBhvr>
                                        <p:cTn id="149" dur="600"/>
                                        <p:tgtEl>
                                          <p:spTgt spid="36"/>
                                        </p:tgtEl>
                                      </p:cBhvr>
                                    </p:animEffect>
                                    <p:anim calcmode="lin" valueType="num">
                                      <p:cBhvr>
                                        <p:cTn id="150" dur="600" fill="hold"/>
                                        <p:tgtEl>
                                          <p:spTgt spid="36"/>
                                        </p:tgtEl>
                                        <p:attrNameLst>
                                          <p:attrName>ppt_x</p:attrName>
                                        </p:attrNameLst>
                                      </p:cBhvr>
                                      <p:tavLst>
                                        <p:tav tm="0">
                                          <p:val>
                                            <p:strVal val="#ppt_x"/>
                                          </p:val>
                                        </p:tav>
                                        <p:tav tm="100000">
                                          <p:val>
                                            <p:strVal val="#ppt_x"/>
                                          </p:val>
                                        </p:tav>
                                      </p:tavLst>
                                    </p:anim>
                                    <p:anim calcmode="lin" valueType="num">
                                      <p:cBhvr>
                                        <p:cTn id="151" dur="540" decel="100000" fill="hold"/>
                                        <p:tgtEl>
                                          <p:spTgt spid="36"/>
                                        </p:tgtEl>
                                        <p:attrNameLst>
                                          <p:attrName>ppt_y</p:attrName>
                                        </p:attrNameLst>
                                      </p:cBhvr>
                                      <p:tavLst>
                                        <p:tav tm="0">
                                          <p:val>
                                            <p:strVal val="#ppt_y+1"/>
                                          </p:val>
                                        </p:tav>
                                        <p:tav tm="100000">
                                          <p:val>
                                            <p:strVal val="#ppt_y-.03"/>
                                          </p:val>
                                        </p:tav>
                                      </p:tavLst>
                                    </p:anim>
                                    <p:anim calcmode="lin" valueType="num">
                                      <p:cBhvr>
                                        <p:cTn id="152" dur="60" accel="100000" fill="hold">
                                          <p:stCondLst>
                                            <p:cond delay="540"/>
                                          </p:stCondLst>
                                        </p:cTn>
                                        <p:tgtEl>
                                          <p:spTgt spid="36"/>
                                        </p:tgtEl>
                                        <p:attrNameLst>
                                          <p:attrName>ppt_y</p:attrName>
                                        </p:attrNameLst>
                                      </p:cBhvr>
                                      <p:tavLst>
                                        <p:tav tm="0">
                                          <p:val>
                                            <p:strVal val="#ppt_y-.03"/>
                                          </p:val>
                                        </p:tav>
                                        <p:tav tm="100000">
                                          <p:val>
                                            <p:strVal val="#ppt_y"/>
                                          </p:val>
                                        </p:tav>
                                      </p:tavLst>
                                    </p:anim>
                                  </p:childTnLst>
                                </p:cTn>
                              </p:par>
                              <p:par>
                                <p:cTn id="153" presetID="37" presetClass="entr" presetSubtype="0" fill="hold" nodeType="withEffect">
                                  <p:stCondLst>
                                    <p:cond delay="1788"/>
                                  </p:stCondLst>
                                  <p:childTnLst>
                                    <p:set>
                                      <p:cBhvr>
                                        <p:cTn id="154" dur="1" fill="hold">
                                          <p:stCondLst>
                                            <p:cond delay="0"/>
                                          </p:stCondLst>
                                        </p:cTn>
                                        <p:tgtEl>
                                          <p:spTgt spid="37"/>
                                        </p:tgtEl>
                                        <p:attrNameLst>
                                          <p:attrName>style.visibility</p:attrName>
                                        </p:attrNameLst>
                                      </p:cBhvr>
                                      <p:to>
                                        <p:strVal val="visible"/>
                                      </p:to>
                                    </p:set>
                                    <p:animEffect transition="in" filter="fade">
                                      <p:cBhvr>
                                        <p:cTn id="155" dur="600"/>
                                        <p:tgtEl>
                                          <p:spTgt spid="37"/>
                                        </p:tgtEl>
                                      </p:cBhvr>
                                    </p:animEffect>
                                    <p:anim calcmode="lin" valueType="num">
                                      <p:cBhvr>
                                        <p:cTn id="156" dur="600" fill="hold"/>
                                        <p:tgtEl>
                                          <p:spTgt spid="37"/>
                                        </p:tgtEl>
                                        <p:attrNameLst>
                                          <p:attrName>ppt_x</p:attrName>
                                        </p:attrNameLst>
                                      </p:cBhvr>
                                      <p:tavLst>
                                        <p:tav tm="0">
                                          <p:val>
                                            <p:strVal val="#ppt_x"/>
                                          </p:val>
                                        </p:tav>
                                        <p:tav tm="100000">
                                          <p:val>
                                            <p:strVal val="#ppt_x"/>
                                          </p:val>
                                        </p:tav>
                                      </p:tavLst>
                                    </p:anim>
                                    <p:anim calcmode="lin" valueType="num">
                                      <p:cBhvr>
                                        <p:cTn id="157" dur="540" decel="100000" fill="hold"/>
                                        <p:tgtEl>
                                          <p:spTgt spid="37"/>
                                        </p:tgtEl>
                                        <p:attrNameLst>
                                          <p:attrName>ppt_y</p:attrName>
                                        </p:attrNameLst>
                                      </p:cBhvr>
                                      <p:tavLst>
                                        <p:tav tm="0">
                                          <p:val>
                                            <p:strVal val="#ppt_y+1"/>
                                          </p:val>
                                        </p:tav>
                                        <p:tav tm="100000">
                                          <p:val>
                                            <p:strVal val="#ppt_y-.03"/>
                                          </p:val>
                                        </p:tav>
                                      </p:tavLst>
                                    </p:anim>
                                    <p:anim calcmode="lin" valueType="num">
                                      <p:cBhvr>
                                        <p:cTn id="158" dur="60" accel="100000" fill="hold">
                                          <p:stCondLst>
                                            <p:cond delay="540"/>
                                          </p:stCondLst>
                                        </p:cTn>
                                        <p:tgtEl>
                                          <p:spTgt spid="37"/>
                                        </p:tgtEl>
                                        <p:attrNameLst>
                                          <p:attrName>ppt_y</p:attrName>
                                        </p:attrNameLst>
                                      </p:cBhvr>
                                      <p:tavLst>
                                        <p:tav tm="0">
                                          <p:val>
                                            <p:strVal val="#ppt_y-.03"/>
                                          </p:val>
                                        </p:tav>
                                        <p:tav tm="100000">
                                          <p:val>
                                            <p:strVal val="#ppt_y"/>
                                          </p:val>
                                        </p:tav>
                                      </p:tavLst>
                                    </p:anim>
                                  </p:childTnLst>
                                </p:cTn>
                              </p:par>
                              <p:par>
                                <p:cTn id="159" presetID="37" presetClass="entr" presetSubtype="0" fill="hold" grpId="0" nodeType="withEffect">
                                  <p:stCondLst>
                                    <p:cond delay="1788"/>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600"/>
                                        <p:tgtEl>
                                          <p:spTgt spid="38"/>
                                        </p:tgtEl>
                                      </p:cBhvr>
                                    </p:animEffect>
                                    <p:anim calcmode="lin" valueType="num">
                                      <p:cBhvr>
                                        <p:cTn id="162" dur="600" fill="hold"/>
                                        <p:tgtEl>
                                          <p:spTgt spid="38"/>
                                        </p:tgtEl>
                                        <p:attrNameLst>
                                          <p:attrName>ppt_x</p:attrName>
                                        </p:attrNameLst>
                                      </p:cBhvr>
                                      <p:tavLst>
                                        <p:tav tm="0">
                                          <p:val>
                                            <p:strVal val="#ppt_x"/>
                                          </p:val>
                                        </p:tav>
                                        <p:tav tm="100000">
                                          <p:val>
                                            <p:strVal val="#ppt_x"/>
                                          </p:val>
                                        </p:tav>
                                      </p:tavLst>
                                    </p:anim>
                                    <p:anim calcmode="lin" valueType="num">
                                      <p:cBhvr>
                                        <p:cTn id="163" dur="540" decel="100000" fill="hold"/>
                                        <p:tgtEl>
                                          <p:spTgt spid="38"/>
                                        </p:tgtEl>
                                        <p:attrNameLst>
                                          <p:attrName>ppt_y</p:attrName>
                                        </p:attrNameLst>
                                      </p:cBhvr>
                                      <p:tavLst>
                                        <p:tav tm="0">
                                          <p:val>
                                            <p:strVal val="#ppt_y+1"/>
                                          </p:val>
                                        </p:tav>
                                        <p:tav tm="100000">
                                          <p:val>
                                            <p:strVal val="#ppt_y-.03"/>
                                          </p:val>
                                        </p:tav>
                                      </p:tavLst>
                                    </p:anim>
                                    <p:anim calcmode="lin" valueType="num">
                                      <p:cBhvr>
                                        <p:cTn id="164" dur="60" accel="100000" fill="hold">
                                          <p:stCondLst>
                                            <p:cond delay="540"/>
                                          </p:stCondLst>
                                        </p:cTn>
                                        <p:tgtEl>
                                          <p:spTgt spid="38"/>
                                        </p:tgtEl>
                                        <p:attrNameLst>
                                          <p:attrName>ppt_y</p:attrName>
                                        </p:attrNameLst>
                                      </p:cBhvr>
                                      <p:tavLst>
                                        <p:tav tm="0">
                                          <p:val>
                                            <p:strVal val="#ppt_y-.03"/>
                                          </p:val>
                                        </p:tav>
                                        <p:tav tm="100000">
                                          <p:val>
                                            <p:strVal val="#ppt_y"/>
                                          </p:val>
                                        </p:tav>
                                      </p:tavLst>
                                    </p:anim>
                                  </p:childTnLst>
                                </p:cTn>
                              </p:par>
                              <p:par>
                                <p:cTn id="165" presetID="37" presetClass="entr" presetSubtype="0" fill="hold" grpId="0" nodeType="withEffect">
                                  <p:stCondLst>
                                    <p:cond delay="1788"/>
                                  </p:stCondLst>
                                  <p:childTnLst>
                                    <p:set>
                                      <p:cBhvr>
                                        <p:cTn id="166" dur="1" fill="hold">
                                          <p:stCondLst>
                                            <p:cond delay="0"/>
                                          </p:stCondLst>
                                        </p:cTn>
                                        <p:tgtEl>
                                          <p:spTgt spid="39"/>
                                        </p:tgtEl>
                                        <p:attrNameLst>
                                          <p:attrName>style.visibility</p:attrName>
                                        </p:attrNameLst>
                                      </p:cBhvr>
                                      <p:to>
                                        <p:strVal val="visible"/>
                                      </p:to>
                                    </p:set>
                                    <p:animEffect transition="in" filter="fade">
                                      <p:cBhvr>
                                        <p:cTn id="167" dur="600"/>
                                        <p:tgtEl>
                                          <p:spTgt spid="39"/>
                                        </p:tgtEl>
                                      </p:cBhvr>
                                    </p:animEffect>
                                    <p:anim calcmode="lin" valueType="num">
                                      <p:cBhvr>
                                        <p:cTn id="168" dur="600" fill="hold"/>
                                        <p:tgtEl>
                                          <p:spTgt spid="39"/>
                                        </p:tgtEl>
                                        <p:attrNameLst>
                                          <p:attrName>ppt_x</p:attrName>
                                        </p:attrNameLst>
                                      </p:cBhvr>
                                      <p:tavLst>
                                        <p:tav tm="0">
                                          <p:val>
                                            <p:strVal val="#ppt_x"/>
                                          </p:val>
                                        </p:tav>
                                        <p:tav tm="100000">
                                          <p:val>
                                            <p:strVal val="#ppt_x"/>
                                          </p:val>
                                        </p:tav>
                                      </p:tavLst>
                                    </p:anim>
                                    <p:anim calcmode="lin" valueType="num">
                                      <p:cBhvr>
                                        <p:cTn id="169" dur="540" decel="100000" fill="hold"/>
                                        <p:tgtEl>
                                          <p:spTgt spid="39"/>
                                        </p:tgtEl>
                                        <p:attrNameLst>
                                          <p:attrName>ppt_y</p:attrName>
                                        </p:attrNameLst>
                                      </p:cBhvr>
                                      <p:tavLst>
                                        <p:tav tm="0">
                                          <p:val>
                                            <p:strVal val="#ppt_y+1"/>
                                          </p:val>
                                        </p:tav>
                                        <p:tav tm="100000">
                                          <p:val>
                                            <p:strVal val="#ppt_y-.03"/>
                                          </p:val>
                                        </p:tav>
                                      </p:tavLst>
                                    </p:anim>
                                    <p:anim calcmode="lin" valueType="num">
                                      <p:cBhvr>
                                        <p:cTn id="170" dur="60" accel="100000" fill="hold">
                                          <p:stCondLst>
                                            <p:cond delay="540"/>
                                          </p:stCondLst>
                                        </p:cTn>
                                        <p:tgtEl>
                                          <p:spTgt spid="39"/>
                                        </p:tgtEl>
                                        <p:attrNameLst>
                                          <p:attrName>ppt_y</p:attrName>
                                        </p:attrNameLst>
                                      </p:cBhvr>
                                      <p:tavLst>
                                        <p:tav tm="0">
                                          <p:val>
                                            <p:strVal val="#ppt_y-.03"/>
                                          </p:val>
                                        </p:tav>
                                        <p:tav tm="100000">
                                          <p:val>
                                            <p:strVal val="#ppt_y"/>
                                          </p:val>
                                        </p:tav>
                                      </p:tavLst>
                                    </p:anim>
                                  </p:childTnLst>
                                </p:cTn>
                              </p:par>
                              <p:par>
                                <p:cTn id="171" presetID="37" presetClass="entr" presetSubtype="0" fill="hold" nodeType="withEffect">
                                  <p:stCondLst>
                                    <p:cond delay="1925"/>
                                  </p:stCondLst>
                                  <p:childTnLst>
                                    <p:set>
                                      <p:cBhvr>
                                        <p:cTn id="172" dur="1" fill="hold">
                                          <p:stCondLst>
                                            <p:cond delay="0"/>
                                          </p:stCondLst>
                                        </p:cTn>
                                        <p:tgtEl>
                                          <p:spTgt spid="40"/>
                                        </p:tgtEl>
                                        <p:attrNameLst>
                                          <p:attrName>style.visibility</p:attrName>
                                        </p:attrNameLst>
                                      </p:cBhvr>
                                      <p:to>
                                        <p:strVal val="visible"/>
                                      </p:to>
                                    </p:set>
                                    <p:animEffect transition="in" filter="fade">
                                      <p:cBhvr>
                                        <p:cTn id="173" dur="600"/>
                                        <p:tgtEl>
                                          <p:spTgt spid="40"/>
                                        </p:tgtEl>
                                      </p:cBhvr>
                                    </p:animEffect>
                                    <p:anim calcmode="lin" valueType="num">
                                      <p:cBhvr>
                                        <p:cTn id="174" dur="600" fill="hold"/>
                                        <p:tgtEl>
                                          <p:spTgt spid="40"/>
                                        </p:tgtEl>
                                        <p:attrNameLst>
                                          <p:attrName>ppt_x</p:attrName>
                                        </p:attrNameLst>
                                      </p:cBhvr>
                                      <p:tavLst>
                                        <p:tav tm="0">
                                          <p:val>
                                            <p:strVal val="#ppt_x"/>
                                          </p:val>
                                        </p:tav>
                                        <p:tav tm="100000">
                                          <p:val>
                                            <p:strVal val="#ppt_x"/>
                                          </p:val>
                                        </p:tav>
                                      </p:tavLst>
                                    </p:anim>
                                    <p:anim calcmode="lin" valueType="num">
                                      <p:cBhvr>
                                        <p:cTn id="175" dur="540" decel="100000" fill="hold"/>
                                        <p:tgtEl>
                                          <p:spTgt spid="40"/>
                                        </p:tgtEl>
                                        <p:attrNameLst>
                                          <p:attrName>ppt_y</p:attrName>
                                        </p:attrNameLst>
                                      </p:cBhvr>
                                      <p:tavLst>
                                        <p:tav tm="0">
                                          <p:val>
                                            <p:strVal val="#ppt_y+1"/>
                                          </p:val>
                                        </p:tav>
                                        <p:tav tm="100000">
                                          <p:val>
                                            <p:strVal val="#ppt_y-.03"/>
                                          </p:val>
                                        </p:tav>
                                      </p:tavLst>
                                    </p:anim>
                                    <p:anim calcmode="lin" valueType="num">
                                      <p:cBhvr>
                                        <p:cTn id="176" dur="60" accel="100000" fill="hold">
                                          <p:stCondLst>
                                            <p:cond delay="540"/>
                                          </p:stCondLst>
                                        </p:cTn>
                                        <p:tgtEl>
                                          <p:spTgt spid="40"/>
                                        </p:tgtEl>
                                        <p:attrNameLst>
                                          <p:attrName>ppt_y</p:attrName>
                                        </p:attrNameLst>
                                      </p:cBhvr>
                                      <p:tavLst>
                                        <p:tav tm="0">
                                          <p:val>
                                            <p:strVal val="#ppt_y-.03"/>
                                          </p:val>
                                        </p:tav>
                                        <p:tav tm="100000">
                                          <p:val>
                                            <p:strVal val="#ppt_y"/>
                                          </p:val>
                                        </p:tav>
                                      </p:tavLst>
                                    </p:anim>
                                  </p:childTnLst>
                                </p:cTn>
                              </p:par>
                              <p:par>
                                <p:cTn id="177" presetID="37" presetClass="entr" presetSubtype="0" fill="hold" nodeType="withEffect">
                                  <p:stCondLst>
                                    <p:cond delay="1925"/>
                                  </p:stCondLst>
                                  <p:childTnLst>
                                    <p:set>
                                      <p:cBhvr>
                                        <p:cTn id="178" dur="1" fill="hold">
                                          <p:stCondLst>
                                            <p:cond delay="0"/>
                                          </p:stCondLst>
                                        </p:cTn>
                                        <p:tgtEl>
                                          <p:spTgt spid="41"/>
                                        </p:tgtEl>
                                        <p:attrNameLst>
                                          <p:attrName>style.visibility</p:attrName>
                                        </p:attrNameLst>
                                      </p:cBhvr>
                                      <p:to>
                                        <p:strVal val="visible"/>
                                      </p:to>
                                    </p:set>
                                    <p:animEffect transition="in" filter="fade">
                                      <p:cBhvr>
                                        <p:cTn id="179" dur="600"/>
                                        <p:tgtEl>
                                          <p:spTgt spid="41"/>
                                        </p:tgtEl>
                                      </p:cBhvr>
                                    </p:animEffect>
                                    <p:anim calcmode="lin" valueType="num">
                                      <p:cBhvr>
                                        <p:cTn id="180" dur="600" fill="hold"/>
                                        <p:tgtEl>
                                          <p:spTgt spid="41"/>
                                        </p:tgtEl>
                                        <p:attrNameLst>
                                          <p:attrName>ppt_x</p:attrName>
                                        </p:attrNameLst>
                                      </p:cBhvr>
                                      <p:tavLst>
                                        <p:tav tm="0">
                                          <p:val>
                                            <p:strVal val="#ppt_x"/>
                                          </p:val>
                                        </p:tav>
                                        <p:tav tm="100000">
                                          <p:val>
                                            <p:strVal val="#ppt_x"/>
                                          </p:val>
                                        </p:tav>
                                      </p:tavLst>
                                    </p:anim>
                                    <p:anim calcmode="lin" valueType="num">
                                      <p:cBhvr>
                                        <p:cTn id="181" dur="540" decel="100000" fill="hold"/>
                                        <p:tgtEl>
                                          <p:spTgt spid="41"/>
                                        </p:tgtEl>
                                        <p:attrNameLst>
                                          <p:attrName>ppt_y</p:attrName>
                                        </p:attrNameLst>
                                      </p:cBhvr>
                                      <p:tavLst>
                                        <p:tav tm="0">
                                          <p:val>
                                            <p:strVal val="#ppt_y+1"/>
                                          </p:val>
                                        </p:tav>
                                        <p:tav tm="100000">
                                          <p:val>
                                            <p:strVal val="#ppt_y-.03"/>
                                          </p:val>
                                        </p:tav>
                                      </p:tavLst>
                                    </p:anim>
                                    <p:anim calcmode="lin" valueType="num">
                                      <p:cBhvr>
                                        <p:cTn id="182" dur="60" accel="100000" fill="hold">
                                          <p:stCondLst>
                                            <p:cond delay="540"/>
                                          </p:stCondLst>
                                        </p:cTn>
                                        <p:tgtEl>
                                          <p:spTgt spid="41"/>
                                        </p:tgtEl>
                                        <p:attrNameLst>
                                          <p:attrName>ppt_y</p:attrName>
                                        </p:attrNameLst>
                                      </p:cBhvr>
                                      <p:tavLst>
                                        <p:tav tm="0">
                                          <p:val>
                                            <p:strVal val="#ppt_y-.03"/>
                                          </p:val>
                                        </p:tav>
                                        <p:tav tm="100000">
                                          <p:val>
                                            <p:strVal val="#ppt_y"/>
                                          </p:val>
                                        </p:tav>
                                      </p:tavLst>
                                    </p:anim>
                                  </p:childTnLst>
                                </p:cTn>
                              </p:par>
                              <p:par>
                                <p:cTn id="183" presetID="37" presetClass="entr" presetSubtype="0" fill="hold" grpId="0" nodeType="withEffect">
                                  <p:stCondLst>
                                    <p:cond delay="1925"/>
                                  </p:stCondLst>
                                  <p:childTnLst>
                                    <p:set>
                                      <p:cBhvr>
                                        <p:cTn id="184" dur="1" fill="hold">
                                          <p:stCondLst>
                                            <p:cond delay="0"/>
                                          </p:stCondLst>
                                        </p:cTn>
                                        <p:tgtEl>
                                          <p:spTgt spid="42"/>
                                        </p:tgtEl>
                                        <p:attrNameLst>
                                          <p:attrName>style.visibility</p:attrName>
                                        </p:attrNameLst>
                                      </p:cBhvr>
                                      <p:to>
                                        <p:strVal val="visible"/>
                                      </p:to>
                                    </p:set>
                                    <p:animEffect transition="in" filter="fade">
                                      <p:cBhvr>
                                        <p:cTn id="185" dur="600"/>
                                        <p:tgtEl>
                                          <p:spTgt spid="42"/>
                                        </p:tgtEl>
                                      </p:cBhvr>
                                    </p:animEffect>
                                    <p:anim calcmode="lin" valueType="num">
                                      <p:cBhvr>
                                        <p:cTn id="186" dur="600" fill="hold"/>
                                        <p:tgtEl>
                                          <p:spTgt spid="42"/>
                                        </p:tgtEl>
                                        <p:attrNameLst>
                                          <p:attrName>ppt_x</p:attrName>
                                        </p:attrNameLst>
                                      </p:cBhvr>
                                      <p:tavLst>
                                        <p:tav tm="0">
                                          <p:val>
                                            <p:strVal val="#ppt_x"/>
                                          </p:val>
                                        </p:tav>
                                        <p:tav tm="100000">
                                          <p:val>
                                            <p:strVal val="#ppt_x"/>
                                          </p:val>
                                        </p:tav>
                                      </p:tavLst>
                                    </p:anim>
                                    <p:anim calcmode="lin" valueType="num">
                                      <p:cBhvr>
                                        <p:cTn id="187" dur="540" decel="100000" fill="hold"/>
                                        <p:tgtEl>
                                          <p:spTgt spid="42"/>
                                        </p:tgtEl>
                                        <p:attrNameLst>
                                          <p:attrName>ppt_y</p:attrName>
                                        </p:attrNameLst>
                                      </p:cBhvr>
                                      <p:tavLst>
                                        <p:tav tm="0">
                                          <p:val>
                                            <p:strVal val="#ppt_y+1"/>
                                          </p:val>
                                        </p:tav>
                                        <p:tav tm="100000">
                                          <p:val>
                                            <p:strVal val="#ppt_y-.03"/>
                                          </p:val>
                                        </p:tav>
                                      </p:tavLst>
                                    </p:anim>
                                    <p:anim calcmode="lin" valueType="num">
                                      <p:cBhvr>
                                        <p:cTn id="188" dur="60" accel="100000" fill="hold">
                                          <p:stCondLst>
                                            <p:cond delay="540"/>
                                          </p:stCondLst>
                                        </p:cTn>
                                        <p:tgtEl>
                                          <p:spTgt spid="42"/>
                                        </p:tgtEl>
                                        <p:attrNameLst>
                                          <p:attrName>ppt_y</p:attrName>
                                        </p:attrNameLst>
                                      </p:cBhvr>
                                      <p:tavLst>
                                        <p:tav tm="0">
                                          <p:val>
                                            <p:strVal val="#ppt_y-.03"/>
                                          </p:val>
                                        </p:tav>
                                        <p:tav tm="100000">
                                          <p:val>
                                            <p:strVal val="#ppt_y"/>
                                          </p:val>
                                        </p:tav>
                                      </p:tavLst>
                                    </p:anim>
                                  </p:childTnLst>
                                </p:cTn>
                              </p:par>
                              <p:par>
                                <p:cTn id="189" presetID="37" presetClass="entr" presetSubtype="0" fill="hold" grpId="0" nodeType="withEffect">
                                  <p:stCondLst>
                                    <p:cond delay="1925"/>
                                  </p:stCondLst>
                                  <p:childTnLst>
                                    <p:set>
                                      <p:cBhvr>
                                        <p:cTn id="190" dur="1" fill="hold">
                                          <p:stCondLst>
                                            <p:cond delay="0"/>
                                          </p:stCondLst>
                                        </p:cTn>
                                        <p:tgtEl>
                                          <p:spTgt spid="43"/>
                                        </p:tgtEl>
                                        <p:attrNameLst>
                                          <p:attrName>style.visibility</p:attrName>
                                        </p:attrNameLst>
                                      </p:cBhvr>
                                      <p:to>
                                        <p:strVal val="visible"/>
                                      </p:to>
                                    </p:set>
                                    <p:animEffect transition="in" filter="fade">
                                      <p:cBhvr>
                                        <p:cTn id="191" dur="600"/>
                                        <p:tgtEl>
                                          <p:spTgt spid="43"/>
                                        </p:tgtEl>
                                      </p:cBhvr>
                                    </p:animEffect>
                                    <p:anim calcmode="lin" valueType="num">
                                      <p:cBhvr>
                                        <p:cTn id="192" dur="600" fill="hold"/>
                                        <p:tgtEl>
                                          <p:spTgt spid="43"/>
                                        </p:tgtEl>
                                        <p:attrNameLst>
                                          <p:attrName>ppt_x</p:attrName>
                                        </p:attrNameLst>
                                      </p:cBhvr>
                                      <p:tavLst>
                                        <p:tav tm="0">
                                          <p:val>
                                            <p:strVal val="#ppt_x"/>
                                          </p:val>
                                        </p:tav>
                                        <p:tav tm="100000">
                                          <p:val>
                                            <p:strVal val="#ppt_x"/>
                                          </p:val>
                                        </p:tav>
                                      </p:tavLst>
                                    </p:anim>
                                    <p:anim calcmode="lin" valueType="num">
                                      <p:cBhvr>
                                        <p:cTn id="193" dur="540" decel="100000" fill="hold"/>
                                        <p:tgtEl>
                                          <p:spTgt spid="43"/>
                                        </p:tgtEl>
                                        <p:attrNameLst>
                                          <p:attrName>ppt_y</p:attrName>
                                        </p:attrNameLst>
                                      </p:cBhvr>
                                      <p:tavLst>
                                        <p:tav tm="0">
                                          <p:val>
                                            <p:strVal val="#ppt_y+1"/>
                                          </p:val>
                                        </p:tav>
                                        <p:tav tm="100000">
                                          <p:val>
                                            <p:strVal val="#ppt_y-.03"/>
                                          </p:val>
                                        </p:tav>
                                      </p:tavLst>
                                    </p:anim>
                                    <p:anim calcmode="lin" valueType="num">
                                      <p:cBhvr>
                                        <p:cTn id="194" dur="60" accel="100000" fill="hold">
                                          <p:stCondLst>
                                            <p:cond delay="540"/>
                                          </p:stCondLst>
                                        </p:cTn>
                                        <p:tgtEl>
                                          <p:spTgt spid="43"/>
                                        </p:tgtEl>
                                        <p:attrNameLst>
                                          <p:attrName>ppt_y</p:attrName>
                                        </p:attrNameLst>
                                      </p:cBhvr>
                                      <p:tavLst>
                                        <p:tav tm="0">
                                          <p:val>
                                            <p:strVal val="#ppt_y-.03"/>
                                          </p:val>
                                        </p:tav>
                                        <p:tav tm="100000">
                                          <p:val>
                                            <p:strVal val="#ppt_y"/>
                                          </p:val>
                                        </p:tav>
                                      </p:tavLst>
                                    </p:anim>
                                  </p:childTnLst>
                                </p:cTn>
                              </p:par>
                              <p:par>
                                <p:cTn id="195" presetID="37" presetClass="entr" presetSubtype="0" fill="hold" nodeType="withEffect">
                                  <p:stCondLst>
                                    <p:cond delay="2063"/>
                                  </p:stCondLst>
                                  <p:childTnLst>
                                    <p:set>
                                      <p:cBhvr>
                                        <p:cTn id="196" dur="1" fill="hold">
                                          <p:stCondLst>
                                            <p:cond delay="0"/>
                                          </p:stCondLst>
                                        </p:cTn>
                                        <p:tgtEl>
                                          <p:spTgt spid="44"/>
                                        </p:tgtEl>
                                        <p:attrNameLst>
                                          <p:attrName>style.visibility</p:attrName>
                                        </p:attrNameLst>
                                      </p:cBhvr>
                                      <p:to>
                                        <p:strVal val="visible"/>
                                      </p:to>
                                    </p:set>
                                    <p:animEffect transition="in" filter="fade">
                                      <p:cBhvr>
                                        <p:cTn id="197" dur="600"/>
                                        <p:tgtEl>
                                          <p:spTgt spid="44"/>
                                        </p:tgtEl>
                                      </p:cBhvr>
                                    </p:animEffect>
                                    <p:anim calcmode="lin" valueType="num">
                                      <p:cBhvr>
                                        <p:cTn id="198" dur="600" fill="hold"/>
                                        <p:tgtEl>
                                          <p:spTgt spid="44"/>
                                        </p:tgtEl>
                                        <p:attrNameLst>
                                          <p:attrName>ppt_x</p:attrName>
                                        </p:attrNameLst>
                                      </p:cBhvr>
                                      <p:tavLst>
                                        <p:tav tm="0">
                                          <p:val>
                                            <p:strVal val="#ppt_x"/>
                                          </p:val>
                                        </p:tav>
                                        <p:tav tm="100000">
                                          <p:val>
                                            <p:strVal val="#ppt_x"/>
                                          </p:val>
                                        </p:tav>
                                      </p:tavLst>
                                    </p:anim>
                                    <p:anim calcmode="lin" valueType="num">
                                      <p:cBhvr>
                                        <p:cTn id="199" dur="540" decel="100000" fill="hold"/>
                                        <p:tgtEl>
                                          <p:spTgt spid="44"/>
                                        </p:tgtEl>
                                        <p:attrNameLst>
                                          <p:attrName>ppt_y</p:attrName>
                                        </p:attrNameLst>
                                      </p:cBhvr>
                                      <p:tavLst>
                                        <p:tav tm="0">
                                          <p:val>
                                            <p:strVal val="#ppt_y+1"/>
                                          </p:val>
                                        </p:tav>
                                        <p:tav tm="100000">
                                          <p:val>
                                            <p:strVal val="#ppt_y-.03"/>
                                          </p:val>
                                        </p:tav>
                                      </p:tavLst>
                                    </p:anim>
                                    <p:anim calcmode="lin" valueType="num">
                                      <p:cBhvr>
                                        <p:cTn id="200" dur="60" accel="100000" fill="hold">
                                          <p:stCondLst>
                                            <p:cond delay="540"/>
                                          </p:stCondLst>
                                        </p:cTn>
                                        <p:tgtEl>
                                          <p:spTgt spid="44"/>
                                        </p:tgtEl>
                                        <p:attrNameLst>
                                          <p:attrName>ppt_y</p:attrName>
                                        </p:attrNameLst>
                                      </p:cBhvr>
                                      <p:tavLst>
                                        <p:tav tm="0">
                                          <p:val>
                                            <p:strVal val="#ppt_y-.03"/>
                                          </p:val>
                                        </p:tav>
                                        <p:tav tm="100000">
                                          <p:val>
                                            <p:strVal val="#ppt_y"/>
                                          </p:val>
                                        </p:tav>
                                      </p:tavLst>
                                    </p:anim>
                                  </p:childTnLst>
                                </p:cTn>
                              </p:par>
                              <p:par>
                                <p:cTn id="201" presetID="37" presetClass="entr" presetSubtype="0" fill="hold" nodeType="withEffect">
                                  <p:stCondLst>
                                    <p:cond delay="2063"/>
                                  </p:stCondLst>
                                  <p:childTnLst>
                                    <p:set>
                                      <p:cBhvr>
                                        <p:cTn id="202" dur="1" fill="hold">
                                          <p:stCondLst>
                                            <p:cond delay="0"/>
                                          </p:stCondLst>
                                        </p:cTn>
                                        <p:tgtEl>
                                          <p:spTgt spid="45"/>
                                        </p:tgtEl>
                                        <p:attrNameLst>
                                          <p:attrName>style.visibility</p:attrName>
                                        </p:attrNameLst>
                                      </p:cBhvr>
                                      <p:to>
                                        <p:strVal val="visible"/>
                                      </p:to>
                                    </p:set>
                                    <p:animEffect transition="in" filter="fade">
                                      <p:cBhvr>
                                        <p:cTn id="203" dur="600"/>
                                        <p:tgtEl>
                                          <p:spTgt spid="45"/>
                                        </p:tgtEl>
                                      </p:cBhvr>
                                    </p:animEffect>
                                    <p:anim calcmode="lin" valueType="num">
                                      <p:cBhvr>
                                        <p:cTn id="204" dur="600" fill="hold"/>
                                        <p:tgtEl>
                                          <p:spTgt spid="45"/>
                                        </p:tgtEl>
                                        <p:attrNameLst>
                                          <p:attrName>ppt_x</p:attrName>
                                        </p:attrNameLst>
                                      </p:cBhvr>
                                      <p:tavLst>
                                        <p:tav tm="0">
                                          <p:val>
                                            <p:strVal val="#ppt_x"/>
                                          </p:val>
                                        </p:tav>
                                        <p:tav tm="100000">
                                          <p:val>
                                            <p:strVal val="#ppt_x"/>
                                          </p:val>
                                        </p:tav>
                                      </p:tavLst>
                                    </p:anim>
                                    <p:anim calcmode="lin" valueType="num">
                                      <p:cBhvr>
                                        <p:cTn id="205" dur="540" decel="100000" fill="hold"/>
                                        <p:tgtEl>
                                          <p:spTgt spid="45"/>
                                        </p:tgtEl>
                                        <p:attrNameLst>
                                          <p:attrName>ppt_y</p:attrName>
                                        </p:attrNameLst>
                                      </p:cBhvr>
                                      <p:tavLst>
                                        <p:tav tm="0">
                                          <p:val>
                                            <p:strVal val="#ppt_y+1"/>
                                          </p:val>
                                        </p:tav>
                                        <p:tav tm="100000">
                                          <p:val>
                                            <p:strVal val="#ppt_y-.03"/>
                                          </p:val>
                                        </p:tav>
                                      </p:tavLst>
                                    </p:anim>
                                    <p:anim calcmode="lin" valueType="num">
                                      <p:cBhvr>
                                        <p:cTn id="206" dur="60" accel="100000" fill="hold">
                                          <p:stCondLst>
                                            <p:cond delay="540"/>
                                          </p:stCondLst>
                                        </p:cTn>
                                        <p:tgtEl>
                                          <p:spTgt spid="45"/>
                                        </p:tgtEl>
                                        <p:attrNameLst>
                                          <p:attrName>ppt_y</p:attrName>
                                        </p:attrNameLst>
                                      </p:cBhvr>
                                      <p:tavLst>
                                        <p:tav tm="0">
                                          <p:val>
                                            <p:strVal val="#ppt_y-.03"/>
                                          </p:val>
                                        </p:tav>
                                        <p:tav tm="100000">
                                          <p:val>
                                            <p:strVal val="#ppt_y"/>
                                          </p:val>
                                        </p:tav>
                                      </p:tavLst>
                                    </p:anim>
                                  </p:childTnLst>
                                </p:cTn>
                              </p:par>
                              <p:par>
                                <p:cTn id="207" presetID="37" presetClass="entr" presetSubtype="0" fill="hold" grpId="0" nodeType="withEffect">
                                  <p:stCondLst>
                                    <p:cond delay="2063"/>
                                  </p:stCondLst>
                                  <p:childTnLst>
                                    <p:set>
                                      <p:cBhvr>
                                        <p:cTn id="208" dur="1" fill="hold">
                                          <p:stCondLst>
                                            <p:cond delay="0"/>
                                          </p:stCondLst>
                                        </p:cTn>
                                        <p:tgtEl>
                                          <p:spTgt spid="46"/>
                                        </p:tgtEl>
                                        <p:attrNameLst>
                                          <p:attrName>style.visibility</p:attrName>
                                        </p:attrNameLst>
                                      </p:cBhvr>
                                      <p:to>
                                        <p:strVal val="visible"/>
                                      </p:to>
                                    </p:set>
                                    <p:animEffect transition="in" filter="fade">
                                      <p:cBhvr>
                                        <p:cTn id="209" dur="600"/>
                                        <p:tgtEl>
                                          <p:spTgt spid="46"/>
                                        </p:tgtEl>
                                      </p:cBhvr>
                                    </p:animEffect>
                                    <p:anim calcmode="lin" valueType="num">
                                      <p:cBhvr>
                                        <p:cTn id="210" dur="600" fill="hold"/>
                                        <p:tgtEl>
                                          <p:spTgt spid="46"/>
                                        </p:tgtEl>
                                        <p:attrNameLst>
                                          <p:attrName>ppt_x</p:attrName>
                                        </p:attrNameLst>
                                      </p:cBhvr>
                                      <p:tavLst>
                                        <p:tav tm="0">
                                          <p:val>
                                            <p:strVal val="#ppt_x"/>
                                          </p:val>
                                        </p:tav>
                                        <p:tav tm="100000">
                                          <p:val>
                                            <p:strVal val="#ppt_x"/>
                                          </p:val>
                                        </p:tav>
                                      </p:tavLst>
                                    </p:anim>
                                    <p:anim calcmode="lin" valueType="num">
                                      <p:cBhvr>
                                        <p:cTn id="211" dur="540" decel="100000" fill="hold"/>
                                        <p:tgtEl>
                                          <p:spTgt spid="46"/>
                                        </p:tgtEl>
                                        <p:attrNameLst>
                                          <p:attrName>ppt_y</p:attrName>
                                        </p:attrNameLst>
                                      </p:cBhvr>
                                      <p:tavLst>
                                        <p:tav tm="0">
                                          <p:val>
                                            <p:strVal val="#ppt_y+1"/>
                                          </p:val>
                                        </p:tav>
                                        <p:tav tm="100000">
                                          <p:val>
                                            <p:strVal val="#ppt_y-.03"/>
                                          </p:val>
                                        </p:tav>
                                      </p:tavLst>
                                    </p:anim>
                                    <p:anim calcmode="lin" valueType="num">
                                      <p:cBhvr>
                                        <p:cTn id="212" dur="60" accel="100000" fill="hold">
                                          <p:stCondLst>
                                            <p:cond delay="540"/>
                                          </p:stCondLst>
                                        </p:cTn>
                                        <p:tgtEl>
                                          <p:spTgt spid="46"/>
                                        </p:tgtEl>
                                        <p:attrNameLst>
                                          <p:attrName>ppt_y</p:attrName>
                                        </p:attrNameLst>
                                      </p:cBhvr>
                                      <p:tavLst>
                                        <p:tav tm="0">
                                          <p:val>
                                            <p:strVal val="#ppt_y-.03"/>
                                          </p:val>
                                        </p:tav>
                                        <p:tav tm="100000">
                                          <p:val>
                                            <p:strVal val="#ppt_y"/>
                                          </p:val>
                                        </p:tav>
                                      </p:tavLst>
                                    </p:anim>
                                  </p:childTnLst>
                                </p:cTn>
                              </p:par>
                              <p:par>
                                <p:cTn id="213" presetID="37" presetClass="entr" presetSubtype="0" fill="hold" grpId="0" nodeType="withEffect">
                                  <p:stCondLst>
                                    <p:cond delay="2063"/>
                                  </p:stCondLst>
                                  <p:childTnLst>
                                    <p:set>
                                      <p:cBhvr>
                                        <p:cTn id="214" dur="1" fill="hold">
                                          <p:stCondLst>
                                            <p:cond delay="0"/>
                                          </p:stCondLst>
                                        </p:cTn>
                                        <p:tgtEl>
                                          <p:spTgt spid="47"/>
                                        </p:tgtEl>
                                        <p:attrNameLst>
                                          <p:attrName>style.visibility</p:attrName>
                                        </p:attrNameLst>
                                      </p:cBhvr>
                                      <p:to>
                                        <p:strVal val="visible"/>
                                      </p:to>
                                    </p:set>
                                    <p:animEffect transition="in" filter="fade">
                                      <p:cBhvr>
                                        <p:cTn id="215" dur="600"/>
                                        <p:tgtEl>
                                          <p:spTgt spid="47"/>
                                        </p:tgtEl>
                                      </p:cBhvr>
                                    </p:animEffect>
                                    <p:anim calcmode="lin" valueType="num">
                                      <p:cBhvr>
                                        <p:cTn id="216" dur="600" fill="hold"/>
                                        <p:tgtEl>
                                          <p:spTgt spid="47"/>
                                        </p:tgtEl>
                                        <p:attrNameLst>
                                          <p:attrName>ppt_x</p:attrName>
                                        </p:attrNameLst>
                                      </p:cBhvr>
                                      <p:tavLst>
                                        <p:tav tm="0">
                                          <p:val>
                                            <p:strVal val="#ppt_x"/>
                                          </p:val>
                                        </p:tav>
                                        <p:tav tm="100000">
                                          <p:val>
                                            <p:strVal val="#ppt_x"/>
                                          </p:val>
                                        </p:tav>
                                      </p:tavLst>
                                    </p:anim>
                                    <p:anim calcmode="lin" valueType="num">
                                      <p:cBhvr>
                                        <p:cTn id="217" dur="540" decel="100000" fill="hold"/>
                                        <p:tgtEl>
                                          <p:spTgt spid="47"/>
                                        </p:tgtEl>
                                        <p:attrNameLst>
                                          <p:attrName>ppt_y</p:attrName>
                                        </p:attrNameLst>
                                      </p:cBhvr>
                                      <p:tavLst>
                                        <p:tav tm="0">
                                          <p:val>
                                            <p:strVal val="#ppt_y+1"/>
                                          </p:val>
                                        </p:tav>
                                        <p:tav tm="100000">
                                          <p:val>
                                            <p:strVal val="#ppt_y-.03"/>
                                          </p:val>
                                        </p:tav>
                                      </p:tavLst>
                                    </p:anim>
                                    <p:anim calcmode="lin" valueType="num">
                                      <p:cBhvr>
                                        <p:cTn id="218" dur="60" accel="100000" fill="hold">
                                          <p:stCondLst>
                                            <p:cond delay="540"/>
                                          </p:stCondLst>
                                        </p:cTn>
                                        <p:tgtEl>
                                          <p:spTgt spid="47"/>
                                        </p:tgtEl>
                                        <p:attrNameLst>
                                          <p:attrName>ppt_y</p:attrName>
                                        </p:attrNameLst>
                                      </p:cBhvr>
                                      <p:tavLst>
                                        <p:tav tm="0">
                                          <p:val>
                                            <p:strVal val="#ppt_y-.03"/>
                                          </p:val>
                                        </p:tav>
                                        <p:tav tm="100000">
                                          <p:val>
                                            <p:strVal val="#ppt_y"/>
                                          </p:val>
                                        </p:tav>
                                      </p:tavLst>
                                    </p:anim>
                                  </p:childTnLst>
                                </p:cTn>
                              </p:par>
                              <p:par>
                                <p:cTn id="219" presetID="53" presetClass="entr" presetSubtype="16" fill="hold" grpId="0" nodeType="withEffect">
                                  <p:stCondLst>
                                    <p:cond delay="2200"/>
                                  </p:stCondLst>
                                  <p:childTnLst>
                                    <p:set>
                                      <p:cBhvr>
                                        <p:cTn id="220" dur="1" fill="hold">
                                          <p:stCondLst>
                                            <p:cond delay="0"/>
                                          </p:stCondLst>
                                        </p:cTn>
                                        <p:tgtEl>
                                          <p:spTgt spid="49"/>
                                        </p:tgtEl>
                                        <p:attrNameLst>
                                          <p:attrName>style.visibility</p:attrName>
                                        </p:attrNameLst>
                                      </p:cBhvr>
                                      <p:to>
                                        <p:strVal val="visible"/>
                                      </p:to>
                                    </p:set>
                                    <p:anim calcmode="lin" valueType="num">
                                      <p:cBhvr>
                                        <p:cTn id="221" dur="500" fill="hold"/>
                                        <p:tgtEl>
                                          <p:spTgt spid="49"/>
                                        </p:tgtEl>
                                        <p:attrNameLst>
                                          <p:attrName>ppt_w</p:attrName>
                                        </p:attrNameLst>
                                      </p:cBhvr>
                                      <p:tavLst>
                                        <p:tav tm="0">
                                          <p:val>
                                            <p:fltVal val="0"/>
                                          </p:val>
                                        </p:tav>
                                        <p:tav tm="100000">
                                          <p:val>
                                            <p:strVal val="#ppt_w"/>
                                          </p:val>
                                        </p:tav>
                                      </p:tavLst>
                                    </p:anim>
                                    <p:anim calcmode="lin" valueType="num">
                                      <p:cBhvr>
                                        <p:cTn id="222" dur="500" fill="hold"/>
                                        <p:tgtEl>
                                          <p:spTgt spid="49"/>
                                        </p:tgtEl>
                                        <p:attrNameLst>
                                          <p:attrName>ppt_h</p:attrName>
                                        </p:attrNameLst>
                                      </p:cBhvr>
                                      <p:tavLst>
                                        <p:tav tm="0">
                                          <p:val>
                                            <p:fltVal val="0"/>
                                          </p:val>
                                        </p:tav>
                                        <p:tav tm="100000">
                                          <p:val>
                                            <p:strVal val="#ppt_h"/>
                                          </p:val>
                                        </p:tav>
                                      </p:tavLst>
                                    </p:anim>
                                    <p:animEffect transition="in" filter="fade">
                                      <p:cBhvr>
                                        <p:cTn id="22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10" grpId="0" animBg="1"/>
      <p:bldP spid="13" grpId="0" animBg="1"/>
      <p:bldP spid="16" grpId="0" animBg="1"/>
      <p:bldP spid="19" grpId="0" animBg="1"/>
      <p:bldP spid="22" grpId="0" animBg="1"/>
      <p:bldP spid="23" grpId="0" animBg="1"/>
      <p:bldP spid="26" grpId="0" animBg="1"/>
      <p:bldP spid="27" grpId="0" animBg="1"/>
      <p:bldP spid="30" grpId="0" animBg="1"/>
      <p:bldP spid="31" grpId="0" animBg="1"/>
      <p:bldP spid="34" grpId="0" animBg="1"/>
      <p:bldP spid="35" grpId="0" animBg="1"/>
      <p:bldP spid="38" grpId="0" animBg="1"/>
      <p:bldP spid="39" grpId="0" animBg="1"/>
      <p:bldP spid="42" grpId="0" animBg="1"/>
      <p:bldP spid="43" grpId="0" animBg="1"/>
      <p:bldP spid="46" grpId="0" animBg="1"/>
      <p:bldP spid="47" grpId="0" animBg="1"/>
      <p:bldP spid="4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1|flyup|312" descr="C:\Users\AL-NOOR\Downloads\app-research-lab\app-research-lab\presentation\assets\phones\dashboard.png"/>
          <p:cNvPicPr>
            <a:picLocks noChangeAspect="1"/>
          </p:cNvPicPr>
          <p:nvPr/>
        </p:nvPicPr>
        <p:blipFill>
          <a:blip r:embed="rId4"/>
          <a:stretch>
            <a:fillRect/>
          </a:stretch>
        </p:blipFill>
        <p:spPr>
          <a:xfrm>
            <a:off x="1005840" y="502920"/>
            <a:ext cx="2667783" cy="5852160"/>
          </a:xfrm>
          <a:prstGeom prst="rect">
            <a:avLst/>
          </a:prstGeom>
          <a:effectLst>
            <a:outerShdw blurRad="279400" dist="101600" dir="5400000" algn="bl" rotWithShape="0">
              <a:srgbClr val="000000">
                <a:alpha val="35000"/>
              </a:srgbClr>
            </a:outerShdw>
          </a:effectLst>
        </p:spPr>
      </p:pic>
      <p:sp>
        <p:nvSpPr>
          <p:cNvPr id="3" name="anim|2|fade|313"/>
          <p:cNvSpPr txBox="1"/>
          <p:nvPr/>
        </p:nvSpPr>
        <p:spPr>
          <a:xfrm>
            <a:off x="5029200" y="822960"/>
            <a:ext cx="6583680"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بوابة مزوّد الخدمة</a:t>
            </a:r>
            <a:endParaRPr lang="ar-IQ" sz="1400" dirty="0"/>
          </a:p>
        </p:txBody>
      </p:sp>
      <p:sp>
        <p:nvSpPr>
          <p:cNvPr id="4" name="anim|2|fade|314"/>
          <p:cNvSpPr txBox="1"/>
          <p:nvPr/>
        </p:nvSpPr>
        <p:spPr>
          <a:xfrm>
            <a:off x="5029200" y="1143000"/>
            <a:ext cx="6583680" cy="822960"/>
          </a:xfrm>
          <a:prstGeom prst="rect">
            <a:avLst/>
          </a:prstGeom>
          <a:noFill/>
          <a:ln/>
        </p:spPr>
        <p:txBody>
          <a:bodyPr wrap="square" lIns="0" tIns="0" rIns="0" bIns="0" rtlCol="0" anchor="t"/>
          <a:lstStyle/>
          <a:p>
            <a:pPr marL="0" indent="0" algn="r" rtl="1">
              <a:buNone/>
            </a:pPr>
            <a:r>
              <a:rPr lang="ar-IQ" altLang="en-US" sz="4000" b="1" dirty="0">
                <a:solidFill>
                  <a:srgbClr val="221C1B"/>
                </a:solidFill>
                <a:latin typeface="Segoe UI" pitchFamily="34" charset="0"/>
                <a:ea typeface="Segoe UI" pitchFamily="34" charset="-122"/>
                <a:cs typeface="Segoe UI" pitchFamily="34" charset="-120"/>
              </a:rPr>
              <a:t>SAWA ليس للعميل فقط</a:t>
            </a:r>
            <a:endParaRPr lang="ar-IQ" sz="4000" dirty="0"/>
          </a:p>
        </p:txBody>
      </p:sp>
      <p:sp>
        <p:nvSpPr>
          <p:cNvPr id="5" name="anim|2|fade|315"/>
          <p:cNvSpPr txBox="1"/>
          <p:nvPr/>
        </p:nvSpPr>
        <p:spPr>
          <a:xfrm>
            <a:off x="5029200" y="1965960"/>
            <a:ext cx="6583680" cy="457200"/>
          </a:xfrm>
          <a:prstGeom prst="rect">
            <a:avLst/>
          </a:prstGeom>
          <a:noFill/>
          <a:ln/>
        </p:spPr>
        <p:txBody>
          <a:bodyPr wrap="square" lIns="0" tIns="0" rIns="0" bIns="0" rtlCol="0" anchor="t"/>
          <a:lstStyle/>
          <a:p>
            <a:pPr marL="0" indent="0" algn="r" rtl="1">
              <a:buNone/>
            </a:pPr>
            <a:r>
              <a:rPr lang="ar-IQ" altLang="en-US" sz="1800" dirty="0">
                <a:solidFill>
                  <a:srgbClr val="6E6461"/>
                </a:solidFill>
                <a:latin typeface="Segoe UI" pitchFamily="34" charset="0"/>
                <a:ea typeface="Segoe UI" pitchFamily="34" charset="-122"/>
                <a:cs typeface="Segoe UI" pitchFamily="34" charset="-120"/>
              </a:rPr>
              <a:t>صاحب القاعة أو المصوّر يدير ملفه التجاري بنفسه.</a:t>
            </a:r>
            <a:endParaRPr lang="ar-IQ" sz="1800" dirty="0"/>
          </a:p>
        </p:txBody>
      </p:sp>
      <p:sp>
        <p:nvSpPr>
          <p:cNvPr id="6" name="anim|3|zoom|316"/>
          <p:cNvSpPr/>
          <p:nvPr/>
        </p:nvSpPr>
        <p:spPr>
          <a:xfrm>
            <a:off x="8488375" y="2697480"/>
            <a:ext cx="3154680" cy="804672"/>
          </a:xfrm>
          <a:prstGeom prst="roundRect">
            <a:avLst>
              <a:gd name="adj" fmla="val 20455"/>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7" name="anim|3|zoom|317"/>
          <p:cNvSpPr/>
          <p:nvPr/>
        </p:nvSpPr>
        <p:spPr>
          <a:xfrm>
            <a:off x="10957255" y="2843784"/>
            <a:ext cx="512064" cy="512064"/>
          </a:xfrm>
          <a:prstGeom prst="ellipse">
            <a:avLst/>
          </a:prstGeom>
          <a:solidFill>
            <a:srgbClr val="6E1E33"/>
          </a:solidFill>
          <a:ln w="12700">
            <a:solidFill>
              <a:srgbClr val="6E1E33"/>
            </a:solidFill>
            <a:prstDash val="solid"/>
          </a:ln>
        </p:spPr>
      </p:sp>
      <p:pic>
        <p:nvPicPr>
          <p:cNvPr id="8" name="anim|3|zoom|318" descr="C:\Users\AL-NOOR\Downloads\app-research-lab\app-research-lab\presentation\assets\icons\user_white.png"/>
          <p:cNvPicPr>
            <a:picLocks noChangeAspect="1"/>
          </p:cNvPicPr>
          <p:nvPr/>
        </p:nvPicPr>
        <p:blipFill>
          <a:blip r:embed="rId5"/>
          <a:stretch>
            <a:fillRect/>
          </a:stretch>
        </p:blipFill>
        <p:spPr>
          <a:xfrm>
            <a:off x="11095512" y="2982041"/>
            <a:ext cx="235549" cy="235549"/>
          </a:xfrm>
          <a:prstGeom prst="rect">
            <a:avLst/>
          </a:prstGeom>
        </p:spPr>
      </p:pic>
      <p:sp>
        <p:nvSpPr>
          <p:cNvPr id="9" name="anim|3|zoom|319"/>
          <p:cNvSpPr txBox="1"/>
          <p:nvPr/>
        </p:nvSpPr>
        <p:spPr>
          <a:xfrm>
            <a:off x="8625535" y="2697480"/>
            <a:ext cx="2240280" cy="804672"/>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إنشاء حساب مزوّد</a:t>
            </a:r>
            <a:endParaRPr lang="ar-IQ" sz="1600" dirty="0"/>
          </a:p>
        </p:txBody>
      </p:sp>
      <p:sp>
        <p:nvSpPr>
          <p:cNvPr id="10" name="anim|4|zoom|320"/>
          <p:cNvSpPr/>
          <p:nvPr/>
        </p:nvSpPr>
        <p:spPr>
          <a:xfrm>
            <a:off x="5105095" y="2697480"/>
            <a:ext cx="3154680" cy="804672"/>
          </a:xfrm>
          <a:prstGeom prst="roundRect">
            <a:avLst>
              <a:gd name="adj" fmla="val 20455"/>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11" name="anim|4|zoom|321"/>
          <p:cNvSpPr/>
          <p:nvPr/>
        </p:nvSpPr>
        <p:spPr>
          <a:xfrm>
            <a:off x="7573975" y="2843784"/>
            <a:ext cx="512064" cy="512064"/>
          </a:xfrm>
          <a:prstGeom prst="ellipse">
            <a:avLst/>
          </a:prstGeom>
          <a:solidFill>
            <a:srgbClr val="6E1E33"/>
          </a:solidFill>
          <a:ln w="12700">
            <a:solidFill>
              <a:srgbClr val="6E1E33"/>
            </a:solidFill>
            <a:prstDash val="solid"/>
          </a:ln>
        </p:spPr>
      </p:sp>
      <p:pic>
        <p:nvPicPr>
          <p:cNvPr id="12" name="anim|4|zoom|322" descr="C:\Users\AL-NOOR\Downloads\app-research-lab\app-research-lab\presentation\assets\icons\pen_white.png"/>
          <p:cNvPicPr>
            <a:picLocks noChangeAspect="1"/>
          </p:cNvPicPr>
          <p:nvPr/>
        </p:nvPicPr>
        <p:blipFill>
          <a:blip r:embed="rId6"/>
          <a:stretch>
            <a:fillRect/>
          </a:stretch>
        </p:blipFill>
        <p:spPr>
          <a:xfrm>
            <a:off x="7712232" y="2982041"/>
            <a:ext cx="235549" cy="235549"/>
          </a:xfrm>
          <a:prstGeom prst="rect">
            <a:avLst/>
          </a:prstGeom>
        </p:spPr>
      </p:pic>
      <p:sp>
        <p:nvSpPr>
          <p:cNvPr id="13" name="anim|4|zoom|323"/>
          <p:cNvSpPr txBox="1"/>
          <p:nvPr/>
        </p:nvSpPr>
        <p:spPr>
          <a:xfrm>
            <a:off x="5242255" y="2697480"/>
            <a:ext cx="2240280" cy="804672"/>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إضافة بيانات النشاط</a:t>
            </a:r>
            <a:endParaRPr lang="ar-IQ" sz="1600" dirty="0"/>
          </a:p>
        </p:txBody>
      </p:sp>
      <p:sp>
        <p:nvSpPr>
          <p:cNvPr id="14" name="anim|5|zoom|324"/>
          <p:cNvSpPr/>
          <p:nvPr/>
        </p:nvSpPr>
        <p:spPr>
          <a:xfrm>
            <a:off x="8488375" y="3685032"/>
            <a:ext cx="3154680" cy="804672"/>
          </a:xfrm>
          <a:prstGeom prst="roundRect">
            <a:avLst>
              <a:gd name="adj" fmla="val 20455"/>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15" name="anim|5|zoom|325"/>
          <p:cNvSpPr/>
          <p:nvPr/>
        </p:nvSpPr>
        <p:spPr>
          <a:xfrm>
            <a:off x="10957255" y="3831336"/>
            <a:ext cx="512064" cy="512064"/>
          </a:xfrm>
          <a:prstGeom prst="ellipse">
            <a:avLst/>
          </a:prstGeom>
          <a:solidFill>
            <a:srgbClr val="6E1E33"/>
          </a:solidFill>
          <a:ln w="12700">
            <a:solidFill>
              <a:srgbClr val="6E1E33"/>
            </a:solidFill>
            <a:prstDash val="solid"/>
          </a:ln>
        </p:spPr>
      </p:sp>
      <p:pic>
        <p:nvPicPr>
          <p:cNvPr id="16" name="anim|5|zoom|326" descr="C:\Users\AL-NOOR\Downloads\app-research-lab\app-research-lab\presentation\assets\icons\tag_white.png"/>
          <p:cNvPicPr>
            <a:picLocks noChangeAspect="1"/>
          </p:cNvPicPr>
          <p:nvPr/>
        </p:nvPicPr>
        <p:blipFill>
          <a:blip r:embed="rId7"/>
          <a:stretch>
            <a:fillRect/>
          </a:stretch>
        </p:blipFill>
        <p:spPr>
          <a:xfrm>
            <a:off x="11095512" y="3969593"/>
            <a:ext cx="235549" cy="235549"/>
          </a:xfrm>
          <a:prstGeom prst="rect">
            <a:avLst/>
          </a:prstGeom>
        </p:spPr>
      </p:pic>
      <p:sp>
        <p:nvSpPr>
          <p:cNvPr id="17" name="anim|5|zoom|327"/>
          <p:cNvSpPr txBox="1"/>
          <p:nvPr/>
        </p:nvSpPr>
        <p:spPr>
          <a:xfrm>
            <a:off x="8625535" y="3685032"/>
            <a:ext cx="2240280" cy="804672"/>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الخدمات والعروض</a:t>
            </a:r>
            <a:endParaRPr lang="ar-IQ" sz="1600" dirty="0"/>
          </a:p>
        </p:txBody>
      </p:sp>
      <p:sp>
        <p:nvSpPr>
          <p:cNvPr id="18" name="anim|6|zoom|328"/>
          <p:cNvSpPr/>
          <p:nvPr/>
        </p:nvSpPr>
        <p:spPr>
          <a:xfrm>
            <a:off x="5105095" y="3685032"/>
            <a:ext cx="3154680" cy="804672"/>
          </a:xfrm>
          <a:prstGeom prst="roundRect">
            <a:avLst>
              <a:gd name="adj" fmla="val 20455"/>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19" name="anim|6|zoom|329"/>
          <p:cNvSpPr/>
          <p:nvPr/>
        </p:nvSpPr>
        <p:spPr>
          <a:xfrm>
            <a:off x="7573975" y="3831336"/>
            <a:ext cx="512064" cy="512064"/>
          </a:xfrm>
          <a:prstGeom prst="ellipse">
            <a:avLst/>
          </a:prstGeom>
          <a:solidFill>
            <a:srgbClr val="6E1E33"/>
          </a:solidFill>
          <a:ln w="12700">
            <a:solidFill>
              <a:srgbClr val="6E1E33"/>
            </a:solidFill>
            <a:prstDash val="solid"/>
          </a:ln>
        </p:spPr>
      </p:sp>
      <p:pic>
        <p:nvPicPr>
          <p:cNvPr id="20" name="anim|6|zoom|330" descr="C:\Users\AL-NOOR\Downloads\app-research-lab\app-research-lab\presentation\assets\icons\upload_white.png"/>
          <p:cNvPicPr>
            <a:picLocks noChangeAspect="1"/>
          </p:cNvPicPr>
          <p:nvPr/>
        </p:nvPicPr>
        <p:blipFill>
          <a:blip r:embed="rId8"/>
          <a:stretch>
            <a:fillRect/>
          </a:stretch>
        </p:blipFill>
        <p:spPr>
          <a:xfrm>
            <a:off x="7712232" y="3969593"/>
            <a:ext cx="235549" cy="235549"/>
          </a:xfrm>
          <a:prstGeom prst="rect">
            <a:avLst/>
          </a:prstGeom>
        </p:spPr>
      </p:pic>
      <p:sp>
        <p:nvSpPr>
          <p:cNvPr id="21" name="anim|6|zoom|331"/>
          <p:cNvSpPr txBox="1"/>
          <p:nvPr/>
        </p:nvSpPr>
        <p:spPr>
          <a:xfrm>
            <a:off x="5242255" y="3685032"/>
            <a:ext cx="2240280" cy="804672"/>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رفع الصور</a:t>
            </a:r>
            <a:endParaRPr lang="ar-IQ" sz="1600" dirty="0"/>
          </a:p>
        </p:txBody>
      </p:sp>
      <p:sp>
        <p:nvSpPr>
          <p:cNvPr id="22" name="anim|7|zoom|332"/>
          <p:cNvSpPr/>
          <p:nvPr/>
        </p:nvSpPr>
        <p:spPr>
          <a:xfrm>
            <a:off x="8488375" y="4672584"/>
            <a:ext cx="3154680" cy="804672"/>
          </a:xfrm>
          <a:prstGeom prst="roundRect">
            <a:avLst>
              <a:gd name="adj" fmla="val 20455"/>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23" name="anim|7|zoom|333"/>
          <p:cNvSpPr/>
          <p:nvPr/>
        </p:nvSpPr>
        <p:spPr>
          <a:xfrm>
            <a:off x="10957255" y="4818888"/>
            <a:ext cx="512064" cy="512064"/>
          </a:xfrm>
          <a:prstGeom prst="ellipse">
            <a:avLst/>
          </a:prstGeom>
          <a:solidFill>
            <a:srgbClr val="6E1E33"/>
          </a:solidFill>
          <a:ln w="12700">
            <a:solidFill>
              <a:srgbClr val="6E1E33"/>
            </a:solidFill>
            <a:prstDash val="solid"/>
          </a:ln>
        </p:spPr>
      </p:sp>
      <p:pic>
        <p:nvPicPr>
          <p:cNvPr id="24" name="anim|7|zoom|334" descr="C:\Users\AL-NOOR\Downloads\app-research-lab\app-research-lab\presentation\assets\icons\send_white.png"/>
          <p:cNvPicPr>
            <a:picLocks noChangeAspect="1"/>
          </p:cNvPicPr>
          <p:nvPr/>
        </p:nvPicPr>
        <p:blipFill>
          <a:blip r:embed="rId9"/>
          <a:stretch>
            <a:fillRect/>
          </a:stretch>
        </p:blipFill>
        <p:spPr>
          <a:xfrm>
            <a:off x="11095512" y="4957145"/>
            <a:ext cx="235549" cy="235549"/>
          </a:xfrm>
          <a:prstGeom prst="rect">
            <a:avLst/>
          </a:prstGeom>
        </p:spPr>
      </p:pic>
      <p:sp>
        <p:nvSpPr>
          <p:cNvPr id="25" name="anim|7|zoom|335"/>
          <p:cNvSpPr txBox="1"/>
          <p:nvPr/>
        </p:nvSpPr>
        <p:spPr>
          <a:xfrm>
            <a:off x="8625535" y="4672584"/>
            <a:ext cx="2240280" cy="804672"/>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إرسال للمراجعة</a:t>
            </a:r>
            <a:endParaRPr lang="ar-IQ" sz="1600" dirty="0"/>
          </a:p>
        </p:txBody>
      </p:sp>
      <p:sp>
        <p:nvSpPr>
          <p:cNvPr id="26" name="anim|8|zoom|336"/>
          <p:cNvSpPr/>
          <p:nvPr/>
        </p:nvSpPr>
        <p:spPr>
          <a:xfrm>
            <a:off x="5105095" y="4672584"/>
            <a:ext cx="3154680" cy="804672"/>
          </a:xfrm>
          <a:prstGeom prst="roundRect">
            <a:avLst>
              <a:gd name="adj" fmla="val 20455"/>
            </a:avLst>
          </a:prstGeom>
          <a:solidFill>
            <a:srgbClr val="6E1E33"/>
          </a:solidFill>
          <a:ln w="9525">
            <a:solidFill>
              <a:srgbClr val="6E1E33"/>
            </a:solidFill>
            <a:prstDash val="solid"/>
          </a:ln>
          <a:effectLst>
            <a:outerShdw blurRad="152400" dist="38100" dir="5400000" algn="bl" rotWithShape="0">
              <a:srgbClr val="3B2A25">
                <a:alpha val="12000"/>
              </a:srgbClr>
            </a:outerShdw>
          </a:effectLst>
        </p:spPr>
      </p:sp>
      <p:sp>
        <p:nvSpPr>
          <p:cNvPr id="27" name="anim|8|zoom|337"/>
          <p:cNvSpPr/>
          <p:nvPr/>
        </p:nvSpPr>
        <p:spPr>
          <a:xfrm>
            <a:off x="7573975" y="4818888"/>
            <a:ext cx="512064" cy="512064"/>
          </a:xfrm>
          <a:prstGeom prst="ellipse">
            <a:avLst/>
          </a:prstGeom>
          <a:solidFill>
            <a:srgbClr val="E8D8BD"/>
          </a:solidFill>
          <a:ln w="12700">
            <a:solidFill>
              <a:srgbClr val="E8D8BD"/>
            </a:solidFill>
            <a:prstDash val="solid"/>
          </a:ln>
        </p:spPr>
      </p:sp>
      <p:pic>
        <p:nvPicPr>
          <p:cNvPr id="28" name="anim|8|zoom|338" descr="C:\Users\AL-NOOR\Downloads\app-research-lab\app-research-lab\presentation\assets\icons\eye_maroon.png"/>
          <p:cNvPicPr>
            <a:picLocks noChangeAspect="1"/>
          </p:cNvPicPr>
          <p:nvPr/>
        </p:nvPicPr>
        <p:blipFill>
          <a:blip r:embed="rId10"/>
          <a:stretch>
            <a:fillRect/>
          </a:stretch>
        </p:blipFill>
        <p:spPr>
          <a:xfrm>
            <a:off x="7712232" y="4957145"/>
            <a:ext cx="235549" cy="235549"/>
          </a:xfrm>
          <a:prstGeom prst="rect">
            <a:avLst/>
          </a:prstGeom>
        </p:spPr>
      </p:pic>
      <p:sp>
        <p:nvSpPr>
          <p:cNvPr id="29" name="anim|8|zoom|339"/>
          <p:cNvSpPr txBox="1"/>
          <p:nvPr/>
        </p:nvSpPr>
        <p:spPr>
          <a:xfrm>
            <a:off x="5242255" y="4672584"/>
            <a:ext cx="2240280" cy="804672"/>
          </a:xfrm>
          <a:prstGeom prst="rect">
            <a:avLst/>
          </a:prstGeom>
          <a:noFill/>
          <a:ln/>
        </p:spPr>
        <p:txBody>
          <a:bodyPr wrap="square" lIns="0" tIns="0" rIns="0" bIns="0" rtlCol="0" anchor="ctr"/>
          <a:lstStyle/>
          <a:p>
            <a:pPr marL="0" indent="0" algn="r" rtl="1">
              <a:buNone/>
            </a:pPr>
            <a:r>
              <a:rPr lang="ar-IQ" altLang="en-US" sz="1600" b="1" dirty="0">
                <a:solidFill>
                  <a:srgbClr val="FFFFFF"/>
                </a:solidFill>
                <a:latin typeface="Segoe UI" pitchFamily="34" charset="0"/>
                <a:ea typeface="Segoe UI" pitchFamily="34" charset="-122"/>
                <a:cs typeface="Segoe UI" pitchFamily="34" charset="-120"/>
              </a:rPr>
              <a:t>بعد الموافقة: يظهر للزوار</a:t>
            </a:r>
            <a:endParaRPr lang="ar-IQ" sz="1600" dirty="0"/>
          </a:p>
        </p:txBody>
      </p:sp>
      <p:sp>
        <p:nvSpPr>
          <p:cNvPr id="30" name="anim|9|fade|340"/>
          <p:cNvSpPr txBox="1"/>
          <p:nvPr/>
        </p:nvSpPr>
        <p:spPr>
          <a:xfrm>
            <a:off x="5029200" y="5806440"/>
            <a:ext cx="6583680" cy="548640"/>
          </a:xfrm>
          <a:prstGeom prst="rect">
            <a:avLst/>
          </a:prstGeom>
          <a:noFill/>
          <a:ln/>
        </p:spPr>
        <p:txBody>
          <a:bodyPr wrap="square" lIns="0" tIns="0" rIns="0" bIns="0" rtlCol="0" anchor="t"/>
          <a:lstStyle/>
          <a:p>
            <a:pPr marL="0" indent="0" algn="r" rtl="1">
              <a:buNone/>
            </a:pPr>
            <a:r>
              <a:rPr lang="ar-IQ" altLang="en-US" sz="1300" i="1" dirty="0">
                <a:solidFill>
                  <a:srgbClr val="6E6461"/>
                </a:solidFill>
                <a:latin typeface="Segoe UI" pitchFamily="34" charset="0"/>
                <a:ea typeface="Segoe UI" pitchFamily="34" charset="-122"/>
                <a:cs typeface="Segoe UI" pitchFamily="34" charset="-120"/>
              </a:rPr>
              <a:t>أرقام اللوحة تجي من قاعدة البيانات، مو تقديرات. والشاشة هنا لحساب تجريبي.</a:t>
            </a:r>
            <a:endParaRPr lang="ar-IQ" sz="1300" dirty="0"/>
          </a:p>
        </p:txBody>
      </p:sp>
      <p:sp>
        <p:nvSpPr>
          <p:cNvPr id="31" name="Text 22"/>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14</a:t>
            </a:r>
            <a:endParaRPr lang="en-US" sz="1000" dirty="0"/>
          </a:p>
        </p:txBody>
      </p:sp>
      <p:sp>
        <p:nvSpPr>
          <p:cNvPr id="32" name="Text 23"/>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800" fill="hold"/>
                                        <p:tgtEl>
                                          <p:spTgt spid="2"/>
                                        </p:tgtEl>
                                        <p:attrNameLst>
                                          <p:attrName>ppt_x</p:attrName>
                                        </p:attrNameLst>
                                      </p:cBhvr>
                                      <p:tavLst>
                                        <p:tav tm="0">
                                          <p:val>
                                            <p:strVal val="#ppt_x"/>
                                          </p:val>
                                        </p:tav>
                                        <p:tav tm="100000">
                                          <p:val>
                                            <p:strVal val="#ppt_x"/>
                                          </p:val>
                                        </p:tav>
                                      </p:tavLst>
                                    </p:anim>
                                    <p:anim calcmode="lin" valueType="num">
                                      <p:cBhvr additive="base">
                                        <p:cTn id="8" dur="800" fill="hold"/>
                                        <p:tgtEl>
                                          <p:spTgt spid="2"/>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75"/>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par>
                                <p:cTn id="12" presetID="10" presetClass="entr" presetSubtype="0" fill="hold" grpId="0" nodeType="withEffect">
                                  <p:stCondLst>
                                    <p:cond delay="27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600"/>
                                        <p:tgtEl>
                                          <p:spTgt spid="4"/>
                                        </p:tgtEl>
                                      </p:cBhvr>
                                    </p:animEffect>
                                  </p:childTnLst>
                                </p:cTn>
                              </p:par>
                              <p:par>
                                <p:cTn id="15" presetID="10" presetClass="entr" presetSubtype="0" fill="hold" grpId="0" nodeType="withEffect">
                                  <p:stCondLst>
                                    <p:cond delay="275"/>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600"/>
                                        <p:tgtEl>
                                          <p:spTgt spid="5"/>
                                        </p:tgtEl>
                                      </p:cBhvr>
                                    </p:animEffect>
                                  </p:childTnLst>
                                </p:cTn>
                              </p:par>
                              <p:par>
                                <p:cTn id="18" presetID="53" presetClass="entr" presetSubtype="16" fill="hold" nodeType="withEffect">
                                  <p:stCondLst>
                                    <p:cond delay="55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par>
                                <p:cTn id="23" presetID="53" presetClass="entr" presetSubtype="16" fill="hold" nodeType="withEffect">
                                  <p:stCondLst>
                                    <p:cond delay="55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53" presetClass="entr" presetSubtype="16" fill="hold" nodeType="withEffect">
                                  <p:stCondLst>
                                    <p:cond delay="55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par>
                                <p:cTn id="33" presetID="53" presetClass="entr" presetSubtype="16" fill="hold" grpId="0" nodeType="withEffect">
                                  <p:stCondLst>
                                    <p:cond delay="55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par>
                                <p:cTn id="38" presetID="53" presetClass="entr" presetSubtype="16" fill="hold" nodeType="withEffect">
                                  <p:stCondLst>
                                    <p:cond delay="825"/>
                                  </p:stCondLst>
                                  <p:childTnLst>
                                    <p:set>
                                      <p:cBhvr>
                                        <p:cTn id="39" dur="1" fill="hold">
                                          <p:stCondLst>
                                            <p:cond delay="0"/>
                                          </p:stCondLst>
                                        </p:cTn>
                                        <p:tgtEl>
                                          <p:spTgt spid="10"/>
                                        </p:tgtEl>
                                        <p:attrNameLst>
                                          <p:attrName>style.visibility</p:attrName>
                                        </p:attrNameLst>
                                      </p:cBhvr>
                                      <p:to>
                                        <p:strVal val="visible"/>
                                      </p:to>
                                    </p:se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nodeType="withEffect">
                                  <p:stCondLst>
                                    <p:cond delay="825"/>
                                  </p:stCondLst>
                                  <p:childTnLst>
                                    <p:set>
                                      <p:cBhvr>
                                        <p:cTn id="44" dur="1" fill="hold">
                                          <p:stCondLst>
                                            <p:cond delay="0"/>
                                          </p:stCondLst>
                                        </p:cTn>
                                        <p:tgtEl>
                                          <p:spTgt spid="11"/>
                                        </p:tgtEl>
                                        <p:attrNameLst>
                                          <p:attrName>style.visibility</p:attrName>
                                        </p:attrNameLst>
                                      </p:cBhvr>
                                      <p:to>
                                        <p:strVal val="visible"/>
                                      </p:to>
                                    </p:set>
                                    <p:anim calcmode="lin" valueType="num">
                                      <p:cBhvr>
                                        <p:cTn id="45" dur="500" fill="hold"/>
                                        <p:tgtEl>
                                          <p:spTgt spid="11"/>
                                        </p:tgtEl>
                                        <p:attrNameLst>
                                          <p:attrName>ppt_w</p:attrName>
                                        </p:attrNameLst>
                                      </p:cBhvr>
                                      <p:tavLst>
                                        <p:tav tm="0">
                                          <p:val>
                                            <p:fltVal val="0"/>
                                          </p:val>
                                        </p:tav>
                                        <p:tav tm="100000">
                                          <p:val>
                                            <p:strVal val="#ppt_w"/>
                                          </p:val>
                                        </p:tav>
                                      </p:tavLst>
                                    </p:anim>
                                    <p:anim calcmode="lin" valueType="num">
                                      <p:cBhvr>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48" presetID="53" presetClass="entr" presetSubtype="16" fill="hold" nodeType="withEffect">
                                  <p:stCondLst>
                                    <p:cond delay="825"/>
                                  </p:stCondLst>
                                  <p:childTnLst>
                                    <p:set>
                                      <p:cBhvr>
                                        <p:cTn id="49" dur="1" fill="hold">
                                          <p:stCondLst>
                                            <p:cond delay="0"/>
                                          </p:stCondLst>
                                        </p:cTn>
                                        <p:tgtEl>
                                          <p:spTgt spid="12"/>
                                        </p:tgtEl>
                                        <p:attrNameLst>
                                          <p:attrName>style.visibility</p:attrName>
                                        </p:attrNameLst>
                                      </p:cBhvr>
                                      <p:to>
                                        <p:strVal val="visible"/>
                                      </p:to>
                                    </p:set>
                                    <p:anim calcmode="lin" valueType="num">
                                      <p:cBhvr>
                                        <p:cTn id="50" dur="500" fill="hold"/>
                                        <p:tgtEl>
                                          <p:spTgt spid="12"/>
                                        </p:tgtEl>
                                        <p:attrNameLst>
                                          <p:attrName>ppt_w</p:attrName>
                                        </p:attrNameLst>
                                      </p:cBhvr>
                                      <p:tavLst>
                                        <p:tav tm="0">
                                          <p:val>
                                            <p:fltVal val="0"/>
                                          </p:val>
                                        </p:tav>
                                        <p:tav tm="100000">
                                          <p:val>
                                            <p:strVal val="#ppt_w"/>
                                          </p:val>
                                        </p:tav>
                                      </p:tavLst>
                                    </p:anim>
                                    <p:anim calcmode="lin" valueType="num">
                                      <p:cBhvr>
                                        <p:cTn id="51" dur="500" fill="hold"/>
                                        <p:tgtEl>
                                          <p:spTgt spid="12"/>
                                        </p:tgtEl>
                                        <p:attrNameLst>
                                          <p:attrName>ppt_h</p:attrName>
                                        </p:attrNameLst>
                                      </p:cBhvr>
                                      <p:tavLst>
                                        <p:tav tm="0">
                                          <p:val>
                                            <p:fltVal val="0"/>
                                          </p:val>
                                        </p:tav>
                                        <p:tav tm="100000">
                                          <p:val>
                                            <p:strVal val="#ppt_h"/>
                                          </p:val>
                                        </p:tav>
                                      </p:tavLst>
                                    </p:anim>
                                    <p:animEffect transition="in" filter="fade">
                                      <p:cBhvr>
                                        <p:cTn id="52" dur="500"/>
                                        <p:tgtEl>
                                          <p:spTgt spid="12"/>
                                        </p:tgtEl>
                                      </p:cBhvr>
                                    </p:animEffect>
                                  </p:childTnLst>
                                </p:cTn>
                              </p:par>
                              <p:par>
                                <p:cTn id="53" presetID="53" presetClass="entr" presetSubtype="16" fill="hold" grpId="0" nodeType="withEffect">
                                  <p:stCondLst>
                                    <p:cond delay="825"/>
                                  </p:stCondLst>
                                  <p:childTnLst>
                                    <p:set>
                                      <p:cBhvr>
                                        <p:cTn id="54" dur="1" fill="hold">
                                          <p:stCondLst>
                                            <p:cond delay="0"/>
                                          </p:stCondLst>
                                        </p:cTn>
                                        <p:tgtEl>
                                          <p:spTgt spid="13"/>
                                        </p:tgtEl>
                                        <p:attrNameLst>
                                          <p:attrName>style.visibility</p:attrName>
                                        </p:attrNameLst>
                                      </p:cBhvr>
                                      <p:to>
                                        <p:strVal val="visible"/>
                                      </p:to>
                                    </p:set>
                                    <p:anim calcmode="lin" valueType="num">
                                      <p:cBhvr>
                                        <p:cTn id="55" dur="500" fill="hold"/>
                                        <p:tgtEl>
                                          <p:spTgt spid="13"/>
                                        </p:tgtEl>
                                        <p:attrNameLst>
                                          <p:attrName>ppt_w</p:attrName>
                                        </p:attrNameLst>
                                      </p:cBhvr>
                                      <p:tavLst>
                                        <p:tav tm="0">
                                          <p:val>
                                            <p:fltVal val="0"/>
                                          </p:val>
                                        </p:tav>
                                        <p:tav tm="100000">
                                          <p:val>
                                            <p:strVal val="#ppt_w"/>
                                          </p:val>
                                        </p:tav>
                                      </p:tavLst>
                                    </p:anim>
                                    <p:anim calcmode="lin" valueType="num">
                                      <p:cBhvr>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58" presetID="53" presetClass="entr" presetSubtype="16" fill="hold" nodeType="withEffect">
                                  <p:stCondLst>
                                    <p:cond delay="110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3" presetID="53" presetClass="entr" presetSubtype="16" fill="hold" nodeType="withEffect">
                                  <p:stCondLst>
                                    <p:cond delay="1100"/>
                                  </p:stCondLst>
                                  <p:childTnLst>
                                    <p:set>
                                      <p:cBhvr>
                                        <p:cTn id="64" dur="1" fill="hold">
                                          <p:stCondLst>
                                            <p:cond delay="0"/>
                                          </p:stCondLst>
                                        </p:cTn>
                                        <p:tgtEl>
                                          <p:spTgt spid="15"/>
                                        </p:tgtEl>
                                        <p:attrNameLst>
                                          <p:attrName>style.visibility</p:attrName>
                                        </p:attrNameLst>
                                      </p:cBhvr>
                                      <p:to>
                                        <p:strVal val="visible"/>
                                      </p:to>
                                    </p:set>
                                    <p:anim calcmode="lin" valueType="num">
                                      <p:cBhvr>
                                        <p:cTn id="65" dur="500" fill="hold"/>
                                        <p:tgtEl>
                                          <p:spTgt spid="15"/>
                                        </p:tgtEl>
                                        <p:attrNameLst>
                                          <p:attrName>ppt_w</p:attrName>
                                        </p:attrNameLst>
                                      </p:cBhvr>
                                      <p:tavLst>
                                        <p:tav tm="0">
                                          <p:val>
                                            <p:fltVal val="0"/>
                                          </p:val>
                                        </p:tav>
                                        <p:tav tm="100000">
                                          <p:val>
                                            <p:strVal val="#ppt_w"/>
                                          </p:val>
                                        </p:tav>
                                      </p:tavLst>
                                    </p:anim>
                                    <p:anim calcmode="lin" valueType="num">
                                      <p:cBhvr>
                                        <p:cTn id="66" dur="500" fill="hold"/>
                                        <p:tgtEl>
                                          <p:spTgt spid="15"/>
                                        </p:tgtEl>
                                        <p:attrNameLst>
                                          <p:attrName>ppt_h</p:attrName>
                                        </p:attrNameLst>
                                      </p:cBhvr>
                                      <p:tavLst>
                                        <p:tav tm="0">
                                          <p:val>
                                            <p:fltVal val="0"/>
                                          </p:val>
                                        </p:tav>
                                        <p:tav tm="100000">
                                          <p:val>
                                            <p:strVal val="#ppt_h"/>
                                          </p:val>
                                        </p:tav>
                                      </p:tavLst>
                                    </p:anim>
                                    <p:animEffect transition="in" filter="fade">
                                      <p:cBhvr>
                                        <p:cTn id="67" dur="500"/>
                                        <p:tgtEl>
                                          <p:spTgt spid="15"/>
                                        </p:tgtEl>
                                      </p:cBhvr>
                                    </p:animEffect>
                                  </p:childTnLst>
                                </p:cTn>
                              </p:par>
                              <p:par>
                                <p:cTn id="68" presetID="53" presetClass="entr" presetSubtype="16" fill="hold" nodeType="withEffect">
                                  <p:stCondLst>
                                    <p:cond delay="110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00" fill="hold"/>
                                        <p:tgtEl>
                                          <p:spTgt spid="16"/>
                                        </p:tgtEl>
                                        <p:attrNameLst>
                                          <p:attrName>ppt_w</p:attrName>
                                        </p:attrNameLst>
                                      </p:cBhvr>
                                      <p:tavLst>
                                        <p:tav tm="0">
                                          <p:val>
                                            <p:fltVal val="0"/>
                                          </p:val>
                                        </p:tav>
                                        <p:tav tm="100000">
                                          <p:val>
                                            <p:strVal val="#ppt_w"/>
                                          </p:val>
                                        </p:tav>
                                      </p:tavLst>
                                    </p:anim>
                                    <p:anim calcmode="lin" valueType="num">
                                      <p:cBhvr>
                                        <p:cTn id="71" dur="500" fill="hold"/>
                                        <p:tgtEl>
                                          <p:spTgt spid="16"/>
                                        </p:tgtEl>
                                        <p:attrNameLst>
                                          <p:attrName>ppt_h</p:attrName>
                                        </p:attrNameLst>
                                      </p:cBhvr>
                                      <p:tavLst>
                                        <p:tav tm="0">
                                          <p:val>
                                            <p:fltVal val="0"/>
                                          </p:val>
                                        </p:tav>
                                        <p:tav tm="100000">
                                          <p:val>
                                            <p:strVal val="#ppt_h"/>
                                          </p:val>
                                        </p:tav>
                                      </p:tavLst>
                                    </p:anim>
                                    <p:animEffect transition="in" filter="fade">
                                      <p:cBhvr>
                                        <p:cTn id="72" dur="500"/>
                                        <p:tgtEl>
                                          <p:spTgt spid="16"/>
                                        </p:tgtEl>
                                      </p:cBhvr>
                                    </p:animEffect>
                                  </p:childTnLst>
                                </p:cTn>
                              </p:par>
                              <p:par>
                                <p:cTn id="73" presetID="53" presetClass="entr" presetSubtype="16" fill="hold" grpId="0" nodeType="withEffect">
                                  <p:stCondLst>
                                    <p:cond delay="1100"/>
                                  </p:stCondLst>
                                  <p:childTnLst>
                                    <p:set>
                                      <p:cBhvr>
                                        <p:cTn id="74" dur="1" fill="hold">
                                          <p:stCondLst>
                                            <p:cond delay="0"/>
                                          </p:stCondLst>
                                        </p:cTn>
                                        <p:tgtEl>
                                          <p:spTgt spid="17"/>
                                        </p:tgtEl>
                                        <p:attrNameLst>
                                          <p:attrName>style.visibility</p:attrName>
                                        </p:attrNameLst>
                                      </p:cBhvr>
                                      <p:to>
                                        <p:strVal val="visible"/>
                                      </p:to>
                                    </p:set>
                                    <p:anim calcmode="lin" valueType="num">
                                      <p:cBhvr>
                                        <p:cTn id="75" dur="500" fill="hold"/>
                                        <p:tgtEl>
                                          <p:spTgt spid="17"/>
                                        </p:tgtEl>
                                        <p:attrNameLst>
                                          <p:attrName>ppt_w</p:attrName>
                                        </p:attrNameLst>
                                      </p:cBhvr>
                                      <p:tavLst>
                                        <p:tav tm="0">
                                          <p:val>
                                            <p:fltVal val="0"/>
                                          </p:val>
                                        </p:tav>
                                        <p:tav tm="100000">
                                          <p:val>
                                            <p:strVal val="#ppt_w"/>
                                          </p:val>
                                        </p:tav>
                                      </p:tavLst>
                                    </p:anim>
                                    <p:anim calcmode="lin" valueType="num">
                                      <p:cBhvr>
                                        <p:cTn id="76" dur="500" fill="hold"/>
                                        <p:tgtEl>
                                          <p:spTgt spid="17"/>
                                        </p:tgtEl>
                                        <p:attrNameLst>
                                          <p:attrName>ppt_h</p:attrName>
                                        </p:attrNameLst>
                                      </p:cBhvr>
                                      <p:tavLst>
                                        <p:tav tm="0">
                                          <p:val>
                                            <p:fltVal val="0"/>
                                          </p:val>
                                        </p:tav>
                                        <p:tav tm="100000">
                                          <p:val>
                                            <p:strVal val="#ppt_h"/>
                                          </p:val>
                                        </p:tav>
                                      </p:tavLst>
                                    </p:anim>
                                    <p:animEffect transition="in" filter="fade">
                                      <p:cBhvr>
                                        <p:cTn id="77" dur="500"/>
                                        <p:tgtEl>
                                          <p:spTgt spid="17"/>
                                        </p:tgtEl>
                                      </p:cBhvr>
                                    </p:animEffect>
                                  </p:childTnLst>
                                </p:cTn>
                              </p:par>
                              <p:par>
                                <p:cTn id="78" presetID="53" presetClass="entr" presetSubtype="16" fill="hold" nodeType="withEffect">
                                  <p:stCondLst>
                                    <p:cond delay="1375"/>
                                  </p:stCondLst>
                                  <p:childTnLst>
                                    <p:set>
                                      <p:cBhvr>
                                        <p:cTn id="79" dur="1" fill="hold">
                                          <p:stCondLst>
                                            <p:cond delay="0"/>
                                          </p:stCondLst>
                                        </p:cTn>
                                        <p:tgtEl>
                                          <p:spTgt spid="18"/>
                                        </p:tgtEl>
                                        <p:attrNameLst>
                                          <p:attrName>style.visibility</p:attrName>
                                        </p:attrNameLst>
                                      </p:cBhvr>
                                      <p:to>
                                        <p:strVal val="visible"/>
                                      </p:to>
                                    </p:set>
                                    <p:anim calcmode="lin" valueType="num">
                                      <p:cBhvr>
                                        <p:cTn id="80" dur="500" fill="hold"/>
                                        <p:tgtEl>
                                          <p:spTgt spid="18"/>
                                        </p:tgtEl>
                                        <p:attrNameLst>
                                          <p:attrName>ppt_w</p:attrName>
                                        </p:attrNameLst>
                                      </p:cBhvr>
                                      <p:tavLst>
                                        <p:tav tm="0">
                                          <p:val>
                                            <p:fltVal val="0"/>
                                          </p:val>
                                        </p:tav>
                                        <p:tav tm="100000">
                                          <p:val>
                                            <p:strVal val="#ppt_w"/>
                                          </p:val>
                                        </p:tav>
                                      </p:tavLst>
                                    </p:anim>
                                    <p:anim calcmode="lin" valueType="num">
                                      <p:cBhvr>
                                        <p:cTn id="81" dur="500" fill="hold"/>
                                        <p:tgtEl>
                                          <p:spTgt spid="18"/>
                                        </p:tgtEl>
                                        <p:attrNameLst>
                                          <p:attrName>ppt_h</p:attrName>
                                        </p:attrNameLst>
                                      </p:cBhvr>
                                      <p:tavLst>
                                        <p:tav tm="0">
                                          <p:val>
                                            <p:fltVal val="0"/>
                                          </p:val>
                                        </p:tav>
                                        <p:tav tm="100000">
                                          <p:val>
                                            <p:strVal val="#ppt_h"/>
                                          </p:val>
                                        </p:tav>
                                      </p:tavLst>
                                    </p:anim>
                                    <p:animEffect transition="in" filter="fade">
                                      <p:cBhvr>
                                        <p:cTn id="82" dur="500"/>
                                        <p:tgtEl>
                                          <p:spTgt spid="18"/>
                                        </p:tgtEl>
                                      </p:cBhvr>
                                    </p:animEffect>
                                  </p:childTnLst>
                                </p:cTn>
                              </p:par>
                              <p:par>
                                <p:cTn id="83" presetID="53" presetClass="entr" presetSubtype="16" fill="hold" nodeType="withEffect">
                                  <p:stCondLst>
                                    <p:cond delay="1375"/>
                                  </p:stCondLst>
                                  <p:childTnLst>
                                    <p:set>
                                      <p:cBhvr>
                                        <p:cTn id="84" dur="1" fill="hold">
                                          <p:stCondLst>
                                            <p:cond delay="0"/>
                                          </p:stCondLst>
                                        </p:cTn>
                                        <p:tgtEl>
                                          <p:spTgt spid="19"/>
                                        </p:tgtEl>
                                        <p:attrNameLst>
                                          <p:attrName>style.visibility</p:attrName>
                                        </p:attrNameLst>
                                      </p:cBhvr>
                                      <p:to>
                                        <p:strVal val="visible"/>
                                      </p:to>
                                    </p:set>
                                    <p:anim calcmode="lin" valueType="num">
                                      <p:cBhvr>
                                        <p:cTn id="85" dur="500" fill="hold"/>
                                        <p:tgtEl>
                                          <p:spTgt spid="19"/>
                                        </p:tgtEl>
                                        <p:attrNameLst>
                                          <p:attrName>ppt_w</p:attrName>
                                        </p:attrNameLst>
                                      </p:cBhvr>
                                      <p:tavLst>
                                        <p:tav tm="0">
                                          <p:val>
                                            <p:fltVal val="0"/>
                                          </p:val>
                                        </p:tav>
                                        <p:tav tm="100000">
                                          <p:val>
                                            <p:strVal val="#ppt_w"/>
                                          </p:val>
                                        </p:tav>
                                      </p:tavLst>
                                    </p:anim>
                                    <p:anim calcmode="lin" valueType="num">
                                      <p:cBhvr>
                                        <p:cTn id="86" dur="500" fill="hold"/>
                                        <p:tgtEl>
                                          <p:spTgt spid="19"/>
                                        </p:tgtEl>
                                        <p:attrNameLst>
                                          <p:attrName>ppt_h</p:attrName>
                                        </p:attrNameLst>
                                      </p:cBhvr>
                                      <p:tavLst>
                                        <p:tav tm="0">
                                          <p:val>
                                            <p:fltVal val="0"/>
                                          </p:val>
                                        </p:tav>
                                        <p:tav tm="100000">
                                          <p:val>
                                            <p:strVal val="#ppt_h"/>
                                          </p:val>
                                        </p:tav>
                                      </p:tavLst>
                                    </p:anim>
                                    <p:animEffect transition="in" filter="fade">
                                      <p:cBhvr>
                                        <p:cTn id="87" dur="500"/>
                                        <p:tgtEl>
                                          <p:spTgt spid="19"/>
                                        </p:tgtEl>
                                      </p:cBhvr>
                                    </p:animEffect>
                                  </p:childTnLst>
                                </p:cTn>
                              </p:par>
                              <p:par>
                                <p:cTn id="88" presetID="53" presetClass="entr" presetSubtype="16" fill="hold" nodeType="withEffect">
                                  <p:stCondLst>
                                    <p:cond delay="1375"/>
                                  </p:stCondLst>
                                  <p:childTnLst>
                                    <p:set>
                                      <p:cBhvr>
                                        <p:cTn id="89" dur="1" fill="hold">
                                          <p:stCondLst>
                                            <p:cond delay="0"/>
                                          </p:stCondLst>
                                        </p:cTn>
                                        <p:tgtEl>
                                          <p:spTgt spid="20"/>
                                        </p:tgtEl>
                                        <p:attrNameLst>
                                          <p:attrName>style.visibility</p:attrName>
                                        </p:attrNameLst>
                                      </p:cBhvr>
                                      <p:to>
                                        <p:strVal val="visible"/>
                                      </p:to>
                                    </p:set>
                                    <p:anim calcmode="lin" valueType="num">
                                      <p:cBhvr>
                                        <p:cTn id="90" dur="500" fill="hold"/>
                                        <p:tgtEl>
                                          <p:spTgt spid="20"/>
                                        </p:tgtEl>
                                        <p:attrNameLst>
                                          <p:attrName>ppt_w</p:attrName>
                                        </p:attrNameLst>
                                      </p:cBhvr>
                                      <p:tavLst>
                                        <p:tav tm="0">
                                          <p:val>
                                            <p:fltVal val="0"/>
                                          </p:val>
                                        </p:tav>
                                        <p:tav tm="100000">
                                          <p:val>
                                            <p:strVal val="#ppt_w"/>
                                          </p:val>
                                        </p:tav>
                                      </p:tavLst>
                                    </p:anim>
                                    <p:anim calcmode="lin" valueType="num">
                                      <p:cBhvr>
                                        <p:cTn id="91" dur="500" fill="hold"/>
                                        <p:tgtEl>
                                          <p:spTgt spid="20"/>
                                        </p:tgtEl>
                                        <p:attrNameLst>
                                          <p:attrName>ppt_h</p:attrName>
                                        </p:attrNameLst>
                                      </p:cBhvr>
                                      <p:tavLst>
                                        <p:tav tm="0">
                                          <p:val>
                                            <p:fltVal val="0"/>
                                          </p:val>
                                        </p:tav>
                                        <p:tav tm="100000">
                                          <p:val>
                                            <p:strVal val="#ppt_h"/>
                                          </p:val>
                                        </p:tav>
                                      </p:tavLst>
                                    </p:anim>
                                    <p:animEffect transition="in" filter="fade">
                                      <p:cBhvr>
                                        <p:cTn id="92" dur="500"/>
                                        <p:tgtEl>
                                          <p:spTgt spid="20"/>
                                        </p:tgtEl>
                                      </p:cBhvr>
                                    </p:animEffect>
                                  </p:childTnLst>
                                </p:cTn>
                              </p:par>
                              <p:par>
                                <p:cTn id="93" presetID="53" presetClass="entr" presetSubtype="16" fill="hold" grpId="0" nodeType="withEffect">
                                  <p:stCondLst>
                                    <p:cond delay="1375"/>
                                  </p:stCondLst>
                                  <p:childTnLst>
                                    <p:set>
                                      <p:cBhvr>
                                        <p:cTn id="94" dur="1" fill="hold">
                                          <p:stCondLst>
                                            <p:cond delay="0"/>
                                          </p:stCondLst>
                                        </p:cTn>
                                        <p:tgtEl>
                                          <p:spTgt spid="21"/>
                                        </p:tgtEl>
                                        <p:attrNameLst>
                                          <p:attrName>style.visibility</p:attrName>
                                        </p:attrNameLst>
                                      </p:cBhvr>
                                      <p:to>
                                        <p:strVal val="visible"/>
                                      </p:to>
                                    </p:set>
                                    <p:anim calcmode="lin" valueType="num">
                                      <p:cBhvr>
                                        <p:cTn id="95" dur="500" fill="hold"/>
                                        <p:tgtEl>
                                          <p:spTgt spid="21"/>
                                        </p:tgtEl>
                                        <p:attrNameLst>
                                          <p:attrName>ppt_w</p:attrName>
                                        </p:attrNameLst>
                                      </p:cBhvr>
                                      <p:tavLst>
                                        <p:tav tm="0">
                                          <p:val>
                                            <p:fltVal val="0"/>
                                          </p:val>
                                        </p:tav>
                                        <p:tav tm="100000">
                                          <p:val>
                                            <p:strVal val="#ppt_w"/>
                                          </p:val>
                                        </p:tav>
                                      </p:tavLst>
                                    </p:anim>
                                    <p:anim calcmode="lin" valueType="num">
                                      <p:cBhvr>
                                        <p:cTn id="96" dur="500" fill="hold"/>
                                        <p:tgtEl>
                                          <p:spTgt spid="21"/>
                                        </p:tgtEl>
                                        <p:attrNameLst>
                                          <p:attrName>ppt_h</p:attrName>
                                        </p:attrNameLst>
                                      </p:cBhvr>
                                      <p:tavLst>
                                        <p:tav tm="0">
                                          <p:val>
                                            <p:fltVal val="0"/>
                                          </p:val>
                                        </p:tav>
                                        <p:tav tm="100000">
                                          <p:val>
                                            <p:strVal val="#ppt_h"/>
                                          </p:val>
                                        </p:tav>
                                      </p:tavLst>
                                    </p:anim>
                                    <p:animEffect transition="in" filter="fade">
                                      <p:cBhvr>
                                        <p:cTn id="97" dur="500"/>
                                        <p:tgtEl>
                                          <p:spTgt spid="21"/>
                                        </p:tgtEl>
                                      </p:cBhvr>
                                    </p:animEffect>
                                  </p:childTnLst>
                                </p:cTn>
                              </p:par>
                              <p:par>
                                <p:cTn id="98" presetID="53" presetClass="entr" presetSubtype="16" fill="hold" nodeType="withEffect">
                                  <p:stCondLst>
                                    <p:cond delay="1650"/>
                                  </p:stCondLst>
                                  <p:childTnLst>
                                    <p:set>
                                      <p:cBhvr>
                                        <p:cTn id="99" dur="1" fill="hold">
                                          <p:stCondLst>
                                            <p:cond delay="0"/>
                                          </p:stCondLst>
                                        </p:cTn>
                                        <p:tgtEl>
                                          <p:spTgt spid="22"/>
                                        </p:tgtEl>
                                        <p:attrNameLst>
                                          <p:attrName>style.visibility</p:attrName>
                                        </p:attrNameLst>
                                      </p:cBhvr>
                                      <p:to>
                                        <p:strVal val="visible"/>
                                      </p:to>
                                    </p:set>
                                    <p:anim calcmode="lin" valueType="num">
                                      <p:cBhvr>
                                        <p:cTn id="100" dur="500" fill="hold"/>
                                        <p:tgtEl>
                                          <p:spTgt spid="22"/>
                                        </p:tgtEl>
                                        <p:attrNameLst>
                                          <p:attrName>ppt_w</p:attrName>
                                        </p:attrNameLst>
                                      </p:cBhvr>
                                      <p:tavLst>
                                        <p:tav tm="0">
                                          <p:val>
                                            <p:fltVal val="0"/>
                                          </p:val>
                                        </p:tav>
                                        <p:tav tm="100000">
                                          <p:val>
                                            <p:strVal val="#ppt_w"/>
                                          </p:val>
                                        </p:tav>
                                      </p:tavLst>
                                    </p:anim>
                                    <p:anim calcmode="lin" valueType="num">
                                      <p:cBhvr>
                                        <p:cTn id="101" dur="500" fill="hold"/>
                                        <p:tgtEl>
                                          <p:spTgt spid="22"/>
                                        </p:tgtEl>
                                        <p:attrNameLst>
                                          <p:attrName>ppt_h</p:attrName>
                                        </p:attrNameLst>
                                      </p:cBhvr>
                                      <p:tavLst>
                                        <p:tav tm="0">
                                          <p:val>
                                            <p:fltVal val="0"/>
                                          </p:val>
                                        </p:tav>
                                        <p:tav tm="100000">
                                          <p:val>
                                            <p:strVal val="#ppt_h"/>
                                          </p:val>
                                        </p:tav>
                                      </p:tavLst>
                                    </p:anim>
                                    <p:animEffect transition="in" filter="fade">
                                      <p:cBhvr>
                                        <p:cTn id="102" dur="500"/>
                                        <p:tgtEl>
                                          <p:spTgt spid="22"/>
                                        </p:tgtEl>
                                      </p:cBhvr>
                                    </p:animEffect>
                                  </p:childTnLst>
                                </p:cTn>
                              </p:par>
                              <p:par>
                                <p:cTn id="103" presetID="53" presetClass="entr" presetSubtype="16" fill="hold" nodeType="withEffect">
                                  <p:stCondLst>
                                    <p:cond delay="1650"/>
                                  </p:stCondLst>
                                  <p:childTnLst>
                                    <p:set>
                                      <p:cBhvr>
                                        <p:cTn id="104" dur="1" fill="hold">
                                          <p:stCondLst>
                                            <p:cond delay="0"/>
                                          </p:stCondLst>
                                        </p:cTn>
                                        <p:tgtEl>
                                          <p:spTgt spid="23"/>
                                        </p:tgtEl>
                                        <p:attrNameLst>
                                          <p:attrName>style.visibility</p:attrName>
                                        </p:attrNameLst>
                                      </p:cBhvr>
                                      <p:to>
                                        <p:strVal val="visible"/>
                                      </p:to>
                                    </p:set>
                                    <p:anim calcmode="lin" valueType="num">
                                      <p:cBhvr>
                                        <p:cTn id="105" dur="500" fill="hold"/>
                                        <p:tgtEl>
                                          <p:spTgt spid="23"/>
                                        </p:tgtEl>
                                        <p:attrNameLst>
                                          <p:attrName>ppt_w</p:attrName>
                                        </p:attrNameLst>
                                      </p:cBhvr>
                                      <p:tavLst>
                                        <p:tav tm="0">
                                          <p:val>
                                            <p:fltVal val="0"/>
                                          </p:val>
                                        </p:tav>
                                        <p:tav tm="100000">
                                          <p:val>
                                            <p:strVal val="#ppt_w"/>
                                          </p:val>
                                        </p:tav>
                                      </p:tavLst>
                                    </p:anim>
                                    <p:anim calcmode="lin" valueType="num">
                                      <p:cBhvr>
                                        <p:cTn id="106" dur="500" fill="hold"/>
                                        <p:tgtEl>
                                          <p:spTgt spid="23"/>
                                        </p:tgtEl>
                                        <p:attrNameLst>
                                          <p:attrName>ppt_h</p:attrName>
                                        </p:attrNameLst>
                                      </p:cBhvr>
                                      <p:tavLst>
                                        <p:tav tm="0">
                                          <p:val>
                                            <p:fltVal val="0"/>
                                          </p:val>
                                        </p:tav>
                                        <p:tav tm="100000">
                                          <p:val>
                                            <p:strVal val="#ppt_h"/>
                                          </p:val>
                                        </p:tav>
                                      </p:tavLst>
                                    </p:anim>
                                    <p:animEffect transition="in" filter="fade">
                                      <p:cBhvr>
                                        <p:cTn id="107" dur="500"/>
                                        <p:tgtEl>
                                          <p:spTgt spid="23"/>
                                        </p:tgtEl>
                                      </p:cBhvr>
                                    </p:animEffect>
                                  </p:childTnLst>
                                </p:cTn>
                              </p:par>
                              <p:par>
                                <p:cTn id="108" presetID="53" presetClass="entr" presetSubtype="16" fill="hold" nodeType="withEffect">
                                  <p:stCondLst>
                                    <p:cond delay="1650"/>
                                  </p:stCondLst>
                                  <p:childTnLst>
                                    <p:set>
                                      <p:cBhvr>
                                        <p:cTn id="109" dur="1" fill="hold">
                                          <p:stCondLst>
                                            <p:cond delay="0"/>
                                          </p:stCondLst>
                                        </p:cTn>
                                        <p:tgtEl>
                                          <p:spTgt spid="24"/>
                                        </p:tgtEl>
                                        <p:attrNameLst>
                                          <p:attrName>style.visibility</p:attrName>
                                        </p:attrNameLst>
                                      </p:cBhvr>
                                      <p:to>
                                        <p:strVal val="visible"/>
                                      </p:to>
                                    </p:set>
                                    <p:anim calcmode="lin" valueType="num">
                                      <p:cBhvr>
                                        <p:cTn id="110" dur="500" fill="hold"/>
                                        <p:tgtEl>
                                          <p:spTgt spid="24"/>
                                        </p:tgtEl>
                                        <p:attrNameLst>
                                          <p:attrName>ppt_w</p:attrName>
                                        </p:attrNameLst>
                                      </p:cBhvr>
                                      <p:tavLst>
                                        <p:tav tm="0">
                                          <p:val>
                                            <p:fltVal val="0"/>
                                          </p:val>
                                        </p:tav>
                                        <p:tav tm="100000">
                                          <p:val>
                                            <p:strVal val="#ppt_w"/>
                                          </p:val>
                                        </p:tav>
                                      </p:tavLst>
                                    </p:anim>
                                    <p:anim calcmode="lin" valueType="num">
                                      <p:cBhvr>
                                        <p:cTn id="111" dur="500" fill="hold"/>
                                        <p:tgtEl>
                                          <p:spTgt spid="24"/>
                                        </p:tgtEl>
                                        <p:attrNameLst>
                                          <p:attrName>ppt_h</p:attrName>
                                        </p:attrNameLst>
                                      </p:cBhvr>
                                      <p:tavLst>
                                        <p:tav tm="0">
                                          <p:val>
                                            <p:fltVal val="0"/>
                                          </p:val>
                                        </p:tav>
                                        <p:tav tm="100000">
                                          <p:val>
                                            <p:strVal val="#ppt_h"/>
                                          </p:val>
                                        </p:tav>
                                      </p:tavLst>
                                    </p:anim>
                                    <p:animEffect transition="in" filter="fade">
                                      <p:cBhvr>
                                        <p:cTn id="112" dur="500"/>
                                        <p:tgtEl>
                                          <p:spTgt spid="24"/>
                                        </p:tgtEl>
                                      </p:cBhvr>
                                    </p:animEffect>
                                  </p:childTnLst>
                                </p:cTn>
                              </p:par>
                              <p:par>
                                <p:cTn id="113" presetID="53" presetClass="entr" presetSubtype="16" fill="hold" grpId="0" nodeType="withEffect">
                                  <p:stCondLst>
                                    <p:cond delay="1650"/>
                                  </p:stCondLst>
                                  <p:childTnLst>
                                    <p:set>
                                      <p:cBhvr>
                                        <p:cTn id="114" dur="1" fill="hold">
                                          <p:stCondLst>
                                            <p:cond delay="0"/>
                                          </p:stCondLst>
                                        </p:cTn>
                                        <p:tgtEl>
                                          <p:spTgt spid="25"/>
                                        </p:tgtEl>
                                        <p:attrNameLst>
                                          <p:attrName>style.visibility</p:attrName>
                                        </p:attrNameLst>
                                      </p:cBhvr>
                                      <p:to>
                                        <p:strVal val="visible"/>
                                      </p:to>
                                    </p:set>
                                    <p:anim calcmode="lin" valueType="num">
                                      <p:cBhvr>
                                        <p:cTn id="115" dur="500" fill="hold"/>
                                        <p:tgtEl>
                                          <p:spTgt spid="25"/>
                                        </p:tgtEl>
                                        <p:attrNameLst>
                                          <p:attrName>ppt_w</p:attrName>
                                        </p:attrNameLst>
                                      </p:cBhvr>
                                      <p:tavLst>
                                        <p:tav tm="0">
                                          <p:val>
                                            <p:fltVal val="0"/>
                                          </p:val>
                                        </p:tav>
                                        <p:tav tm="100000">
                                          <p:val>
                                            <p:strVal val="#ppt_w"/>
                                          </p:val>
                                        </p:tav>
                                      </p:tavLst>
                                    </p:anim>
                                    <p:anim calcmode="lin" valueType="num">
                                      <p:cBhvr>
                                        <p:cTn id="116" dur="500" fill="hold"/>
                                        <p:tgtEl>
                                          <p:spTgt spid="25"/>
                                        </p:tgtEl>
                                        <p:attrNameLst>
                                          <p:attrName>ppt_h</p:attrName>
                                        </p:attrNameLst>
                                      </p:cBhvr>
                                      <p:tavLst>
                                        <p:tav tm="0">
                                          <p:val>
                                            <p:fltVal val="0"/>
                                          </p:val>
                                        </p:tav>
                                        <p:tav tm="100000">
                                          <p:val>
                                            <p:strVal val="#ppt_h"/>
                                          </p:val>
                                        </p:tav>
                                      </p:tavLst>
                                    </p:anim>
                                    <p:animEffect transition="in" filter="fade">
                                      <p:cBhvr>
                                        <p:cTn id="117" dur="500"/>
                                        <p:tgtEl>
                                          <p:spTgt spid="25"/>
                                        </p:tgtEl>
                                      </p:cBhvr>
                                    </p:animEffect>
                                  </p:childTnLst>
                                </p:cTn>
                              </p:par>
                              <p:par>
                                <p:cTn id="118" presetID="53" presetClass="entr" presetSubtype="16" fill="hold" nodeType="withEffect">
                                  <p:stCondLst>
                                    <p:cond delay="1925"/>
                                  </p:stCondLst>
                                  <p:childTnLst>
                                    <p:set>
                                      <p:cBhvr>
                                        <p:cTn id="119" dur="1" fill="hold">
                                          <p:stCondLst>
                                            <p:cond delay="0"/>
                                          </p:stCondLst>
                                        </p:cTn>
                                        <p:tgtEl>
                                          <p:spTgt spid="26"/>
                                        </p:tgtEl>
                                        <p:attrNameLst>
                                          <p:attrName>style.visibility</p:attrName>
                                        </p:attrNameLst>
                                      </p:cBhvr>
                                      <p:to>
                                        <p:strVal val="visible"/>
                                      </p:to>
                                    </p:set>
                                    <p:anim calcmode="lin" valueType="num">
                                      <p:cBhvr>
                                        <p:cTn id="120" dur="500" fill="hold"/>
                                        <p:tgtEl>
                                          <p:spTgt spid="26"/>
                                        </p:tgtEl>
                                        <p:attrNameLst>
                                          <p:attrName>ppt_w</p:attrName>
                                        </p:attrNameLst>
                                      </p:cBhvr>
                                      <p:tavLst>
                                        <p:tav tm="0">
                                          <p:val>
                                            <p:fltVal val="0"/>
                                          </p:val>
                                        </p:tav>
                                        <p:tav tm="100000">
                                          <p:val>
                                            <p:strVal val="#ppt_w"/>
                                          </p:val>
                                        </p:tav>
                                      </p:tavLst>
                                    </p:anim>
                                    <p:anim calcmode="lin" valueType="num">
                                      <p:cBhvr>
                                        <p:cTn id="121" dur="500" fill="hold"/>
                                        <p:tgtEl>
                                          <p:spTgt spid="26"/>
                                        </p:tgtEl>
                                        <p:attrNameLst>
                                          <p:attrName>ppt_h</p:attrName>
                                        </p:attrNameLst>
                                      </p:cBhvr>
                                      <p:tavLst>
                                        <p:tav tm="0">
                                          <p:val>
                                            <p:fltVal val="0"/>
                                          </p:val>
                                        </p:tav>
                                        <p:tav tm="100000">
                                          <p:val>
                                            <p:strVal val="#ppt_h"/>
                                          </p:val>
                                        </p:tav>
                                      </p:tavLst>
                                    </p:anim>
                                    <p:animEffect transition="in" filter="fade">
                                      <p:cBhvr>
                                        <p:cTn id="122" dur="500"/>
                                        <p:tgtEl>
                                          <p:spTgt spid="26"/>
                                        </p:tgtEl>
                                      </p:cBhvr>
                                    </p:animEffect>
                                  </p:childTnLst>
                                </p:cTn>
                              </p:par>
                              <p:par>
                                <p:cTn id="123" presetID="53" presetClass="entr" presetSubtype="16" fill="hold" nodeType="withEffect">
                                  <p:stCondLst>
                                    <p:cond delay="1925"/>
                                  </p:stCondLst>
                                  <p:childTnLst>
                                    <p:set>
                                      <p:cBhvr>
                                        <p:cTn id="124" dur="1" fill="hold">
                                          <p:stCondLst>
                                            <p:cond delay="0"/>
                                          </p:stCondLst>
                                        </p:cTn>
                                        <p:tgtEl>
                                          <p:spTgt spid="27"/>
                                        </p:tgtEl>
                                        <p:attrNameLst>
                                          <p:attrName>style.visibility</p:attrName>
                                        </p:attrNameLst>
                                      </p:cBhvr>
                                      <p:to>
                                        <p:strVal val="visible"/>
                                      </p:to>
                                    </p:set>
                                    <p:anim calcmode="lin" valueType="num">
                                      <p:cBhvr>
                                        <p:cTn id="125" dur="500" fill="hold"/>
                                        <p:tgtEl>
                                          <p:spTgt spid="27"/>
                                        </p:tgtEl>
                                        <p:attrNameLst>
                                          <p:attrName>ppt_w</p:attrName>
                                        </p:attrNameLst>
                                      </p:cBhvr>
                                      <p:tavLst>
                                        <p:tav tm="0">
                                          <p:val>
                                            <p:fltVal val="0"/>
                                          </p:val>
                                        </p:tav>
                                        <p:tav tm="100000">
                                          <p:val>
                                            <p:strVal val="#ppt_w"/>
                                          </p:val>
                                        </p:tav>
                                      </p:tavLst>
                                    </p:anim>
                                    <p:anim calcmode="lin" valueType="num">
                                      <p:cBhvr>
                                        <p:cTn id="126" dur="500" fill="hold"/>
                                        <p:tgtEl>
                                          <p:spTgt spid="27"/>
                                        </p:tgtEl>
                                        <p:attrNameLst>
                                          <p:attrName>ppt_h</p:attrName>
                                        </p:attrNameLst>
                                      </p:cBhvr>
                                      <p:tavLst>
                                        <p:tav tm="0">
                                          <p:val>
                                            <p:fltVal val="0"/>
                                          </p:val>
                                        </p:tav>
                                        <p:tav tm="100000">
                                          <p:val>
                                            <p:strVal val="#ppt_h"/>
                                          </p:val>
                                        </p:tav>
                                      </p:tavLst>
                                    </p:anim>
                                    <p:animEffect transition="in" filter="fade">
                                      <p:cBhvr>
                                        <p:cTn id="127" dur="500"/>
                                        <p:tgtEl>
                                          <p:spTgt spid="27"/>
                                        </p:tgtEl>
                                      </p:cBhvr>
                                    </p:animEffect>
                                  </p:childTnLst>
                                </p:cTn>
                              </p:par>
                              <p:par>
                                <p:cTn id="128" presetID="53" presetClass="entr" presetSubtype="16" fill="hold" nodeType="withEffect">
                                  <p:stCondLst>
                                    <p:cond delay="1925"/>
                                  </p:stCondLst>
                                  <p:childTnLst>
                                    <p:set>
                                      <p:cBhvr>
                                        <p:cTn id="129" dur="1" fill="hold">
                                          <p:stCondLst>
                                            <p:cond delay="0"/>
                                          </p:stCondLst>
                                        </p:cTn>
                                        <p:tgtEl>
                                          <p:spTgt spid="28"/>
                                        </p:tgtEl>
                                        <p:attrNameLst>
                                          <p:attrName>style.visibility</p:attrName>
                                        </p:attrNameLst>
                                      </p:cBhvr>
                                      <p:to>
                                        <p:strVal val="visible"/>
                                      </p:to>
                                    </p:set>
                                    <p:anim calcmode="lin" valueType="num">
                                      <p:cBhvr>
                                        <p:cTn id="130" dur="500" fill="hold"/>
                                        <p:tgtEl>
                                          <p:spTgt spid="28"/>
                                        </p:tgtEl>
                                        <p:attrNameLst>
                                          <p:attrName>ppt_w</p:attrName>
                                        </p:attrNameLst>
                                      </p:cBhvr>
                                      <p:tavLst>
                                        <p:tav tm="0">
                                          <p:val>
                                            <p:fltVal val="0"/>
                                          </p:val>
                                        </p:tav>
                                        <p:tav tm="100000">
                                          <p:val>
                                            <p:strVal val="#ppt_w"/>
                                          </p:val>
                                        </p:tav>
                                      </p:tavLst>
                                    </p:anim>
                                    <p:anim calcmode="lin" valueType="num">
                                      <p:cBhvr>
                                        <p:cTn id="131" dur="500" fill="hold"/>
                                        <p:tgtEl>
                                          <p:spTgt spid="28"/>
                                        </p:tgtEl>
                                        <p:attrNameLst>
                                          <p:attrName>ppt_h</p:attrName>
                                        </p:attrNameLst>
                                      </p:cBhvr>
                                      <p:tavLst>
                                        <p:tav tm="0">
                                          <p:val>
                                            <p:fltVal val="0"/>
                                          </p:val>
                                        </p:tav>
                                        <p:tav tm="100000">
                                          <p:val>
                                            <p:strVal val="#ppt_h"/>
                                          </p:val>
                                        </p:tav>
                                      </p:tavLst>
                                    </p:anim>
                                    <p:animEffect transition="in" filter="fade">
                                      <p:cBhvr>
                                        <p:cTn id="132" dur="500"/>
                                        <p:tgtEl>
                                          <p:spTgt spid="28"/>
                                        </p:tgtEl>
                                      </p:cBhvr>
                                    </p:animEffect>
                                  </p:childTnLst>
                                </p:cTn>
                              </p:par>
                              <p:par>
                                <p:cTn id="133" presetID="53" presetClass="entr" presetSubtype="16" fill="hold" grpId="0" nodeType="withEffect">
                                  <p:stCondLst>
                                    <p:cond delay="1925"/>
                                  </p:stCondLst>
                                  <p:childTnLst>
                                    <p:set>
                                      <p:cBhvr>
                                        <p:cTn id="134" dur="1" fill="hold">
                                          <p:stCondLst>
                                            <p:cond delay="0"/>
                                          </p:stCondLst>
                                        </p:cTn>
                                        <p:tgtEl>
                                          <p:spTgt spid="29"/>
                                        </p:tgtEl>
                                        <p:attrNameLst>
                                          <p:attrName>style.visibility</p:attrName>
                                        </p:attrNameLst>
                                      </p:cBhvr>
                                      <p:to>
                                        <p:strVal val="visible"/>
                                      </p:to>
                                    </p:set>
                                    <p:anim calcmode="lin" valueType="num">
                                      <p:cBhvr>
                                        <p:cTn id="135" dur="500" fill="hold"/>
                                        <p:tgtEl>
                                          <p:spTgt spid="29"/>
                                        </p:tgtEl>
                                        <p:attrNameLst>
                                          <p:attrName>ppt_w</p:attrName>
                                        </p:attrNameLst>
                                      </p:cBhvr>
                                      <p:tavLst>
                                        <p:tav tm="0">
                                          <p:val>
                                            <p:fltVal val="0"/>
                                          </p:val>
                                        </p:tav>
                                        <p:tav tm="100000">
                                          <p:val>
                                            <p:strVal val="#ppt_w"/>
                                          </p:val>
                                        </p:tav>
                                      </p:tavLst>
                                    </p:anim>
                                    <p:anim calcmode="lin" valueType="num">
                                      <p:cBhvr>
                                        <p:cTn id="136" dur="500" fill="hold"/>
                                        <p:tgtEl>
                                          <p:spTgt spid="29"/>
                                        </p:tgtEl>
                                        <p:attrNameLst>
                                          <p:attrName>ppt_h</p:attrName>
                                        </p:attrNameLst>
                                      </p:cBhvr>
                                      <p:tavLst>
                                        <p:tav tm="0">
                                          <p:val>
                                            <p:fltVal val="0"/>
                                          </p:val>
                                        </p:tav>
                                        <p:tav tm="100000">
                                          <p:val>
                                            <p:strVal val="#ppt_h"/>
                                          </p:val>
                                        </p:tav>
                                      </p:tavLst>
                                    </p:anim>
                                    <p:animEffect transition="in" filter="fade">
                                      <p:cBhvr>
                                        <p:cTn id="137" dur="500"/>
                                        <p:tgtEl>
                                          <p:spTgt spid="29"/>
                                        </p:tgtEl>
                                      </p:cBhvr>
                                    </p:animEffect>
                                  </p:childTnLst>
                                </p:cTn>
                              </p:par>
                              <p:par>
                                <p:cTn id="138" presetID="10" presetClass="entr" presetSubtype="0" fill="hold" grpId="0" nodeType="withEffect">
                                  <p:stCondLst>
                                    <p:cond delay="2200"/>
                                  </p:stCondLst>
                                  <p:childTnLst>
                                    <p:set>
                                      <p:cBhvr>
                                        <p:cTn id="139" dur="1" fill="hold">
                                          <p:stCondLst>
                                            <p:cond delay="0"/>
                                          </p:stCondLst>
                                        </p:cTn>
                                        <p:tgtEl>
                                          <p:spTgt spid="30"/>
                                        </p:tgtEl>
                                        <p:attrNameLst>
                                          <p:attrName>style.visibility</p:attrName>
                                        </p:attrNameLst>
                                      </p:cBhvr>
                                      <p:to>
                                        <p:strVal val="visible"/>
                                      </p:to>
                                    </p:set>
                                    <p:animEffect transition="in" filter="fade">
                                      <p:cBhvr>
                                        <p:cTn id="140"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9" grpId="0" animBg="1"/>
      <p:bldP spid="13" grpId="0" animBg="1"/>
      <p:bldP spid="17" grpId="0" animBg="1"/>
      <p:bldP spid="21" grpId="0" animBg="1"/>
      <p:bldP spid="25"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341"/>
          <p:cNvSpPr txBox="1"/>
          <p:nvPr/>
        </p:nvSpPr>
        <p:spPr>
          <a:xfrm>
            <a:off x="548640" y="502920"/>
            <a:ext cx="11094415"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جودة البيانات</a:t>
            </a:r>
            <a:endParaRPr lang="ar-IQ" sz="1400" dirty="0"/>
          </a:p>
        </p:txBody>
      </p:sp>
      <p:sp>
        <p:nvSpPr>
          <p:cNvPr id="3" name="anim|1|fade|342"/>
          <p:cNvSpPr txBox="1"/>
          <p:nvPr/>
        </p:nvSpPr>
        <p:spPr>
          <a:xfrm>
            <a:off x="548640" y="822960"/>
            <a:ext cx="11094415" cy="822960"/>
          </a:xfrm>
          <a:prstGeom prst="rect">
            <a:avLst/>
          </a:prstGeom>
          <a:noFill/>
          <a:ln/>
        </p:spPr>
        <p:txBody>
          <a:bodyPr wrap="square" lIns="0" tIns="0" rIns="0" bIns="0" rtlCol="0" anchor="t"/>
          <a:lstStyle/>
          <a:p>
            <a:pPr marL="0" indent="0" algn="r" rtl="1">
              <a:buNone/>
            </a:pPr>
            <a:r>
              <a:rPr lang="ar-IQ" altLang="en-US" sz="4000" b="1" dirty="0">
                <a:solidFill>
                  <a:srgbClr val="221C1B"/>
                </a:solidFill>
                <a:latin typeface="Segoe UI" pitchFamily="34" charset="0"/>
                <a:ea typeface="Segoe UI" pitchFamily="34" charset="-122"/>
                <a:cs typeface="Segoe UI" pitchFamily="34" charset="-120"/>
              </a:rPr>
              <a:t>نراجع قبل ما ننشر</a:t>
            </a:r>
            <a:endParaRPr lang="ar-IQ" sz="4000" dirty="0"/>
          </a:p>
        </p:txBody>
      </p:sp>
      <p:sp>
        <p:nvSpPr>
          <p:cNvPr id="4" name="anim|2|zoom|343"/>
          <p:cNvSpPr/>
          <p:nvPr/>
        </p:nvSpPr>
        <p:spPr>
          <a:xfrm>
            <a:off x="8351215" y="1783080"/>
            <a:ext cx="3291840" cy="1463040"/>
          </a:xfrm>
          <a:prstGeom prst="roundRect">
            <a:avLst>
              <a:gd name="adj" fmla="val 11250"/>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5" name="anim|2|zoom|344"/>
          <p:cNvSpPr txBox="1"/>
          <p:nvPr/>
        </p:nvSpPr>
        <p:spPr>
          <a:xfrm>
            <a:off x="8351215" y="1828800"/>
            <a:ext cx="3291840" cy="914400"/>
          </a:xfrm>
          <a:prstGeom prst="rect">
            <a:avLst/>
          </a:prstGeom>
          <a:noFill/>
          <a:ln/>
        </p:spPr>
        <p:txBody>
          <a:bodyPr wrap="square" lIns="0" tIns="0" rIns="0" bIns="0" rtlCol="0" anchor="t"/>
          <a:lstStyle/>
          <a:p>
            <a:pPr marL="0" indent="0" algn="ctr">
              <a:buNone/>
            </a:pPr>
            <a:r>
              <a:rPr lang="en-US" altLang="en-US" sz="5400" b="1" dirty="0">
                <a:solidFill>
                  <a:srgbClr val="6E1E33"/>
                </a:solidFill>
                <a:latin typeface="Segoe UI" pitchFamily="34" charset="0"/>
                <a:ea typeface="Segoe UI" pitchFamily="34" charset="-122"/>
                <a:cs typeface="Segoe UI" pitchFamily="34" charset="-120"/>
              </a:rPr>
              <a:t>23</a:t>
            </a:r>
            <a:endParaRPr lang="en-US" sz="5400" dirty="0"/>
          </a:p>
        </p:txBody>
      </p:sp>
      <p:sp>
        <p:nvSpPr>
          <p:cNvPr id="6" name="anim|2|zoom|345"/>
          <p:cNvSpPr txBox="1"/>
          <p:nvPr/>
        </p:nvSpPr>
        <p:spPr>
          <a:xfrm>
            <a:off x="8351215" y="2697480"/>
            <a:ext cx="3291840" cy="411480"/>
          </a:xfrm>
          <a:prstGeom prst="rect">
            <a:avLst/>
          </a:prstGeom>
          <a:noFill/>
          <a:ln/>
        </p:spPr>
        <p:txBody>
          <a:bodyPr wrap="square" lIns="0" tIns="0" rIns="0" bIns="0" rtlCol="0" anchor="t"/>
          <a:lstStyle/>
          <a:p>
            <a:pPr marL="0" indent="0" algn="ctr" rtl="1">
              <a:buNone/>
            </a:pPr>
            <a:r>
              <a:rPr lang="ar-IQ" altLang="en-US" sz="1700" dirty="0">
                <a:solidFill>
                  <a:srgbClr val="6E6461"/>
                </a:solidFill>
                <a:latin typeface="Segoe UI" pitchFamily="34" charset="0"/>
                <a:ea typeface="Segoe UI" pitchFamily="34" charset="-122"/>
                <a:cs typeface="Segoe UI" pitchFamily="34" charset="-120"/>
              </a:rPr>
              <a:t>كتالوج مصدر</a:t>
            </a:r>
            <a:endParaRPr lang="ar-IQ" sz="1700" dirty="0"/>
          </a:p>
        </p:txBody>
      </p:sp>
      <p:sp>
        <p:nvSpPr>
          <p:cNvPr id="7" name="anim|3|zoom|346"/>
          <p:cNvSpPr/>
          <p:nvPr/>
        </p:nvSpPr>
        <p:spPr>
          <a:xfrm>
            <a:off x="4739335" y="1783080"/>
            <a:ext cx="3291840" cy="1463040"/>
          </a:xfrm>
          <a:prstGeom prst="roundRect">
            <a:avLst>
              <a:gd name="adj" fmla="val 11250"/>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8" name="anim|3|zoom|347"/>
          <p:cNvSpPr txBox="1"/>
          <p:nvPr/>
        </p:nvSpPr>
        <p:spPr>
          <a:xfrm>
            <a:off x="4739335" y="1828800"/>
            <a:ext cx="3291840" cy="914400"/>
          </a:xfrm>
          <a:prstGeom prst="rect">
            <a:avLst/>
          </a:prstGeom>
          <a:noFill/>
          <a:ln/>
        </p:spPr>
        <p:txBody>
          <a:bodyPr wrap="square" lIns="0" tIns="0" rIns="0" bIns="0" rtlCol="0" anchor="t"/>
          <a:lstStyle/>
          <a:p>
            <a:pPr marL="0" indent="0" algn="ctr">
              <a:buNone/>
            </a:pPr>
            <a:r>
              <a:rPr lang="en-US" altLang="en-US" sz="5400" b="1" dirty="0">
                <a:solidFill>
                  <a:srgbClr val="6E1E33"/>
                </a:solidFill>
                <a:latin typeface="Segoe UI" pitchFamily="34" charset="0"/>
                <a:ea typeface="Segoe UI" pitchFamily="34" charset="-122"/>
                <a:cs typeface="Segoe UI" pitchFamily="34" charset="-120"/>
              </a:rPr>
              <a:t>15</a:t>
            </a:r>
            <a:endParaRPr lang="en-US" sz="5400" dirty="0"/>
          </a:p>
        </p:txBody>
      </p:sp>
      <p:sp>
        <p:nvSpPr>
          <p:cNvPr id="9" name="anim|3|zoom|348"/>
          <p:cNvSpPr txBox="1"/>
          <p:nvPr/>
        </p:nvSpPr>
        <p:spPr>
          <a:xfrm>
            <a:off x="4739335" y="2697480"/>
            <a:ext cx="3291840" cy="411480"/>
          </a:xfrm>
          <a:prstGeom prst="rect">
            <a:avLst/>
          </a:prstGeom>
          <a:noFill/>
          <a:ln/>
        </p:spPr>
        <p:txBody>
          <a:bodyPr wrap="square" lIns="0" tIns="0" rIns="0" bIns="0" rtlCol="0" anchor="t"/>
          <a:lstStyle/>
          <a:p>
            <a:pPr marL="0" indent="0" algn="ctr" rtl="1">
              <a:buNone/>
            </a:pPr>
            <a:r>
              <a:rPr lang="ar-IQ" altLang="en-US" sz="1700" dirty="0">
                <a:solidFill>
                  <a:srgbClr val="6E6461"/>
                </a:solidFill>
                <a:latin typeface="Segoe UI" pitchFamily="34" charset="0"/>
                <a:ea typeface="Segoe UI" pitchFamily="34" charset="-122"/>
                <a:cs typeface="Segoe UI" pitchFamily="34" charset="-120"/>
              </a:rPr>
              <a:t>مزوّد منشور</a:t>
            </a:r>
            <a:endParaRPr lang="ar-IQ" sz="1700" dirty="0"/>
          </a:p>
        </p:txBody>
      </p:sp>
      <p:sp>
        <p:nvSpPr>
          <p:cNvPr id="10" name="anim|4|zoom|349"/>
          <p:cNvSpPr/>
          <p:nvPr/>
        </p:nvSpPr>
        <p:spPr>
          <a:xfrm>
            <a:off x="1127455" y="1783080"/>
            <a:ext cx="3291840" cy="1463040"/>
          </a:xfrm>
          <a:prstGeom prst="roundRect">
            <a:avLst>
              <a:gd name="adj" fmla="val 11250"/>
            </a:avLst>
          </a:prstGeom>
          <a:solidFill>
            <a:srgbClr val="6E1E33"/>
          </a:solidFill>
          <a:ln w="9525">
            <a:solidFill>
              <a:srgbClr val="6E1E33"/>
            </a:solidFill>
            <a:prstDash val="solid"/>
          </a:ln>
          <a:effectLst>
            <a:outerShdw blurRad="152400" dist="38100" dir="5400000" algn="bl" rotWithShape="0">
              <a:srgbClr val="3B2A25">
                <a:alpha val="12000"/>
              </a:srgbClr>
            </a:outerShdw>
          </a:effectLst>
        </p:spPr>
      </p:sp>
      <p:sp>
        <p:nvSpPr>
          <p:cNvPr id="11" name="anim|4|zoom|350"/>
          <p:cNvSpPr txBox="1"/>
          <p:nvPr/>
        </p:nvSpPr>
        <p:spPr>
          <a:xfrm>
            <a:off x="1127455" y="1828800"/>
            <a:ext cx="3291840" cy="914400"/>
          </a:xfrm>
          <a:prstGeom prst="rect">
            <a:avLst/>
          </a:prstGeom>
          <a:noFill/>
          <a:ln/>
        </p:spPr>
        <p:txBody>
          <a:bodyPr wrap="square" lIns="0" tIns="0" rIns="0" bIns="0" rtlCol="0" anchor="t"/>
          <a:lstStyle/>
          <a:p>
            <a:pPr marL="0" indent="0" algn="ctr">
              <a:buNone/>
            </a:pPr>
            <a:r>
              <a:rPr lang="en-US" altLang="en-US" sz="5400" b="1" dirty="0">
                <a:solidFill>
                  <a:srgbClr val="FFFFFF"/>
                </a:solidFill>
                <a:latin typeface="Segoe UI" pitchFamily="34" charset="0"/>
                <a:ea typeface="Segoe UI" pitchFamily="34" charset="-122"/>
                <a:cs typeface="Segoe UI" pitchFamily="34" charset="-120"/>
              </a:rPr>
              <a:t>0</a:t>
            </a:r>
            <a:endParaRPr lang="en-US" sz="5400" dirty="0"/>
          </a:p>
        </p:txBody>
      </p:sp>
      <p:sp>
        <p:nvSpPr>
          <p:cNvPr id="12" name="anim|4|zoom|351"/>
          <p:cNvSpPr txBox="1"/>
          <p:nvPr/>
        </p:nvSpPr>
        <p:spPr>
          <a:xfrm>
            <a:off x="1127455" y="2697480"/>
            <a:ext cx="3291840" cy="411480"/>
          </a:xfrm>
          <a:prstGeom prst="rect">
            <a:avLst/>
          </a:prstGeom>
          <a:noFill/>
          <a:ln/>
        </p:spPr>
        <p:txBody>
          <a:bodyPr wrap="square" lIns="0" tIns="0" rIns="0" bIns="0" rtlCol="0" anchor="t"/>
          <a:lstStyle/>
          <a:p>
            <a:pPr marL="0" indent="0" algn="ctr" rtl="1">
              <a:buNone/>
            </a:pPr>
            <a:r>
              <a:rPr lang="ar-IQ" altLang="en-US" sz="1700" dirty="0">
                <a:solidFill>
                  <a:srgbClr val="E8D8BD"/>
                </a:solidFill>
                <a:latin typeface="Segoe UI" pitchFamily="34" charset="0"/>
                <a:ea typeface="Segoe UI" pitchFamily="34" charset="-122"/>
                <a:cs typeface="Segoe UI" pitchFamily="34" charset="-120"/>
              </a:rPr>
              <a:t>معلومة مخمَّنة</a:t>
            </a:r>
            <a:endParaRPr lang="ar-IQ" sz="1700" dirty="0"/>
          </a:p>
        </p:txBody>
      </p:sp>
      <p:sp>
        <p:nvSpPr>
          <p:cNvPr id="13" name="anim|5|rise|352"/>
          <p:cNvSpPr/>
          <p:nvPr/>
        </p:nvSpPr>
        <p:spPr>
          <a:xfrm>
            <a:off x="10088575" y="3611880"/>
            <a:ext cx="731520" cy="731520"/>
          </a:xfrm>
          <a:prstGeom prst="ellipse">
            <a:avLst/>
          </a:prstGeom>
          <a:solidFill>
            <a:srgbClr val="6E1E33"/>
          </a:solidFill>
          <a:ln w="12700">
            <a:solidFill>
              <a:srgbClr val="6E1E33"/>
            </a:solidFill>
            <a:prstDash val="solid"/>
          </a:ln>
        </p:spPr>
      </p:sp>
      <p:pic>
        <p:nvPicPr>
          <p:cNvPr id="14" name="anim|5|rise|353" descr="C:\Users\AL-NOOR\Downloads\app-research-lab\app-research-lab\presentation\assets\icons\file_white.png"/>
          <p:cNvPicPr>
            <a:picLocks noChangeAspect="1"/>
          </p:cNvPicPr>
          <p:nvPr/>
        </p:nvPicPr>
        <p:blipFill>
          <a:blip r:embed="rId4"/>
          <a:stretch>
            <a:fillRect/>
          </a:stretch>
        </p:blipFill>
        <p:spPr>
          <a:xfrm>
            <a:off x="10286086" y="3809390"/>
            <a:ext cx="336499" cy="336499"/>
          </a:xfrm>
          <a:prstGeom prst="rect">
            <a:avLst/>
          </a:prstGeom>
        </p:spPr>
      </p:pic>
      <p:sp>
        <p:nvSpPr>
          <p:cNvPr id="15" name="anim|5|rise|354"/>
          <p:cNvSpPr txBox="1"/>
          <p:nvPr/>
        </p:nvSpPr>
        <p:spPr>
          <a:xfrm>
            <a:off x="9265615" y="4434840"/>
            <a:ext cx="23774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المصدر</a:t>
            </a:r>
            <a:endParaRPr lang="ar-IQ" sz="1700" dirty="0"/>
          </a:p>
        </p:txBody>
      </p:sp>
      <p:sp>
        <p:nvSpPr>
          <p:cNvPr id="16" name="anim|5|rise|355"/>
          <p:cNvSpPr txBox="1"/>
          <p:nvPr/>
        </p:nvSpPr>
        <p:spPr>
          <a:xfrm>
            <a:off x="9265615" y="4828032"/>
            <a:ext cx="2377440" cy="41148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كتالوج أو المزوّد</a:t>
            </a:r>
            <a:endParaRPr lang="ar-IQ" sz="1300" dirty="0"/>
          </a:p>
        </p:txBody>
      </p:sp>
      <p:pic>
        <p:nvPicPr>
          <p:cNvPr id="17" name="anim|5|rise|356" descr="C:\Users\AL-NOOR\Downloads\app-research-lab\app-research-lab\presentation\assets\icons\arrow_gold.png"/>
          <p:cNvPicPr>
            <a:picLocks noChangeAspect="1"/>
          </p:cNvPicPr>
          <p:nvPr/>
        </p:nvPicPr>
        <p:blipFill>
          <a:blip r:embed="rId5"/>
          <a:stretch>
            <a:fillRect/>
          </a:stretch>
        </p:blipFill>
        <p:spPr>
          <a:xfrm>
            <a:off x="8864346" y="3840480"/>
            <a:ext cx="274320" cy="274320"/>
          </a:xfrm>
          <a:prstGeom prst="rect">
            <a:avLst/>
          </a:prstGeom>
        </p:spPr>
      </p:pic>
      <p:sp>
        <p:nvSpPr>
          <p:cNvPr id="18" name="anim|6|rise|357"/>
          <p:cNvSpPr/>
          <p:nvPr/>
        </p:nvSpPr>
        <p:spPr>
          <a:xfrm>
            <a:off x="7182917" y="3611880"/>
            <a:ext cx="731520" cy="731520"/>
          </a:xfrm>
          <a:prstGeom prst="ellipse">
            <a:avLst/>
          </a:prstGeom>
          <a:solidFill>
            <a:srgbClr val="6E1E33"/>
          </a:solidFill>
          <a:ln w="12700">
            <a:solidFill>
              <a:srgbClr val="6E1E33"/>
            </a:solidFill>
            <a:prstDash val="solid"/>
          </a:ln>
        </p:spPr>
      </p:sp>
      <p:pic>
        <p:nvPicPr>
          <p:cNvPr id="19" name="anim|6|rise|358" descr="C:\Users\AL-NOOR\Downloads\app-research-lab\app-research-lab\presentation\assets\icons\layers_white.png"/>
          <p:cNvPicPr>
            <a:picLocks noChangeAspect="1"/>
          </p:cNvPicPr>
          <p:nvPr/>
        </p:nvPicPr>
        <p:blipFill>
          <a:blip r:embed="rId6"/>
          <a:stretch>
            <a:fillRect/>
          </a:stretch>
        </p:blipFill>
        <p:spPr>
          <a:xfrm>
            <a:off x="7380427" y="3809390"/>
            <a:ext cx="336499" cy="336499"/>
          </a:xfrm>
          <a:prstGeom prst="rect">
            <a:avLst/>
          </a:prstGeom>
        </p:spPr>
      </p:pic>
      <p:sp>
        <p:nvSpPr>
          <p:cNvPr id="20" name="anim|6|rise|359"/>
          <p:cNvSpPr txBox="1"/>
          <p:nvPr/>
        </p:nvSpPr>
        <p:spPr>
          <a:xfrm>
            <a:off x="6359957" y="4434840"/>
            <a:ext cx="23774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استخراج منظّم</a:t>
            </a:r>
            <a:endParaRPr lang="ar-IQ" sz="1700" dirty="0"/>
          </a:p>
        </p:txBody>
      </p:sp>
      <p:sp>
        <p:nvSpPr>
          <p:cNvPr id="21" name="anim|6|rise|360"/>
          <p:cNvSpPr txBox="1"/>
          <p:nvPr/>
        </p:nvSpPr>
        <p:spPr>
          <a:xfrm>
            <a:off x="6359957" y="4828032"/>
            <a:ext cx="2377440" cy="41148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اسم، منطقة، خدمات، صور</a:t>
            </a:r>
            <a:endParaRPr lang="ar-IQ" sz="1300" dirty="0"/>
          </a:p>
        </p:txBody>
      </p:sp>
      <p:pic>
        <p:nvPicPr>
          <p:cNvPr id="22" name="anim|6|rise|361" descr="C:\Users\AL-NOOR\Downloads\app-research-lab\app-research-lab\presentation\assets\icons\arrow_gold.png"/>
          <p:cNvPicPr>
            <a:picLocks noChangeAspect="1"/>
          </p:cNvPicPr>
          <p:nvPr/>
        </p:nvPicPr>
        <p:blipFill>
          <a:blip r:embed="rId5"/>
          <a:stretch>
            <a:fillRect/>
          </a:stretch>
        </p:blipFill>
        <p:spPr>
          <a:xfrm>
            <a:off x="5958688" y="3840480"/>
            <a:ext cx="274320" cy="274320"/>
          </a:xfrm>
          <a:prstGeom prst="rect">
            <a:avLst/>
          </a:prstGeom>
        </p:spPr>
      </p:pic>
      <p:sp>
        <p:nvSpPr>
          <p:cNvPr id="23" name="anim|7|rise|362"/>
          <p:cNvSpPr/>
          <p:nvPr/>
        </p:nvSpPr>
        <p:spPr>
          <a:xfrm>
            <a:off x="4277258" y="3611880"/>
            <a:ext cx="731520" cy="731520"/>
          </a:xfrm>
          <a:prstGeom prst="ellipse">
            <a:avLst/>
          </a:prstGeom>
          <a:solidFill>
            <a:srgbClr val="6E1E33"/>
          </a:solidFill>
          <a:ln w="12700">
            <a:solidFill>
              <a:srgbClr val="6E1E33"/>
            </a:solidFill>
            <a:prstDash val="solid"/>
          </a:ln>
        </p:spPr>
      </p:sp>
      <p:pic>
        <p:nvPicPr>
          <p:cNvPr id="24" name="anim|7|rise|363" descr="C:\Users\AL-NOOR\Downloads\app-research-lab\app-research-lab\presentation\assets\icons\listcheck_white.png"/>
          <p:cNvPicPr>
            <a:picLocks noChangeAspect="1"/>
          </p:cNvPicPr>
          <p:nvPr/>
        </p:nvPicPr>
        <p:blipFill>
          <a:blip r:embed="rId7"/>
          <a:stretch>
            <a:fillRect/>
          </a:stretch>
        </p:blipFill>
        <p:spPr>
          <a:xfrm>
            <a:off x="4474769" y="3809390"/>
            <a:ext cx="336499" cy="336499"/>
          </a:xfrm>
          <a:prstGeom prst="rect">
            <a:avLst/>
          </a:prstGeom>
        </p:spPr>
      </p:pic>
      <p:sp>
        <p:nvSpPr>
          <p:cNvPr id="25" name="anim|7|rise|364"/>
          <p:cNvSpPr txBox="1"/>
          <p:nvPr/>
        </p:nvSpPr>
        <p:spPr>
          <a:xfrm>
            <a:off x="3454298" y="4434840"/>
            <a:ext cx="23774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مراجعة كل معلومة</a:t>
            </a:r>
            <a:endParaRPr lang="ar-IQ" sz="1700" dirty="0"/>
          </a:p>
        </p:txBody>
      </p:sp>
      <p:sp>
        <p:nvSpPr>
          <p:cNvPr id="26" name="anim|7|rise|365"/>
          <p:cNvSpPr txBox="1"/>
          <p:nvPr/>
        </p:nvSpPr>
        <p:spPr>
          <a:xfrm>
            <a:off x="3454298" y="4828032"/>
            <a:ext cx="2377440" cy="41148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مصدرها؟ مؤكدة؟</a:t>
            </a:r>
            <a:endParaRPr lang="ar-IQ" sz="1300" dirty="0"/>
          </a:p>
        </p:txBody>
      </p:sp>
      <p:pic>
        <p:nvPicPr>
          <p:cNvPr id="27" name="anim|7|rise|366" descr="C:\Users\AL-NOOR\Downloads\app-research-lab\app-research-lab\presentation\assets\icons\arrow_gold.png"/>
          <p:cNvPicPr>
            <a:picLocks noChangeAspect="1"/>
          </p:cNvPicPr>
          <p:nvPr/>
        </p:nvPicPr>
        <p:blipFill>
          <a:blip r:embed="rId5"/>
          <a:stretch>
            <a:fillRect/>
          </a:stretch>
        </p:blipFill>
        <p:spPr>
          <a:xfrm>
            <a:off x="3053029" y="3840480"/>
            <a:ext cx="274320" cy="274320"/>
          </a:xfrm>
          <a:prstGeom prst="rect">
            <a:avLst/>
          </a:prstGeom>
        </p:spPr>
      </p:pic>
      <p:sp>
        <p:nvSpPr>
          <p:cNvPr id="28" name="anim|8|rise|367"/>
          <p:cNvSpPr/>
          <p:nvPr/>
        </p:nvSpPr>
        <p:spPr>
          <a:xfrm>
            <a:off x="1371600" y="3611880"/>
            <a:ext cx="731520" cy="731520"/>
          </a:xfrm>
          <a:prstGeom prst="ellipse">
            <a:avLst/>
          </a:prstGeom>
          <a:solidFill>
            <a:srgbClr val="B08D57"/>
          </a:solidFill>
          <a:ln w="12700">
            <a:solidFill>
              <a:srgbClr val="B08D57"/>
            </a:solidFill>
            <a:prstDash val="solid"/>
          </a:ln>
        </p:spPr>
      </p:sp>
      <p:pic>
        <p:nvPicPr>
          <p:cNvPr id="29" name="anim|8|rise|368" descr="C:\Users\AL-NOOR\Downloads\app-research-lab\app-research-lab\presentation\assets\icons\badge_white.png"/>
          <p:cNvPicPr>
            <a:picLocks noChangeAspect="1"/>
          </p:cNvPicPr>
          <p:nvPr/>
        </p:nvPicPr>
        <p:blipFill>
          <a:blip r:embed="rId8"/>
          <a:stretch>
            <a:fillRect/>
          </a:stretch>
        </p:blipFill>
        <p:spPr>
          <a:xfrm>
            <a:off x="1569110" y="3809390"/>
            <a:ext cx="336499" cy="336499"/>
          </a:xfrm>
          <a:prstGeom prst="rect">
            <a:avLst/>
          </a:prstGeom>
        </p:spPr>
      </p:pic>
      <p:sp>
        <p:nvSpPr>
          <p:cNvPr id="30" name="anim|8|rise|369"/>
          <p:cNvSpPr txBox="1"/>
          <p:nvPr/>
        </p:nvSpPr>
        <p:spPr>
          <a:xfrm>
            <a:off x="548640" y="4434840"/>
            <a:ext cx="2377440" cy="411480"/>
          </a:xfrm>
          <a:prstGeom prst="rect">
            <a:avLst/>
          </a:prstGeom>
          <a:noFill/>
          <a:ln/>
        </p:spPr>
        <p:txBody>
          <a:bodyPr wrap="square" lIns="0" tIns="0" rIns="0" bIns="0" rtlCol="0" anchor="t"/>
          <a:lstStyle/>
          <a:p>
            <a:pPr marL="0" indent="0" algn="ctr" rtl="1">
              <a:buNone/>
            </a:pPr>
            <a:r>
              <a:rPr lang="ar-IQ" altLang="en-US" sz="1700" b="1" dirty="0">
                <a:solidFill>
                  <a:srgbClr val="221C1B"/>
                </a:solidFill>
                <a:latin typeface="Segoe UI" pitchFamily="34" charset="0"/>
                <a:ea typeface="Segoe UI" pitchFamily="34" charset="-122"/>
                <a:cs typeface="Segoe UI" pitchFamily="34" charset="-120"/>
              </a:rPr>
              <a:t>نشر</a:t>
            </a:r>
            <a:endParaRPr lang="ar-IQ" sz="1700" dirty="0"/>
          </a:p>
        </p:txBody>
      </p:sp>
      <p:sp>
        <p:nvSpPr>
          <p:cNvPr id="31" name="anim|8|rise|370"/>
          <p:cNvSpPr txBox="1"/>
          <p:nvPr/>
        </p:nvSpPr>
        <p:spPr>
          <a:xfrm>
            <a:off x="548640" y="4828032"/>
            <a:ext cx="2377440" cy="41148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يظهر للزوار</a:t>
            </a:r>
            <a:endParaRPr lang="ar-IQ" sz="1300" dirty="0"/>
          </a:p>
        </p:txBody>
      </p:sp>
      <p:sp>
        <p:nvSpPr>
          <p:cNvPr id="32" name="anim|9|fade|371"/>
          <p:cNvSpPr/>
          <p:nvPr/>
        </p:nvSpPr>
        <p:spPr>
          <a:xfrm>
            <a:off x="6415888" y="5577840"/>
            <a:ext cx="1920240" cy="457200"/>
          </a:xfrm>
          <a:prstGeom prst="roundRect">
            <a:avLst>
              <a:gd name="adj" fmla="val 50000"/>
            </a:avLst>
          </a:prstGeom>
          <a:solidFill>
            <a:srgbClr val="FFFFFF"/>
          </a:solidFill>
          <a:ln w="15875">
            <a:solidFill>
              <a:srgbClr val="6E1E33"/>
            </a:solidFill>
            <a:prstDash val="solid"/>
          </a:ln>
        </p:spPr>
      </p:sp>
      <p:sp>
        <p:nvSpPr>
          <p:cNvPr id="33" name="anim|9|fade|372"/>
          <p:cNvSpPr txBox="1"/>
          <p:nvPr/>
        </p:nvSpPr>
        <p:spPr>
          <a:xfrm>
            <a:off x="6415888" y="5577840"/>
            <a:ext cx="1920240" cy="457200"/>
          </a:xfrm>
          <a:prstGeom prst="rect">
            <a:avLst/>
          </a:prstGeom>
          <a:noFill/>
          <a:ln/>
        </p:spPr>
        <p:txBody>
          <a:bodyPr wrap="square" lIns="0" tIns="0" rIns="0" bIns="0" rtlCol="0" anchor="ctr"/>
          <a:lstStyle/>
          <a:p>
            <a:pPr marL="0" indent="0" algn="ctr" rtl="1">
              <a:buNone/>
            </a:pPr>
            <a:r>
              <a:rPr lang="ar-IQ" altLang="en-US" sz="1500" b="1" dirty="0">
                <a:solidFill>
                  <a:srgbClr val="6E1E33"/>
                </a:solidFill>
                <a:latin typeface="Segoe UI" pitchFamily="34" charset="0"/>
                <a:ea typeface="Segoe UI" pitchFamily="34" charset="-122"/>
                <a:cs typeface="Segoe UI" pitchFamily="34" charset="-120"/>
              </a:rPr>
              <a:t>من المصدر</a:t>
            </a:r>
            <a:endParaRPr lang="ar-IQ" sz="1500" dirty="0"/>
          </a:p>
        </p:txBody>
      </p:sp>
      <p:sp>
        <p:nvSpPr>
          <p:cNvPr id="34" name="anim|9|fade|373"/>
          <p:cNvSpPr/>
          <p:nvPr/>
        </p:nvSpPr>
        <p:spPr>
          <a:xfrm>
            <a:off x="4267048" y="5577840"/>
            <a:ext cx="1920240" cy="457200"/>
          </a:xfrm>
          <a:prstGeom prst="roundRect">
            <a:avLst>
              <a:gd name="adj" fmla="val 50000"/>
            </a:avLst>
          </a:prstGeom>
          <a:solidFill>
            <a:srgbClr val="FFFFFF"/>
          </a:solidFill>
          <a:ln w="15875">
            <a:solidFill>
              <a:srgbClr val="B08D57"/>
            </a:solidFill>
            <a:prstDash val="solid"/>
          </a:ln>
        </p:spPr>
      </p:sp>
      <p:sp>
        <p:nvSpPr>
          <p:cNvPr id="35" name="anim|9|fade|374"/>
          <p:cNvSpPr txBox="1"/>
          <p:nvPr/>
        </p:nvSpPr>
        <p:spPr>
          <a:xfrm>
            <a:off x="4267048" y="5577840"/>
            <a:ext cx="1920240" cy="457200"/>
          </a:xfrm>
          <a:prstGeom prst="rect">
            <a:avLst/>
          </a:prstGeom>
          <a:noFill/>
          <a:ln/>
        </p:spPr>
        <p:txBody>
          <a:bodyPr wrap="square" lIns="0" tIns="0" rIns="0" bIns="0" rtlCol="0" anchor="ctr"/>
          <a:lstStyle/>
          <a:p>
            <a:pPr marL="0" indent="0" algn="ctr" rtl="1">
              <a:buNone/>
            </a:pPr>
            <a:r>
              <a:rPr lang="ar-IQ" altLang="en-US" sz="1500" b="1" dirty="0">
                <a:solidFill>
                  <a:srgbClr val="B08D57"/>
                </a:solidFill>
                <a:latin typeface="Segoe UI" pitchFamily="34" charset="0"/>
                <a:ea typeface="Segoe UI" pitchFamily="34" charset="-122"/>
                <a:cs typeface="Segoe UI" pitchFamily="34" charset="-120"/>
              </a:rPr>
              <a:t>غير مؤكد</a:t>
            </a:r>
            <a:endParaRPr lang="ar-IQ" sz="1500" dirty="0"/>
          </a:p>
        </p:txBody>
      </p:sp>
      <p:sp>
        <p:nvSpPr>
          <p:cNvPr id="36" name="anim|9|fade|375"/>
          <p:cNvSpPr/>
          <p:nvPr/>
        </p:nvSpPr>
        <p:spPr>
          <a:xfrm>
            <a:off x="2118208" y="5577840"/>
            <a:ext cx="1920240" cy="457200"/>
          </a:xfrm>
          <a:prstGeom prst="roundRect">
            <a:avLst>
              <a:gd name="adj" fmla="val 50000"/>
            </a:avLst>
          </a:prstGeom>
          <a:solidFill>
            <a:srgbClr val="FFFFFF"/>
          </a:solidFill>
          <a:ln w="15875">
            <a:solidFill>
              <a:srgbClr val="6E6461"/>
            </a:solidFill>
            <a:prstDash val="solid"/>
          </a:ln>
        </p:spPr>
      </p:sp>
      <p:sp>
        <p:nvSpPr>
          <p:cNvPr id="37" name="anim|9|fade|376"/>
          <p:cNvSpPr txBox="1"/>
          <p:nvPr/>
        </p:nvSpPr>
        <p:spPr>
          <a:xfrm>
            <a:off x="2118208" y="5577840"/>
            <a:ext cx="1920240" cy="457200"/>
          </a:xfrm>
          <a:prstGeom prst="rect">
            <a:avLst/>
          </a:prstGeom>
          <a:noFill/>
          <a:ln/>
        </p:spPr>
        <p:txBody>
          <a:bodyPr wrap="square" lIns="0" tIns="0" rIns="0" bIns="0" rtlCol="0" anchor="ctr"/>
          <a:lstStyle/>
          <a:p>
            <a:pPr marL="0" indent="0" algn="ctr" rtl="1">
              <a:buNone/>
            </a:pPr>
            <a:r>
              <a:rPr lang="ar-IQ" altLang="en-US" sz="1500" b="1" dirty="0">
                <a:solidFill>
                  <a:srgbClr val="6E6461"/>
                </a:solidFill>
                <a:latin typeface="Segoe UI" pitchFamily="34" charset="0"/>
                <a:ea typeface="Segoe UI" pitchFamily="34" charset="-122"/>
                <a:cs typeface="Segoe UI" pitchFamily="34" charset="-120"/>
              </a:rPr>
              <a:t>غير متوفر</a:t>
            </a:r>
            <a:endParaRPr lang="ar-IQ" sz="1500" dirty="0"/>
          </a:p>
        </p:txBody>
      </p:sp>
      <p:sp>
        <p:nvSpPr>
          <p:cNvPr id="38" name="Text 29"/>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15</a:t>
            </a:r>
            <a:endParaRPr lang="en-US" sz="1000" dirty="0"/>
          </a:p>
        </p:txBody>
      </p:sp>
      <p:sp>
        <p:nvSpPr>
          <p:cNvPr id="39" name="Text 30"/>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53" presetClass="entr" presetSubtype="16" fill="hold" nodeType="withEffect">
                                  <p:stCondLst>
                                    <p:cond delay="275"/>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par>
                                <p:cTn id="16" presetID="53" presetClass="entr" presetSubtype="16" fill="hold" grpId="0" nodeType="withEffect">
                                  <p:stCondLst>
                                    <p:cond delay="275"/>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par>
                                <p:cTn id="21" presetID="53" presetClass="entr" presetSubtype="16" fill="hold" grpId="0" nodeType="withEffect">
                                  <p:stCondLst>
                                    <p:cond delay="275"/>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nodeType="withEffect">
                                  <p:stCondLst>
                                    <p:cond delay="55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par>
                                <p:cTn id="31" presetID="53" presetClass="entr" presetSubtype="16" fill="hold" grpId="0" nodeType="withEffect">
                                  <p:stCondLst>
                                    <p:cond delay="55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Effect transition="in" filter="fade">
                                      <p:cBhvr>
                                        <p:cTn id="35" dur="500"/>
                                        <p:tgtEl>
                                          <p:spTgt spid="8"/>
                                        </p:tgtEl>
                                      </p:cBhvr>
                                    </p:animEffect>
                                  </p:childTnLst>
                                </p:cTn>
                              </p:par>
                              <p:par>
                                <p:cTn id="36" presetID="53" presetClass="entr" presetSubtype="16" fill="hold" grpId="0" nodeType="withEffect">
                                  <p:stCondLst>
                                    <p:cond delay="55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par>
                                <p:cTn id="41" presetID="53" presetClass="entr" presetSubtype="16" fill="hold" nodeType="withEffect">
                                  <p:stCondLst>
                                    <p:cond delay="825"/>
                                  </p:stCondLst>
                                  <p:childTnLst>
                                    <p:set>
                                      <p:cBhvr>
                                        <p:cTn id="42" dur="1" fill="hold">
                                          <p:stCondLst>
                                            <p:cond delay="0"/>
                                          </p:stCondLst>
                                        </p:cTn>
                                        <p:tgtEl>
                                          <p:spTgt spid="10"/>
                                        </p:tgtEl>
                                        <p:attrNameLst>
                                          <p:attrName>style.visibility</p:attrName>
                                        </p:attrNameLst>
                                      </p:cBhvr>
                                      <p:to>
                                        <p:strVal val="visible"/>
                                      </p:to>
                                    </p:set>
                                    <p:anim calcmode="lin" valueType="num">
                                      <p:cBhvr>
                                        <p:cTn id="43" dur="500" fill="hold"/>
                                        <p:tgtEl>
                                          <p:spTgt spid="10"/>
                                        </p:tgtEl>
                                        <p:attrNameLst>
                                          <p:attrName>ppt_w</p:attrName>
                                        </p:attrNameLst>
                                      </p:cBhvr>
                                      <p:tavLst>
                                        <p:tav tm="0">
                                          <p:val>
                                            <p:fltVal val="0"/>
                                          </p:val>
                                        </p:tav>
                                        <p:tav tm="100000">
                                          <p:val>
                                            <p:strVal val="#ppt_w"/>
                                          </p:val>
                                        </p:tav>
                                      </p:tavLst>
                                    </p:anim>
                                    <p:anim calcmode="lin" valueType="num">
                                      <p:cBhvr>
                                        <p:cTn id="44" dur="500" fill="hold"/>
                                        <p:tgtEl>
                                          <p:spTgt spid="10"/>
                                        </p:tgtEl>
                                        <p:attrNameLst>
                                          <p:attrName>ppt_h</p:attrName>
                                        </p:attrNameLst>
                                      </p:cBhvr>
                                      <p:tavLst>
                                        <p:tav tm="0">
                                          <p:val>
                                            <p:fltVal val="0"/>
                                          </p:val>
                                        </p:tav>
                                        <p:tav tm="100000">
                                          <p:val>
                                            <p:strVal val="#ppt_h"/>
                                          </p:val>
                                        </p:tav>
                                      </p:tavLst>
                                    </p:anim>
                                    <p:animEffect transition="in" filter="fade">
                                      <p:cBhvr>
                                        <p:cTn id="45" dur="500"/>
                                        <p:tgtEl>
                                          <p:spTgt spid="10"/>
                                        </p:tgtEl>
                                      </p:cBhvr>
                                    </p:animEffect>
                                  </p:childTnLst>
                                </p:cTn>
                              </p:par>
                              <p:par>
                                <p:cTn id="46" presetID="53" presetClass="entr" presetSubtype="16" fill="hold" grpId="0" nodeType="withEffect">
                                  <p:stCondLst>
                                    <p:cond delay="825"/>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animEffect transition="in" filter="fade">
                                      <p:cBhvr>
                                        <p:cTn id="50" dur="500"/>
                                        <p:tgtEl>
                                          <p:spTgt spid="11"/>
                                        </p:tgtEl>
                                      </p:cBhvr>
                                    </p:animEffect>
                                  </p:childTnLst>
                                </p:cTn>
                              </p:par>
                              <p:par>
                                <p:cTn id="51" presetID="53" presetClass="entr" presetSubtype="16" fill="hold" grpId="0" nodeType="withEffect">
                                  <p:stCondLst>
                                    <p:cond delay="825"/>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ppt_w</p:attrName>
                                        </p:attrNameLst>
                                      </p:cBhvr>
                                      <p:tavLst>
                                        <p:tav tm="0">
                                          <p:val>
                                            <p:fltVal val="0"/>
                                          </p:val>
                                        </p:tav>
                                        <p:tav tm="100000">
                                          <p:val>
                                            <p:strVal val="#ppt_w"/>
                                          </p:val>
                                        </p:tav>
                                      </p:tavLst>
                                    </p:anim>
                                    <p:anim calcmode="lin" valueType="num">
                                      <p:cBhvr>
                                        <p:cTn id="54" dur="500" fill="hold"/>
                                        <p:tgtEl>
                                          <p:spTgt spid="12"/>
                                        </p:tgtEl>
                                        <p:attrNameLst>
                                          <p:attrName>ppt_h</p:attrName>
                                        </p:attrNameLst>
                                      </p:cBhvr>
                                      <p:tavLst>
                                        <p:tav tm="0">
                                          <p:val>
                                            <p:fltVal val="0"/>
                                          </p:val>
                                        </p:tav>
                                        <p:tav tm="100000">
                                          <p:val>
                                            <p:strVal val="#ppt_h"/>
                                          </p:val>
                                        </p:tav>
                                      </p:tavLst>
                                    </p:anim>
                                    <p:animEffect transition="in" filter="fade">
                                      <p:cBhvr>
                                        <p:cTn id="55" dur="500"/>
                                        <p:tgtEl>
                                          <p:spTgt spid="12"/>
                                        </p:tgtEl>
                                      </p:cBhvr>
                                    </p:animEffect>
                                  </p:childTnLst>
                                </p:cTn>
                              </p:par>
                              <p:par>
                                <p:cTn id="56" presetID="37" presetClass="entr" presetSubtype="0" fill="hold" nodeType="withEffect">
                                  <p:stCondLst>
                                    <p:cond delay="11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p:cTn id="59" dur="600" fill="hold"/>
                                        <p:tgtEl>
                                          <p:spTgt spid="13"/>
                                        </p:tgtEl>
                                        <p:attrNameLst>
                                          <p:attrName>ppt_x</p:attrName>
                                        </p:attrNameLst>
                                      </p:cBhvr>
                                      <p:tavLst>
                                        <p:tav tm="0">
                                          <p:val>
                                            <p:strVal val="#ppt_x"/>
                                          </p:val>
                                        </p:tav>
                                        <p:tav tm="100000">
                                          <p:val>
                                            <p:strVal val="#ppt_x"/>
                                          </p:val>
                                        </p:tav>
                                      </p:tavLst>
                                    </p:anim>
                                    <p:anim calcmode="lin" valueType="num">
                                      <p:cBhvr>
                                        <p:cTn id="60" dur="540" decel="100000" fill="hold"/>
                                        <p:tgtEl>
                                          <p:spTgt spid="13"/>
                                        </p:tgtEl>
                                        <p:attrNameLst>
                                          <p:attrName>ppt_y</p:attrName>
                                        </p:attrNameLst>
                                      </p:cBhvr>
                                      <p:tavLst>
                                        <p:tav tm="0">
                                          <p:val>
                                            <p:strVal val="#ppt_y+1"/>
                                          </p:val>
                                        </p:tav>
                                        <p:tav tm="100000">
                                          <p:val>
                                            <p:strVal val="#ppt_y-.03"/>
                                          </p:val>
                                        </p:tav>
                                      </p:tavLst>
                                    </p:anim>
                                    <p:anim calcmode="lin" valueType="num">
                                      <p:cBhvr>
                                        <p:cTn id="61" dur="60" accel="100000" fill="hold">
                                          <p:stCondLst>
                                            <p:cond delay="540"/>
                                          </p:stCondLst>
                                        </p:cTn>
                                        <p:tgtEl>
                                          <p:spTgt spid="13"/>
                                        </p:tgtEl>
                                        <p:attrNameLst>
                                          <p:attrName>ppt_y</p:attrName>
                                        </p:attrNameLst>
                                      </p:cBhvr>
                                      <p:tavLst>
                                        <p:tav tm="0">
                                          <p:val>
                                            <p:strVal val="#ppt_y-.03"/>
                                          </p:val>
                                        </p:tav>
                                        <p:tav tm="100000">
                                          <p:val>
                                            <p:strVal val="#ppt_y"/>
                                          </p:val>
                                        </p:tav>
                                      </p:tavLst>
                                    </p:anim>
                                  </p:childTnLst>
                                </p:cTn>
                              </p:par>
                              <p:par>
                                <p:cTn id="62" presetID="37" presetClass="entr" presetSubtype="0" fill="hold" nodeType="withEffect">
                                  <p:stCondLst>
                                    <p:cond delay="110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600"/>
                                        <p:tgtEl>
                                          <p:spTgt spid="14"/>
                                        </p:tgtEl>
                                      </p:cBhvr>
                                    </p:animEffect>
                                    <p:anim calcmode="lin" valueType="num">
                                      <p:cBhvr>
                                        <p:cTn id="65" dur="600" fill="hold"/>
                                        <p:tgtEl>
                                          <p:spTgt spid="14"/>
                                        </p:tgtEl>
                                        <p:attrNameLst>
                                          <p:attrName>ppt_x</p:attrName>
                                        </p:attrNameLst>
                                      </p:cBhvr>
                                      <p:tavLst>
                                        <p:tav tm="0">
                                          <p:val>
                                            <p:strVal val="#ppt_x"/>
                                          </p:val>
                                        </p:tav>
                                        <p:tav tm="100000">
                                          <p:val>
                                            <p:strVal val="#ppt_x"/>
                                          </p:val>
                                        </p:tav>
                                      </p:tavLst>
                                    </p:anim>
                                    <p:anim calcmode="lin" valueType="num">
                                      <p:cBhvr>
                                        <p:cTn id="66" dur="540" decel="100000" fill="hold"/>
                                        <p:tgtEl>
                                          <p:spTgt spid="14"/>
                                        </p:tgtEl>
                                        <p:attrNameLst>
                                          <p:attrName>ppt_y</p:attrName>
                                        </p:attrNameLst>
                                      </p:cBhvr>
                                      <p:tavLst>
                                        <p:tav tm="0">
                                          <p:val>
                                            <p:strVal val="#ppt_y+1"/>
                                          </p:val>
                                        </p:tav>
                                        <p:tav tm="100000">
                                          <p:val>
                                            <p:strVal val="#ppt_y-.03"/>
                                          </p:val>
                                        </p:tav>
                                      </p:tavLst>
                                    </p:anim>
                                    <p:anim calcmode="lin" valueType="num">
                                      <p:cBhvr>
                                        <p:cTn id="67"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par>
                                <p:cTn id="68" presetID="37" presetClass="entr" presetSubtype="0" fill="hold" grpId="0" nodeType="withEffect">
                                  <p:stCondLst>
                                    <p:cond delay="110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600"/>
                                        <p:tgtEl>
                                          <p:spTgt spid="15"/>
                                        </p:tgtEl>
                                      </p:cBhvr>
                                    </p:animEffect>
                                    <p:anim calcmode="lin" valueType="num">
                                      <p:cBhvr>
                                        <p:cTn id="71" dur="600" fill="hold"/>
                                        <p:tgtEl>
                                          <p:spTgt spid="15"/>
                                        </p:tgtEl>
                                        <p:attrNameLst>
                                          <p:attrName>ppt_x</p:attrName>
                                        </p:attrNameLst>
                                      </p:cBhvr>
                                      <p:tavLst>
                                        <p:tav tm="0">
                                          <p:val>
                                            <p:strVal val="#ppt_x"/>
                                          </p:val>
                                        </p:tav>
                                        <p:tav tm="100000">
                                          <p:val>
                                            <p:strVal val="#ppt_x"/>
                                          </p:val>
                                        </p:tav>
                                      </p:tavLst>
                                    </p:anim>
                                    <p:anim calcmode="lin" valueType="num">
                                      <p:cBhvr>
                                        <p:cTn id="72" dur="540" decel="100000" fill="hold"/>
                                        <p:tgtEl>
                                          <p:spTgt spid="15"/>
                                        </p:tgtEl>
                                        <p:attrNameLst>
                                          <p:attrName>ppt_y</p:attrName>
                                        </p:attrNameLst>
                                      </p:cBhvr>
                                      <p:tavLst>
                                        <p:tav tm="0">
                                          <p:val>
                                            <p:strVal val="#ppt_y+1"/>
                                          </p:val>
                                        </p:tav>
                                        <p:tav tm="100000">
                                          <p:val>
                                            <p:strVal val="#ppt_y-.03"/>
                                          </p:val>
                                        </p:tav>
                                      </p:tavLst>
                                    </p:anim>
                                    <p:anim calcmode="lin" valueType="num">
                                      <p:cBhvr>
                                        <p:cTn id="73"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par>
                                <p:cTn id="74" presetID="37" presetClass="entr" presetSubtype="0" fill="hold" grpId="0" nodeType="withEffect">
                                  <p:stCondLst>
                                    <p:cond delay="110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600"/>
                                        <p:tgtEl>
                                          <p:spTgt spid="16"/>
                                        </p:tgtEl>
                                      </p:cBhvr>
                                    </p:animEffect>
                                    <p:anim calcmode="lin" valueType="num">
                                      <p:cBhvr>
                                        <p:cTn id="77" dur="600" fill="hold"/>
                                        <p:tgtEl>
                                          <p:spTgt spid="16"/>
                                        </p:tgtEl>
                                        <p:attrNameLst>
                                          <p:attrName>ppt_x</p:attrName>
                                        </p:attrNameLst>
                                      </p:cBhvr>
                                      <p:tavLst>
                                        <p:tav tm="0">
                                          <p:val>
                                            <p:strVal val="#ppt_x"/>
                                          </p:val>
                                        </p:tav>
                                        <p:tav tm="100000">
                                          <p:val>
                                            <p:strVal val="#ppt_x"/>
                                          </p:val>
                                        </p:tav>
                                      </p:tavLst>
                                    </p:anim>
                                    <p:anim calcmode="lin" valueType="num">
                                      <p:cBhvr>
                                        <p:cTn id="78" dur="540" decel="100000" fill="hold"/>
                                        <p:tgtEl>
                                          <p:spTgt spid="16"/>
                                        </p:tgtEl>
                                        <p:attrNameLst>
                                          <p:attrName>ppt_y</p:attrName>
                                        </p:attrNameLst>
                                      </p:cBhvr>
                                      <p:tavLst>
                                        <p:tav tm="0">
                                          <p:val>
                                            <p:strVal val="#ppt_y+1"/>
                                          </p:val>
                                        </p:tav>
                                        <p:tav tm="100000">
                                          <p:val>
                                            <p:strVal val="#ppt_y-.03"/>
                                          </p:val>
                                        </p:tav>
                                      </p:tavLst>
                                    </p:anim>
                                    <p:anim calcmode="lin" valueType="num">
                                      <p:cBhvr>
                                        <p:cTn id="79"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80" presetID="37" presetClass="entr" presetSubtype="0" fill="hold" nodeType="withEffect">
                                  <p:stCondLst>
                                    <p:cond delay="110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600"/>
                                        <p:tgtEl>
                                          <p:spTgt spid="17"/>
                                        </p:tgtEl>
                                      </p:cBhvr>
                                    </p:animEffect>
                                    <p:anim calcmode="lin" valueType="num">
                                      <p:cBhvr>
                                        <p:cTn id="83" dur="600" fill="hold"/>
                                        <p:tgtEl>
                                          <p:spTgt spid="17"/>
                                        </p:tgtEl>
                                        <p:attrNameLst>
                                          <p:attrName>ppt_x</p:attrName>
                                        </p:attrNameLst>
                                      </p:cBhvr>
                                      <p:tavLst>
                                        <p:tav tm="0">
                                          <p:val>
                                            <p:strVal val="#ppt_x"/>
                                          </p:val>
                                        </p:tav>
                                        <p:tav tm="100000">
                                          <p:val>
                                            <p:strVal val="#ppt_x"/>
                                          </p:val>
                                        </p:tav>
                                      </p:tavLst>
                                    </p:anim>
                                    <p:anim calcmode="lin" valueType="num">
                                      <p:cBhvr>
                                        <p:cTn id="84" dur="540" decel="100000" fill="hold"/>
                                        <p:tgtEl>
                                          <p:spTgt spid="17"/>
                                        </p:tgtEl>
                                        <p:attrNameLst>
                                          <p:attrName>ppt_y</p:attrName>
                                        </p:attrNameLst>
                                      </p:cBhvr>
                                      <p:tavLst>
                                        <p:tav tm="0">
                                          <p:val>
                                            <p:strVal val="#ppt_y+1"/>
                                          </p:val>
                                        </p:tav>
                                        <p:tav tm="100000">
                                          <p:val>
                                            <p:strVal val="#ppt_y-.03"/>
                                          </p:val>
                                        </p:tav>
                                      </p:tavLst>
                                    </p:anim>
                                    <p:anim calcmode="lin" valueType="num">
                                      <p:cBhvr>
                                        <p:cTn id="85"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86" presetID="37" presetClass="entr" presetSubtype="0" fill="hold" nodeType="withEffect">
                                  <p:stCondLst>
                                    <p:cond delay="1375"/>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anim calcmode="lin" valueType="num">
                                      <p:cBhvr>
                                        <p:cTn id="89" dur="600" fill="hold"/>
                                        <p:tgtEl>
                                          <p:spTgt spid="18"/>
                                        </p:tgtEl>
                                        <p:attrNameLst>
                                          <p:attrName>ppt_x</p:attrName>
                                        </p:attrNameLst>
                                      </p:cBhvr>
                                      <p:tavLst>
                                        <p:tav tm="0">
                                          <p:val>
                                            <p:strVal val="#ppt_x"/>
                                          </p:val>
                                        </p:tav>
                                        <p:tav tm="100000">
                                          <p:val>
                                            <p:strVal val="#ppt_x"/>
                                          </p:val>
                                        </p:tav>
                                      </p:tavLst>
                                    </p:anim>
                                    <p:anim calcmode="lin" valueType="num">
                                      <p:cBhvr>
                                        <p:cTn id="90" dur="540" decel="100000" fill="hold"/>
                                        <p:tgtEl>
                                          <p:spTgt spid="18"/>
                                        </p:tgtEl>
                                        <p:attrNameLst>
                                          <p:attrName>ppt_y</p:attrName>
                                        </p:attrNameLst>
                                      </p:cBhvr>
                                      <p:tavLst>
                                        <p:tav tm="0">
                                          <p:val>
                                            <p:strVal val="#ppt_y+1"/>
                                          </p:val>
                                        </p:tav>
                                        <p:tav tm="100000">
                                          <p:val>
                                            <p:strVal val="#ppt_y-.03"/>
                                          </p:val>
                                        </p:tav>
                                      </p:tavLst>
                                    </p:anim>
                                    <p:anim calcmode="lin" valueType="num">
                                      <p:cBhvr>
                                        <p:cTn id="91"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par>
                                <p:cTn id="92" presetID="37" presetClass="entr" presetSubtype="0" fill="hold" nodeType="withEffect">
                                  <p:stCondLst>
                                    <p:cond delay="1375"/>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600"/>
                                        <p:tgtEl>
                                          <p:spTgt spid="19"/>
                                        </p:tgtEl>
                                      </p:cBhvr>
                                    </p:animEffect>
                                    <p:anim calcmode="lin" valueType="num">
                                      <p:cBhvr>
                                        <p:cTn id="95" dur="600" fill="hold"/>
                                        <p:tgtEl>
                                          <p:spTgt spid="19"/>
                                        </p:tgtEl>
                                        <p:attrNameLst>
                                          <p:attrName>ppt_x</p:attrName>
                                        </p:attrNameLst>
                                      </p:cBhvr>
                                      <p:tavLst>
                                        <p:tav tm="0">
                                          <p:val>
                                            <p:strVal val="#ppt_x"/>
                                          </p:val>
                                        </p:tav>
                                        <p:tav tm="100000">
                                          <p:val>
                                            <p:strVal val="#ppt_x"/>
                                          </p:val>
                                        </p:tav>
                                      </p:tavLst>
                                    </p:anim>
                                    <p:anim calcmode="lin" valueType="num">
                                      <p:cBhvr>
                                        <p:cTn id="96" dur="540" decel="100000" fill="hold"/>
                                        <p:tgtEl>
                                          <p:spTgt spid="19"/>
                                        </p:tgtEl>
                                        <p:attrNameLst>
                                          <p:attrName>ppt_y</p:attrName>
                                        </p:attrNameLst>
                                      </p:cBhvr>
                                      <p:tavLst>
                                        <p:tav tm="0">
                                          <p:val>
                                            <p:strVal val="#ppt_y+1"/>
                                          </p:val>
                                        </p:tav>
                                        <p:tav tm="100000">
                                          <p:val>
                                            <p:strVal val="#ppt_y-.03"/>
                                          </p:val>
                                        </p:tav>
                                      </p:tavLst>
                                    </p:anim>
                                    <p:anim calcmode="lin" valueType="num">
                                      <p:cBhvr>
                                        <p:cTn id="97" dur="60" accel="100000" fill="hold">
                                          <p:stCondLst>
                                            <p:cond delay="540"/>
                                          </p:stCondLst>
                                        </p:cTn>
                                        <p:tgtEl>
                                          <p:spTgt spid="19"/>
                                        </p:tgtEl>
                                        <p:attrNameLst>
                                          <p:attrName>ppt_y</p:attrName>
                                        </p:attrNameLst>
                                      </p:cBhvr>
                                      <p:tavLst>
                                        <p:tav tm="0">
                                          <p:val>
                                            <p:strVal val="#ppt_y-.03"/>
                                          </p:val>
                                        </p:tav>
                                        <p:tav tm="100000">
                                          <p:val>
                                            <p:strVal val="#ppt_y"/>
                                          </p:val>
                                        </p:tav>
                                      </p:tavLst>
                                    </p:anim>
                                  </p:childTnLst>
                                </p:cTn>
                              </p:par>
                              <p:par>
                                <p:cTn id="98" presetID="37" presetClass="entr" presetSubtype="0" fill="hold" grpId="0" nodeType="withEffect">
                                  <p:stCondLst>
                                    <p:cond delay="1375"/>
                                  </p:stCondLst>
                                  <p:childTnLst>
                                    <p:set>
                                      <p:cBhvr>
                                        <p:cTn id="99" dur="1" fill="hold">
                                          <p:stCondLst>
                                            <p:cond delay="0"/>
                                          </p:stCondLst>
                                        </p:cTn>
                                        <p:tgtEl>
                                          <p:spTgt spid="20"/>
                                        </p:tgtEl>
                                        <p:attrNameLst>
                                          <p:attrName>style.visibility</p:attrName>
                                        </p:attrNameLst>
                                      </p:cBhvr>
                                      <p:to>
                                        <p:strVal val="visible"/>
                                      </p:to>
                                    </p:set>
                                    <p:animEffect transition="in" filter="fade">
                                      <p:cBhvr>
                                        <p:cTn id="100" dur="600"/>
                                        <p:tgtEl>
                                          <p:spTgt spid="20"/>
                                        </p:tgtEl>
                                      </p:cBhvr>
                                    </p:animEffect>
                                    <p:anim calcmode="lin" valueType="num">
                                      <p:cBhvr>
                                        <p:cTn id="101" dur="600" fill="hold"/>
                                        <p:tgtEl>
                                          <p:spTgt spid="20"/>
                                        </p:tgtEl>
                                        <p:attrNameLst>
                                          <p:attrName>ppt_x</p:attrName>
                                        </p:attrNameLst>
                                      </p:cBhvr>
                                      <p:tavLst>
                                        <p:tav tm="0">
                                          <p:val>
                                            <p:strVal val="#ppt_x"/>
                                          </p:val>
                                        </p:tav>
                                        <p:tav tm="100000">
                                          <p:val>
                                            <p:strVal val="#ppt_x"/>
                                          </p:val>
                                        </p:tav>
                                      </p:tavLst>
                                    </p:anim>
                                    <p:anim calcmode="lin" valueType="num">
                                      <p:cBhvr>
                                        <p:cTn id="102" dur="540" decel="100000" fill="hold"/>
                                        <p:tgtEl>
                                          <p:spTgt spid="20"/>
                                        </p:tgtEl>
                                        <p:attrNameLst>
                                          <p:attrName>ppt_y</p:attrName>
                                        </p:attrNameLst>
                                      </p:cBhvr>
                                      <p:tavLst>
                                        <p:tav tm="0">
                                          <p:val>
                                            <p:strVal val="#ppt_y+1"/>
                                          </p:val>
                                        </p:tav>
                                        <p:tav tm="100000">
                                          <p:val>
                                            <p:strVal val="#ppt_y-.03"/>
                                          </p:val>
                                        </p:tav>
                                      </p:tavLst>
                                    </p:anim>
                                    <p:anim calcmode="lin" valueType="num">
                                      <p:cBhvr>
                                        <p:cTn id="103" dur="60" accel="100000" fill="hold">
                                          <p:stCondLst>
                                            <p:cond delay="540"/>
                                          </p:stCondLst>
                                        </p:cTn>
                                        <p:tgtEl>
                                          <p:spTgt spid="20"/>
                                        </p:tgtEl>
                                        <p:attrNameLst>
                                          <p:attrName>ppt_y</p:attrName>
                                        </p:attrNameLst>
                                      </p:cBhvr>
                                      <p:tavLst>
                                        <p:tav tm="0">
                                          <p:val>
                                            <p:strVal val="#ppt_y-.03"/>
                                          </p:val>
                                        </p:tav>
                                        <p:tav tm="100000">
                                          <p:val>
                                            <p:strVal val="#ppt_y"/>
                                          </p:val>
                                        </p:tav>
                                      </p:tavLst>
                                    </p:anim>
                                  </p:childTnLst>
                                </p:cTn>
                              </p:par>
                              <p:par>
                                <p:cTn id="104" presetID="37" presetClass="entr" presetSubtype="0" fill="hold" grpId="0" nodeType="withEffect">
                                  <p:stCondLst>
                                    <p:cond delay="1375"/>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600"/>
                                        <p:tgtEl>
                                          <p:spTgt spid="21"/>
                                        </p:tgtEl>
                                      </p:cBhvr>
                                    </p:animEffect>
                                    <p:anim calcmode="lin" valueType="num">
                                      <p:cBhvr>
                                        <p:cTn id="107" dur="600" fill="hold"/>
                                        <p:tgtEl>
                                          <p:spTgt spid="21"/>
                                        </p:tgtEl>
                                        <p:attrNameLst>
                                          <p:attrName>ppt_x</p:attrName>
                                        </p:attrNameLst>
                                      </p:cBhvr>
                                      <p:tavLst>
                                        <p:tav tm="0">
                                          <p:val>
                                            <p:strVal val="#ppt_x"/>
                                          </p:val>
                                        </p:tav>
                                        <p:tav tm="100000">
                                          <p:val>
                                            <p:strVal val="#ppt_x"/>
                                          </p:val>
                                        </p:tav>
                                      </p:tavLst>
                                    </p:anim>
                                    <p:anim calcmode="lin" valueType="num">
                                      <p:cBhvr>
                                        <p:cTn id="108" dur="540" decel="100000" fill="hold"/>
                                        <p:tgtEl>
                                          <p:spTgt spid="21"/>
                                        </p:tgtEl>
                                        <p:attrNameLst>
                                          <p:attrName>ppt_y</p:attrName>
                                        </p:attrNameLst>
                                      </p:cBhvr>
                                      <p:tavLst>
                                        <p:tav tm="0">
                                          <p:val>
                                            <p:strVal val="#ppt_y+1"/>
                                          </p:val>
                                        </p:tav>
                                        <p:tav tm="100000">
                                          <p:val>
                                            <p:strVal val="#ppt_y-.03"/>
                                          </p:val>
                                        </p:tav>
                                      </p:tavLst>
                                    </p:anim>
                                    <p:anim calcmode="lin" valueType="num">
                                      <p:cBhvr>
                                        <p:cTn id="109" dur="60" accel="100000" fill="hold">
                                          <p:stCondLst>
                                            <p:cond delay="540"/>
                                          </p:stCondLst>
                                        </p:cTn>
                                        <p:tgtEl>
                                          <p:spTgt spid="21"/>
                                        </p:tgtEl>
                                        <p:attrNameLst>
                                          <p:attrName>ppt_y</p:attrName>
                                        </p:attrNameLst>
                                      </p:cBhvr>
                                      <p:tavLst>
                                        <p:tav tm="0">
                                          <p:val>
                                            <p:strVal val="#ppt_y-.03"/>
                                          </p:val>
                                        </p:tav>
                                        <p:tav tm="100000">
                                          <p:val>
                                            <p:strVal val="#ppt_y"/>
                                          </p:val>
                                        </p:tav>
                                      </p:tavLst>
                                    </p:anim>
                                  </p:childTnLst>
                                </p:cTn>
                              </p:par>
                              <p:par>
                                <p:cTn id="110" presetID="37" presetClass="entr" presetSubtype="0" fill="hold" nodeType="withEffect">
                                  <p:stCondLst>
                                    <p:cond delay="1375"/>
                                  </p:stCondLst>
                                  <p:childTnLst>
                                    <p:set>
                                      <p:cBhvr>
                                        <p:cTn id="111" dur="1" fill="hold">
                                          <p:stCondLst>
                                            <p:cond delay="0"/>
                                          </p:stCondLst>
                                        </p:cTn>
                                        <p:tgtEl>
                                          <p:spTgt spid="22"/>
                                        </p:tgtEl>
                                        <p:attrNameLst>
                                          <p:attrName>style.visibility</p:attrName>
                                        </p:attrNameLst>
                                      </p:cBhvr>
                                      <p:to>
                                        <p:strVal val="visible"/>
                                      </p:to>
                                    </p:set>
                                    <p:animEffect transition="in" filter="fade">
                                      <p:cBhvr>
                                        <p:cTn id="112" dur="600"/>
                                        <p:tgtEl>
                                          <p:spTgt spid="22"/>
                                        </p:tgtEl>
                                      </p:cBhvr>
                                    </p:animEffect>
                                    <p:anim calcmode="lin" valueType="num">
                                      <p:cBhvr>
                                        <p:cTn id="113" dur="600" fill="hold"/>
                                        <p:tgtEl>
                                          <p:spTgt spid="22"/>
                                        </p:tgtEl>
                                        <p:attrNameLst>
                                          <p:attrName>ppt_x</p:attrName>
                                        </p:attrNameLst>
                                      </p:cBhvr>
                                      <p:tavLst>
                                        <p:tav tm="0">
                                          <p:val>
                                            <p:strVal val="#ppt_x"/>
                                          </p:val>
                                        </p:tav>
                                        <p:tav tm="100000">
                                          <p:val>
                                            <p:strVal val="#ppt_x"/>
                                          </p:val>
                                        </p:tav>
                                      </p:tavLst>
                                    </p:anim>
                                    <p:anim calcmode="lin" valueType="num">
                                      <p:cBhvr>
                                        <p:cTn id="114" dur="540" decel="100000" fill="hold"/>
                                        <p:tgtEl>
                                          <p:spTgt spid="22"/>
                                        </p:tgtEl>
                                        <p:attrNameLst>
                                          <p:attrName>ppt_y</p:attrName>
                                        </p:attrNameLst>
                                      </p:cBhvr>
                                      <p:tavLst>
                                        <p:tav tm="0">
                                          <p:val>
                                            <p:strVal val="#ppt_y+1"/>
                                          </p:val>
                                        </p:tav>
                                        <p:tav tm="100000">
                                          <p:val>
                                            <p:strVal val="#ppt_y-.03"/>
                                          </p:val>
                                        </p:tav>
                                      </p:tavLst>
                                    </p:anim>
                                    <p:anim calcmode="lin" valueType="num">
                                      <p:cBhvr>
                                        <p:cTn id="115" dur="60" accel="100000" fill="hold">
                                          <p:stCondLst>
                                            <p:cond delay="540"/>
                                          </p:stCondLst>
                                        </p:cTn>
                                        <p:tgtEl>
                                          <p:spTgt spid="22"/>
                                        </p:tgtEl>
                                        <p:attrNameLst>
                                          <p:attrName>ppt_y</p:attrName>
                                        </p:attrNameLst>
                                      </p:cBhvr>
                                      <p:tavLst>
                                        <p:tav tm="0">
                                          <p:val>
                                            <p:strVal val="#ppt_y-.03"/>
                                          </p:val>
                                        </p:tav>
                                        <p:tav tm="100000">
                                          <p:val>
                                            <p:strVal val="#ppt_y"/>
                                          </p:val>
                                        </p:tav>
                                      </p:tavLst>
                                    </p:anim>
                                  </p:childTnLst>
                                </p:cTn>
                              </p:par>
                              <p:par>
                                <p:cTn id="116" presetID="37" presetClass="entr" presetSubtype="0" fill="hold" nodeType="withEffect">
                                  <p:stCondLst>
                                    <p:cond delay="165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600"/>
                                        <p:tgtEl>
                                          <p:spTgt spid="23"/>
                                        </p:tgtEl>
                                      </p:cBhvr>
                                    </p:animEffect>
                                    <p:anim calcmode="lin" valueType="num">
                                      <p:cBhvr>
                                        <p:cTn id="119" dur="600" fill="hold"/>
                                        <p:tgtEl>
                                          <p:spTgt spid="23"/>
                                        </p:tgtEl>
                                        <p:attrNameLst>
                                          <p:attrName>ppt_x</p:attrName>
                                        </p:attrNameLst>
                                      </p:cBhvr>
                                      <p:tavLst>
                                        <p:tav tm="0">
                                          <p:val>
                                            <p:strVal val="#ppt_x"/>
                                          </p:val>
                                        </p:tav>
                                        <p:tav tm="100000">
                                          <p:val>
                                            <p:strVal val="#ppt_x"/>
                                          </p:val>
                                        </p:tav>
                                      </p:tavLst>
                                    </p:anim>
                                    <p:anim calcmode="lin" valueType="num">
                                      <p:cBhvr>
                                        <p:cTn id="120" dur="540" decel="100000" fill="hold"/>
                                        <p:tgtEl>
                                          <p:spTgt spid="23"/>
                                        </p:tgtEl>
                                        <p:attrNameLst>
                                          <p:attrName>ppt_y</p:attrName>
                                        </p:attrNameLst>
                                      </p:cBhvr>
                                      <p:tavLst>
                                        <p:tav tm="0">
                                          <p:val>
                                            <p:strVal val="#ppt_y+1"/>
                                          </p:val>
                                        </p:tav>
                                        <p:tav tm="100000">
                                          <p:val>
                                            <p:strVal val="#ppt_y-.03"/>
                                          </p:val>
                                        </p:tav>
                                      </p:tavLst>
                                    </p:anim>
                                    <p:anim calcmode="lin" valueType="num">
                                      <p:cBhvr>
                                        <p:cTn id="121" dur="60" accel="100000" fill="hold">
                                          <p:stCondLst>
                                            <p:cond delay="540"/>
                                          </p:stCondLst>
                                        </p:cTn>
                                        <p:tgtEl>
                                          <p:spTgt spid="23"/>
                                        </p:tgtEl>
                                        <p:attrNameLst>
                                          <p:attrName>ppt_y</p:attrName>
                                        </p:attrNameLst>
                                      </p:cBhvr>
                                      <p:tavLst>
                                        <p:tav tm="0">
                                          <p:val>
                                            <p:strVal val="#ppt_y-.03"/>
                                          </p:val>
                                        </p:tav>
                                        <p:tav tm="100000">
                                          <p:val>
                                            <p:strVal val="#ppt_y"/>
                                          </p:val>
                                        </p:tav>
                                      </p:tavLst>
                                    </p:anim>
                                  </p:childTnLst>
                                </p:cTn>
                              </p:par>
                              <p:par>
                                <p:cTn id="122" presetID="37" presetClass="entr" presetSubtype="0" fill="hold" nodeType="withEffect">
                                  <p:stCondLst>
                                    <p:cond delay="1650"/>
                                  </p:stCondLst>
                                  <p:childTnLst>
                                    <p:set>
                                      <p:cBhvr>
                                        <p:cTn id="123" dur="1" fill="hold">
                                          <p:stCondLst>
                                            <p:cond delay="0"/>
                                          </p:stCondLst>
                                        </p:cTn>
                                        <p:tgtEl>
                                          <p:spTgt spid="24"/>
                                        </p:tgtEl>
                                        <p:attrNameLst>
                                          <p:attrName>style.visibility</p:attrName>
                                        </p:attrNameLst>
                                      </p:cBhvr>
                                      <p:to>
                                        <p:strVal val="visible"/>
                                      </p:to>
                                    </p:set>
                                    <p:animEffect transition="in" filter="fade">
                                      <p:cBhvr>
                                        <p:cTn id="124" dur="600"/>
                                        <p:tgtEl>
                                          <p:spTgt spid="24"/>
                                        </p:tgtEl>
                                      </p:cBhvr>
                                    </p:animEffect>
                                    <p:anim calcmode="lin" valueType="num">
                                      <p:cBhvr>
                                        <p:cTn id="125" dur="600" fill="hold"/>
                                        <p:tgtEl>
                                          <p:spTgt spid="24"/>
                                        </p:tgtEl>
                                        <p:attrNameLst>
                                          <p:attrName>ppt_x</p:attrName>
                                        </p:attrNameLst>
                                      </p:cBhvr>
                                      <p:tavLst>
                                        <p:tav tm="0">
                                          <p:val>
                                            <p:strVal val="#ppt_x"/>
                                          </p:val>
                                        </p:tav>
                                        <p:tav tm="100000">
                                          <p:val>
                                            <p:strVal val="#ppt_x"/>
                                          </p:val>
                                        </p:tav>
                                      </p:tavLst>
                                    </p:anim>
                                    <p:anim calcmode="lin" valueType="num">
                                      <p:cBhvr>
                                        <p:cTn id="126" dur="540" decel="100000" fill="hold"/>
                                        <p:tgtEl>
                                          <p:spTgt spid="24"/>
                                        </p:tgtEl>
                                        <p:attrNameLst>
                                          <p:attrName>ppt_y</p:attrName>
                                        </p:attrNameLst>
                                      </p:cBhvr>
                                      <p:tavLst>
                                        <p:tav tm="0">
                                          <p:val>
                                            <p:strVal val="#ppt_y+1"/>
                                          </p:val>
                                        </p:tav>
                                        <p:tav tm="100000">
                                          <p:val>
                                            <p:strVal val="#ppt_y-.03"/>
                                          </p:val>
                                        </p:tav>
                                      </p:tavLst>
                                    </p:anim>
                                    <p:anim calcmode="lin" valueType="num">
                                      <p:cBhvr>
                                        <p:cTn id="127" dur="60" accel="100000" fill="hold">
                                          <p:stCondLst>
                                            <p:cond delay="540"/>
                                          </p:stCondLst>
                                        </p:cTn>
                                        <p:tgtEl>
                                          <p:spTgt spid="24"/>
                                        </p:tgtEl>
                                        <p:attrNameLst>
                                          <p:attrName>ppt_y</p:attrName>
                                        </p:attrNameLst>
                                      </p:cBhvr>
                                      <p:tavLst>
                                        <p:tav tm="0">
                                          <p:val>
                                            <p:strVal val="#ppt_y-.03"/>
                                          </p:val>
                                        </p:tav>
                                        <p:tav tm="100000">
                                          <p:val>
                                            <p:strVal val="#ppt_y"/>
                                          </p:val>
                                        </p:tav>
                                      </p:tavLst>
                                    </p:anim>
                                  </p:childTnLst>
                                </p:cTn>
                              </p:par>
                              <p:par>
                                <p:cTn id="128" presetID="37" presetClass="entr" presetSubtype="0" fill="hold" grpId="0" nodeType="withEffect">
                                  <p:stCondLst>
                                    <p:cond delay="1650"/>
                                  </p:stCondLst>
                                  <p:childTnLst>
                                    <p:set>
                                      <p:cBhvr>
                                        <p:cTn id="129" dur="1" fill="hold">
                                          <p:stCondLst>
                                            <p:cond delay="0"/>
                                          </p:stCondLst>
                                        </p:cTn>
                                        <p:tgtEl>
                                          <p:spTgt spid="25"/>
                                        </p:tgtEl>
                                        <p:attrNameLst>
                                          <p:attrName>style.visibility</p:attrName>
                                        </p:attrNameLst>
                                      </p:cBhvr>
                                      <p:to>
                                        <p:strVal val="visible"/>
                                      </p:to>
                                    </p:set>
                                    <p:animEffect transition="in" filter="fade">
                                      <p:cBhvr>
                                        <p:cTn id="130" dur="600"/>
                                        <p:tgtEl>
                                          <p:spTgt spid="25"/>
                                        </p:tgtEl>
                                      </p:cBhvr>
                                    </p:animEffect>
                                    <p:anim calcmode="lin" valueType="num">
                                      <p:cBhvr>
                                        <p:cTn id="131" dur="600" fill="hold"/>
                                        <p:tgtEl>
                                          <p:spTgt spid="25"/>
                                        </p:tgtEl>
                                        <p:attrNameLst>
                                          <p:attrName>ppt_x</p:attrName>
                                        </p:attrNameLst>
                                      </p:cBhvr>
                                      <p:tavLst>
                                        <p:tav tm="0">
                                          <p:val>
                                            <p:strVal val="#ppt_x"/>
                                          </p:val>
                                        </p:tav>
                                        <p:tav tm="100000">
                                          <p:val>
                                            <p:strVal val="#ppt_x"/>
                                          </p:val>
                                        </p:tav>
                                      </p:tavLst>
                                    </p:anim>
                                    <p:anim calcmode="lin" valueType="num">
                                      <p:cBhvr>
                                        <p:cTn id="132" dur="540" decel="100000" fill="hold"/>
                                        <p:tgtEl>
                                          <p:spTgt spid="25"/>
                                        </p:tgtEl>
                                        <p:attrNameLst>
                                          <p:attrName>ppt_y</p:attrName>
                                        </p:attrNameLst>
                                      </p:cBhvr>
                                      <p:tavLst>
                                        <p:tav tm="0">
                                          <p:val>
                                            <p:strVal val="#ppt_y+1"/>
                                          </p:val>
                                        </p:tav>
                                        <p:tav tm="100000">
                                          <p:val>
                                            <p:strVal val="#ppt_y-.03"/>
                                          </p:val>
                                        </p:tav>
                                      </p:tavLst>
                                    </p:anim>
                                    <p:anim calcmode="lin" valueType="num">
                                      <p:cBhvr>
                                        <p:cTn id="133" dur="60" accel="100000" fill="hold">
                                          <p:stCondLst>
                                            <p:cond delay="540"/>
                                          </p:stCondLst>
                                        </p:cTn>
                                        <p:tgtEl>
                                          <p:spTgt spid="25"/>
                                        </p:tgtEl>
                                        <p:attrNameLst>
                                          <p:attrName>ppt_y</p:attrName>
                                        </p:attrNameLst>
                                      </p:cBhvr>
                                      <p:tavLst>
                                        <p:tav tm="0">
                                          <p:val>
                                            <p:strVal val="#ppt_y-.03"/>
                                          </p:val>
                                        </p:tav>
                                        <p:tav tm="100000">
                                          <p:val>
                                            <p:strVal val="#ppt_y"/>
                                          </p:val>
                                        </p:tav>
                                      </p:tavLst>
                                    </p:anim>
                                  </p:childTnLst>
                                </p:cTn>
                              </p:par>
                              <p:par>
                                <p:cTn id="134" presetID="37" presetClass="entr" presetSubtype="0" fill="hold" grpId="0" nodeType="withEffect">
                                  <p:stCondLst>
                                    <p:cond delay="1650"/>
                                  </p:stCondLst>
                                  <p:childTnLst>
                                    <p:set>
                                      <p:cBhvr>
                                        <p:cTn id="135" dur="1" fill="hold">
                                          <p:stCondLst>
                                            <p:cond delay="0"/>
                                          </p:stCondLst>
                                        </p:cTn>
                                        <p:tgtEl>
                                          <p:spTgt spid="26"/>
                                        </p:tgtEl>
                                        <p:attrNameLst>
                                          <p:attrName>style.visibility</p:attrName>
                                        </p:attrNameLst>
                                      </p:cBhvr>
                                      <p:to>
                                        <p:strVal val="visible"/>
                                      </p:to>
                                    </p:set>
                                    <p:animEffect transition="in" filter="fade">
                                      <p:cBhvr>
                                        <p:cTn id="136" dur="600"/>
                                        <p:tgtEl>
                                          <p:spTgt spid="26"/>
                                        </p:tgtEl>
                                      </p:cBhvr>
                                    </p:animEffect>
                                    <p:anim calcmode="lin" valueType="num">
                                      <p:cBhvr>
                                        <p:cTn id="137" dur="600" fill="hold"/>
                                        <p:tgtEl>
                                          <p:spTgt spid="26"/>
                                        </p:tgtEl>
                                        <p:attrNameLst>
                                          <p:attrName>ppt_x</p:attrName>
                                        </p:attrNameLst>
                                      </p:cBhvr>
                                      <p:tavLst>
                                        <p:tav tm="0">
                                          <p:val>
                                            <p:strVal val="#ppt_x"/>
                                          </p:val>
                                        </p:tav>
                                        <p:tav tm="100000">
                                          <p:val>
                                            <p:strVal val="#ppt_x"/>
                                          </p:val>
                                        </p:tav>
                                      </p:tavLst>
                                    </p:anim>
                                    <p:anim calcmode="lin" valueType="num">
                                      <p:cBhvr>
                                        <p:cTn id="138" dur="540" decel="100000" fill="hold"/>
                                        <p:tgtEl>
                                          <p:spTgt spid="26"/>
                                        </p:tgtEl>
                                        <p:attrNameLst>
                                          <p:attrName>ppt_y</p:attrName>
                                        </p:attrNameLst>
                                      </p:cBhvr>
                                      <p:tavLst>
                                        <p:tav tm="0">
                                          <p:val>
                                            <p:strVal val="#ppt_y+1"/>
                                          </p:val>
                                        </p:tav>
                                        <p:tav tm="100000">
                                          <p:val>
                                            <p:strVal val="#ppt_y-.03"/>
                                          </p:val>
                                        </p:tav>
                                      </p:tavLst>
                                    </p:anim>
                                    <p:anim calcmode="lin" valueType="num">
                                      <p:cBhvr>
                                        <p:cTn id="139" dur="60" accel="100000" fill="hold">
                                          <p:stCondLst>
                                            <p:cond delay="540"/>
                                          </p:stCondLst>
                                        </p:cTn>
                                        <p:tgtEl>
                                          <p:spTgt spid="26"/>
                                        </p:tgtEl>
                                        <p:attrNameLst>
                                          <p:attrName>ppt_y</p:attrName>
                                        </p:attrNameLst>
                                      </p:cBhvr>
                                      <p:tavLst>
                                        <p:tav tm="0">
                                          <p:val>
                                            <p:strVal val="#ppt_y-.03"/>
                                          </p:val>
                                        </p:tav>
                                        <p:tav tm="100000">
                                          <p:val>
                                            <p:strVal val="#ppt_y"/>
                                          </p:val>
                                        </p:tav>
                                      </p:tavLst>
                                    </p:anim>
                                  </p:childTnLst>
                                </p:cTn>
                              </p:par>
                              <p:par>
                                <p:cTn id="140" presetID="37" presetClass="entr" presetSubtype="0" fill="hold" nodeType="withEffect">
                                  <p:stCondLst>
                                    <p:cond delay="1650"/>
                                  </p:stCondLst>
                                  <p:childTnLst>
                                    <p:set>
                                      <p:cBhvr>
                                        <p:cTn id="141" dur="1" fill="hold">
                                          <p:stCondLst>
                                            <p:cond delay="0"/>
                                          </p:stCondLst>
                                        </p:cTn>
                                        <p:tgtEl>
                                          <p:spTgt spid="27"/>
                                        </p:tgtEl>
                                        <p:attrNameLst>
                                          <p:attrName>style.visibility</p:attrName>
                                        </p:attrNameLst>
                                      </p:cBhvr>
                                      <p:to>
                                        <p:strVal val="visible"/>
                                      </p:to>
                                    </p:set>
                                    <p:animEffect transition="in" filter="fade">
                                      <p:cBhvr>
                                        <p:cTn id="142" dur="600"/>
                                        <p:tgtEl>
                                          <p:spTgt spid="27"/>
                                        </p:tgtEl>
                                      </p:cBhvr>
                                    </p:animEffect>
                                    <p:anim calcmode="lin" valueType="num">
                                      <p:cBhvr>
                                        <p:cTn id="143" dur="600" fill="hold"/>
                                        <p:tgtEl>
                                          <p:spTgt spid="27"/>
                                        </p:tgtEl>
                                        <p:attrNameLst>
                                          <p:attrName>ppt_x</p:attrName>
                                        </p:attrNameLst>
                                      </p:cBhvr>
                                      <p:tavLst>
                                        <p:tav tm="0">
                                          <p:val>
                                            <p:strVal val="#ppt_x"/>
                                          </p:val>
                                        </p:tav>
                                        <p:tav tm="100000">
                                          <p:val>
                                            <p:strVal val="#ppt_x"/>
                                          </p:val>
                                        </p:tav>
                                      </p:tavLst>
                                    </p:anim>
                                    <p:anim calcmode="lin" valueType="num">
                                      <p:cBhvr>
                                        <p:cTn id="144" dur="540" decel="100000" fill="hold"/>
                                        <p:tgtEl>
                                          <p:spTgt spid="27"/>
                                        </p:tgtEl>
                                        <p:attrNameLst>
                                          <p:attrName>ppt_y</p:attrName>
                                        </p:attrNameLst>
                                      </p:cBhvr>
                                      <p:tavLst>
                                        <p:tav tm="0">
                                          <p:val>
                                            <p:strVal val="#ppt_y+1"/>
                                          </p:val>
                                        </p:tav>
                                        <p:tav tm="100000">
                                          <p:val>
                                            <p:strVal val="#ppt_y-.03"/>
                                          </p:val>
                                        </p:tav>
                                      </p:tavLst>
                                    </p:anim>
                                    <p:anim calcmode="lin" valueType="num">
                                      <p:cBhvr>
                                        <p:cTn id="145" dur="60" accel="100000" fill="hold">
                                          <p:stCondLst>
                                            <p:cond delay="540"/>
                                          </p:stCondLst>
                                        </p:cTn>
                                        <p:tgtEl>
                                          <p:spTgt spid="27"/>
                                        </p:tgtEl>
                                        <p:attrNameLst>
                                          <p:attrName>ppt_y</p:attrName>
                                        </p:attrNameLst>
                                      </p:cBhvr>
                                      <p:tavLst>
                                        <p:tav tm="0">
                                          <p:val>
                                            <p:strVal val="#ppt_y-.03"/>
                                          </p:val>
                                        </p:tav>
                                        <p:tav tm="100000">
                                          <p:val>
                                            <p:strVal val="#ppt_y"/>
                                          </p:val>
                                        </p:tav>
                                      </p:tavLst>
                                    </p:anim>
                                  </p:childTnLst>
                                </p:cTn>
                              </p:par>
                              <p:par>
                                <p:cTn id="146" presetID="37" presetClass="entr" presetSubtype="0" fill="hold" nodeType="withEffect">
                                  <p:stCondLst>
                                    <p:cond delay="1925"/>
                                  </p:stCondLst>
                                  <p:childTnLst>
                                    <p:set>
                                      <p:cBhvr>
                                        <p:cTn id="147" dur="1" fill="hold">
                                          <p:stCondLst>
                                            <p:cond delay="0"/>
                                          </p:stCondLst>
                                        </p:cTn>
                                        <p:tgtEl>
                                          <p:spTgt spid="28"/>
                                        </p:tgtEl>
                                        <p:attrNameLst>
                                          <p:attrName>style.visibility</p:attrName>
                                        </p:attrNameLst>
                                      </p:cBhvr>
                                      <p:to>
                                        <p:strVal val="visible"/>
                                      </p:to>
                                    </p:set>
                                    <p:animEffect transition="in" filter="fade">
                                      <p:cBhvr>
                                        <p:cTn id="148" dur="600"/>
                                        <p:tgtEl>
                                          <p:spTgt spid="28"/>
                                        </p:tgtEl>
                                      </p:cBhvr>
                                    </p:animEffect>
                                    <p:anim calcmode="lin" valueType="num">
                                      <p:cBhvr>
                                        <p:cTn id="149" dur="600" fill="hold"/>
                                        <p:tgtEl>
                                          <p:spTgt spid="28"/>
                                        </p:tgtEl>
                                        <p:attrNameLst>
                                          <p:attrName>ppt_x</p:attrName>
                                        </p:attrNameLst>
                                      </p:cBhvr>
                                      <p:tavLst>
                                        <p:tav tm="0">
                                          <p:val>
                                            <p:strVal val="#ppt_x"/>
                                          </p:val>
                                        </p:tav>
                                        <p:tav tm="100000">
                                          <p:val>
                                            <p:strVal val="#ppt_x"/>
                                          </p:val>
                                        </p:tav>
                                      </p:tavLst>
                                    </p:anim>
                                    <p:anim calcmode="lin" valueType="num">
                                      <p:cBhvr>
                                        <p:cTn id="150" dur="540" decel="100000" fill="hold"/>
                                        <p:tgtEl>
                                          <p:spTgt spid="28"/>
                                        </p:tgtEl>
                                        <p:attrNameLst>
                                          <p:attrName>ppt_y</p:attrName>
                                        </p:attrNameLst>
                                      </p:cBhvr>
                                      <p:tavLst>
                                        <p:tav tm="0">
                                          <p:val>
                                            <p:strVal val="#ppt_y+1"/>
                                          </p:val>
                                        </p:tav>
                                        <p:tav tm="100000">
                                          <p:val>
                                            <p:strVal val="#ppt_y-.03"/>
                                          </p:val>
                                        </p:tav>
                                      </p:tavLst>
                                    </p:anim>
                                    <p:anim calcmode="lin" valueType="num">
                                      <p:cBhvr>
                                        <p:cTn id="151" dur="60" accel="100000" fill="hold">
                                          <p:stCondLst>
                                            <p:cond delay="540"/>
                                          </p:stCondLst>
                                        </p:cTn>
                                        <p:tgtEl>
                                          <p:spTgt spid="28"/>
                                        </p:tgtEl>
                                        <p:attrNameLst>
                                          <p:attrName>ppt_y</p:attrName>
                                        </p:attrNameLst>
                                      </p:cBhvr>
                                      <p:tavLst>
                                        <p:tav tm="0">
                                          <p:val>
                                            <p:strVal val="#ppt_y-.03"/>
                                          </p:val>
                                        </p:tav>
                                        <p:tav tm="100000">
                                          <p:val>
                                            <p:strVal val="#ppt_y"/>
                                          </p:val>
                                        </p:tav>
                                      </p:tavLst>
                                    </p:anim>
                                  </p:childTnLst>
                                </p:cTn>
                              </p:par>
                              <p:par>
                                <p:cTn id="152" presetID="37" presetClass="entr" presetSubtype="0" fill="hold" nodeType="withEffect">
                                  <p:stCondLst>
                                    <p:cond delay="1925"/>
                                  </p:stCondLst>
                                  <p:childTnLst>
                                    <p:set>
                                      <p:cBhvr>
                                        <p:cTn id="153" dur="1" fill="hold">
                                          <p:stCondLst>
                                            <p:cond delay="0"/>
                                          </p:stCondLst>
                                        </p:cTn>
                                        <p:tgtEl>
                                          <p:spTgt spid="29"/>
                                        </p:tgtEl>
                                        <p:attrNameLst>
                                          <p:attrName>style.visibility</p:attrName>
                                        </p:attrNameLst>
                                      </p:cBhvr>
                                      <p:to>
                                        <p:strVal val="visible"/>
                                      </p:to>
                                    </p:set>
                                    <p:animEffect transition="in" filter="fade">
                                      <p:cBhvr>
                                        <p:cTn id="154" dur="600"/>
                                        <p:tgtEl>
                                          <p:spTgt spid="29"/>
                                        </p:tgtEl>
                                      </p:cBhvr>
                                    </p:animEffect>
                                    <p:anim calcmode="lin" valueType="num">
                                      <p:cBhvr>
                                        <p:cTn id="155" dur="600" fill="hold"/>
                                        <p:tgtEl>
                                          <p:spTgt spid="29"/>
                                        </p:tgtEl>
                                        <p:attrNameLst>
                                          <p:attrName>ppt_x</p:attrName>
                                        </p:attrNameLst>
                                      </p:cBhvr>
                                      <p:tavLst>
                                        <p:tav tm="0">
                                          <p:val>
                                            <p:strVal val="#ppt_x"/>
                                          </p:val>
                                        </p:tav>
                                        <p:tav tm="100000">
                                          <p:val>
                                            <p:strVal val="#ppt_x"/>
                                          </p:val>
                                        </p:tav>
                                      </p:tavLst>
                                    </p:anim>
                                    <p:anim calcmode="lin" valueType="num">
                                      <p:cBhvr>
                                        <p:cTn id="156" dur="540" decel="100000" fill="hold"/>
                                        <p:tgtEl>
                                          <p:spTgt spid="29"/>
                                        </p:tgtEl>
                                        <p:attrNameLst>
                                          <p:attrName>ppt_y</p:attrName>
                                        </p:attrNameLst>
                                      </p:cBhvr>
                                      <p:tavLst>
                                        <p:tav tm="0">
                                          <p:val>
                                            <p:strVal val="#ppt_y+1"/>
                                          </p:val>
                                        </p:tav>
                                        <p:tav tm="100000">
                                          <p:val>
                                            <p:strVal val="#ppt_y-.03"/>
                                          </p:val>
                                        </p:tav>
                                      </p:tavLst>
                                    </p:anim>
                                    <p:anim calcmode="lin" valueType="num">
                                      <p:cBhvr>
                                        <p:cTn id="157" dur="60" accel="100000" fill="hold">
                                          <p:stCondLst>
                                            <p:cond delay="540"/>
                                          </p:stCondLst>
                                        </p:cTn>
                                        <p:tgtEl>
                                          <p:spTgt spid="29"/>
                                        </p:tgtEl>
                                        <p:attrNameLst>
                                          <p:attrName>ppt_y</p:attrName>
                                        </p:attrNameLst>
                                      </p:cBhvr>
                                      <p:tavLst>
                                        <p:tav tm="0">
                                          <p:val>
                                            <p:strVal val="#ppt_y-.03"/>
                                          </p:val>
                                        </p:tav>
                                        <p:tav tm="100000">
                                          <p:val>
                                            <p:strVal val="#ppt_y"/>
                                          </p:val>
                                        </p:tav>
                                      </p:tavLst>
                                    </p:anim>
                                  </p:childTnLst>
                                </p:cTn>
                              </p:par>
                              <p:par>
                                <p:cTn id="158" presetID="37" presetClass="entr" presetSubtype="0" fill="hold" grpId="0" nodeType="withEffect">
                                  <p:stCondLst>
                                    <p:cond delay="1925"/>
                                  </p:stCondLst>
                                  <p:childTnLst>
                                    <p:set>
                                      <p:cBhvr>
                                        <p:cTn id="159" dur="1" fill="hold">
                                          <p:stCondLst>
                                            <p:cond delay="0"/>
                                          </p:stCondLst>
                                        </p:cTn>
                                        <p:tgtEl>
                                          <p:spTgt spid="30"/>
                                        </p:tgtEl>
                                        <p:attrNameLst>
                                          <p:attrName>style.visibility</p:attrName>
                                        </p:attrNameLst>
                                      </p:cBhvr>
                                      <p:to>
                                        <p:strVal val="visible"/>
                                      </p:to>
                                    </p:set>
                                    <p:animEffect transition="in" filter="fade">
                                      <p:cBhvr>
                                        <p:cTn id="160" dur="600"/>
                                        <p:tgtEl>
                                          <p:spTgt spid="30"/>
                                        </p:tgtEl>
                                      </p:cBhvr>
                                    </p:animEffect>
                                    <p:anim calcmode="lin" valueType="num">
                                      <p:cBhvr>
                                        <p:cTn id="161" dur="600" fill="hold"/>
                                        <p:tgtEl>
                                          <p:spTgt spid="30"/>
                                        </p:tgtEl>
                                        <p:attrNameLst>
                                          <p:attrName>ppt_x</p:attrName>
                                        </p:attrNameLst>
                                      </p:cBhvr>
                                      <p:tavLst>
                                        <p:tav tm="0">
                                          <p:val>
                                            <p:strVal val="#ppt_x"/>
                                          </p:val>
                                        </p:tav>
                                        <p:tav tm="100000">
                                          <p:val>
                                            <p:strVal val="#ppt_x"/>
                                          </p:val>
                                        </p:tav>
                                      </p:tavLst>
                                    </p:anim>
                                    <p:anim calcmode="lin" valueType="num">
                                      <p:cBhvr>
                                        <p:cTn id="162" dur="540" decel="100000" fill="hold"/>
                                        <p:tgtEl>
                                          <p:spTgt spid="30"/>
                                        </p:tgtEl>
                                        <p:attrNameLst>
                                          <p:attrName>ppt_y</p:attrName>
                                        </p:attrNameLst>
                                      </p:cBhvr>
                                      <p:tavLst>
                                        <p:tav tm="0">
                                          <p:val>
                                            <p:strVal val="#ppt_y+1"/>
                                          </p:val>
                                        </p:tav>
                                        <p:tav tm="100000">
                                          <p:val>
                                            <p:strVal val="#ppt_y-.03"/>
                                          </p:val>
                                        </p:tav>
                                      </p:tavLst>
                                    </p:anim>
                                    <p:anim calcmode="lin" valueType="num">
                                      <p:cBhvr>
                                        <p:cTn id="163" dur="60" accel="100000" fill="hold">
                                          <p:stCondLst>
                                            <p:cond delay="540"/>
                                          </p:stCondLst>
                                        </p:cTn>
                                        <p:tgtEl>
                                          <p:spTgt spid="30"/>
                                        </p:tgtEl>
                                        <p:attrNameLst>
                                          <p:attrName>ppt_y</p:attrName>
                                        </p:attrNameLst>
                                      </p:cBhvr>
                                      <p:tavLst>
                                        <p:tav tm="0">
                                          <p:val>
                                            <p:strVal val="#ppt_y-.03"/>
                                          </p:val>
                                        </p:tav>
                                        <p:tav tm="100000">
                                          <p:val>
                                            <p:strVal val="#ppt_y"/>
                                          </p:val>
                                        </p:tav>
                                      </p:tavLst>
                                    </p:anim>
                                  </p:childTnLst>
                                </p:cTn>
                              </p:par>
                              <p:par>
                                <p:cTn id="164" presetID="37" presetClass="entr" presetSubtype="0" fill="hold" grpId="0" nodeType="withEffect">
                                  <p:stCondLst>
                                    <p:cond delay="1925"/>
                                  </p:stCondLst>
                                  <p:childTnLst>
                                    <p:set>
                                      <p:cBhvr>
                                        <p:cTn id="165" dur="1" fill="hold">
                                          <p:stCondLst>
                                            <p:cond delay="0"/>
                                          </p:stCondLst>
                                        </p:cTn>
                                        <p:tgtEl>
                                          <p:spTgt spid="31"/>
                                        </p:tgtEl>
                                        <p:attrNameLst>
                                          <p:attrName>style.visibility</p:attrName>
                                        </p:attrNameLst>
                                      </p:cBhvr>
                                      <p:to>
                                        <p:strVal val="visible"/>
                                      </p:to>
                                    </p:set>
                                    <p:animEffect transition="in" filter="fade">
                                      <p:cBhvr>
                                        <p:cTn id="166" dur="600"/>
                                        <p:tgtEl>
                                          <p:spTgt spid="31"/>
                                        </p:tgtEl>
                                      </p:cBhvr>
                                    </p:animEffect>
                                    <p:anim calcmode="lin" valueType="num">
                                      <p:cBhvr>
                                        <p:cTn id="167" dur="600" fill="hold"/>
                                        <p:tgtEl>
                                          <p:spTgt spid="31"/>
                                        </p:tgtEl>
                                        <p:attrNameLst>
                                          <p:attrName>ppt_x</p:attrName>
                                        </p:attrNameLst>
                                      </p:cBhvr>
                                      <p:tavLst>
                                        <p:tav tm="0">
                                          <p:val>
                                            <p:strVal val="#ppt_x"/>
                                          </p:val>
                                        </p:tav>
                                        <p:tav tm="100000">
                                          <p:val>
                                            <p:strVal val="#ppt_x"/>
                                          </p:val>
                                        </p:tav>
                                      </p:tavLst>
                                    </p:anim>
                                    <p:anim calcmode="lin" valueType="num">
                                      <p:cBhvr>
                                        <p:cTn id="168" dur="540" decel="100000" fill="hold"/>
                                        <p:tgtEl>
                                          <p:spTgt spid="31"/>
                                        </p:tgtEl>
                                        <p:attrNameLst>
                                          <p:attrName>ppt_y</p:attrName>
                                        </p:attrNameLst>
                                      </p:cBhvr>
                                      <p:tavLst>
                                        <p:tav tm="0">
                                          <p:val>
                                            <p:strVal val="#ppt_y+1"/>
                                          </p:val>
                                        </p:tav>
                                        <p:tav tm="100000">
                                          <p:val>
                                            <p:strVal val="#ppt_y-.03"/>
                                          </p:val>
                                        </p:tav>
                                      </p:tavLst>
                                    </p:anim>
                                    <p:anim calcmode="lin" valueType="num">
                                      <p:cBhvr>
                                        <p:cTn id="169" dur="60" accel="100000" fill="hold">
                                          <p:stCondLst>
                                            <p:cond delay="540"/>
                                          </p:stCondLst>
                                        </p:cTn>
                                        <p:tgtEl>
                                          <p:spTgt spid="31"/>
                                        </p:tgtEl>
                                        <p:attrNameLst>
                                          <p:attrName>ppt_y</p:attrName>
                                        </p:attrNameLst>
                                      </p:cBhvr>
                                      <p:tavLst>
                                        <p:tav tm="0">
                                          <p:val>
                                            <p:strVal val="#ppt_y-.03"/>
                                          </p:val>
                                        </p:tav>
                                        <p:tav tm="100000">
                                          <p:val>
                                            <p:strVal val="#ppt_y"/>
                                          </p:val>
                                        </p:tav>
                                      </p:tavLst>
                                    </p:anim>
                                  </p:childTnLst>
                                </p:cTn>
                              </p:par>
                              <p:par>
                                <p:cTn id="170" presetID="10" presetClass="entr" presetSubtype="0" fill="hold" nodeType="withEffect">
                                  <p:stCondLst>
                                    <p:cond delay="2200"/>
                                  </p:stCondLst>
                                  <p:childTnLst>
                                    <p:set>
                                      <p:cBhvr>
                                        <p:cTn id="171" dur="1" fill="hold">
                                          <p:stCondLst>
                                            <p:cond delay="0"/>
                                          </p:stCondLst>
                                        </p:cTn>
                                        <p:tgtEl>
                                          <p:spTgt spid="32"/>
                                        </p:tgtEl>
                                        <p:attrNameLst>
                                          <p:attrName>style.visibility</p:attrName>
                                        </p:attrNameLst>
                                      </p:cBhvr>
                                      <p:to>
                                        <p:strVal val="visible"/>
                                      </p:to>
                                    </p:set>
                                    <p:animEffect transition="in" filter="fade">
                                      <p:cBhvr>
                                        <p:cTn id="172" dur="600"/>
                                        <p:tgtEl>
                                          <p:spTgt spid="32"/>
                                        </p:tgtEl>
                                      </p:cBhvr>
                                    </p:animEffect>
                                  </p:childTnLst>
                                </p:cTn>
                              </p:par>
                              <p:par>
                                <p:cTn id="173" presetID="10" presetClass="entr" presetSubtype="0" fill="hold" grpId="0" nodeType="withEffect">
                                  <p:stCondLst>
                                    <p:cond delay="220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600"/>
                                        <p:tgtEl>
                                          <p:spTgt spid="33"/>
                                        </p:tgtEl>
                                      </p:cBhvr>
                                    </p:animEffect>
                                  </p:childTnLst>
                                </p:cTn>
                              </p:par>
                              <p:par>
                                <p:cTn id="176" presetID="10" presetClass="entr" presetSubtype="0" fill="hold" nodeType="withEffect">
                                  <p:stCondLst>
                                    <p:cond delay="2200"/>
                                  </p:stCondLst>
                                  <p:childTnLst>
                                    <p:set>
                                      <p:cBhvr>
                                        <p:cTn id="177" dur="1" fill="hold">
                                          <p:stCondLst>
                                            <p:cond delay="0"/>
                                          </p:stCondLst>
                                        </p:cTn>
                                        <p:tgtEl>
                                          <p:spTgt spid="34"/>
                                        </p:tgtEl>
                                        <p:attrNameLst>
                                          <p:attrName>style.visibility</p:attrName>
                                        </p:attrNameLst>
                                      </p:cBhvr>
                                      <p:to>
                                        <p:strVal val="visible"/>
                                      </p:to>
                                    </p:set>
                                    <p:animEffect transition="in" filter="fade">
                                      <p:cBhvr>
                                        <p:cTn id="178" dur="600"/>
                                        <p:tgtEl>
                                          <p:spTgt spid="34"/>
                                        </p:tgtEl>
                                      </p:cBhvr>
                                    </p:animEffect>
                                  </p:childTnLst>
                                </p:cTn>
                              </p:par>
                              <p:par>
                                <p:cTn id="179" presetID="10" presetClass="entr" presetSubtype="0" fill="hold" grpId="0" nodeType="withEffect">
                                  <p:stCondLst>
                                    <p:cond delay="2200"/>
                                  </p:stCondLst>
                                  <p:childTnLst>
                                    <p:set>
                                      <p:cBhvr>
                                        <p:cTn id="180" dur="1" fill="hold">
                                          <p:stCondLst>
                                            <p:cond delay="0"/>
                                          </p:stCondLst>
                                        </p:cTn>
                                        <p:tgtEl>
                                          <p:spTgt spid="35"/>
                                        </p:tgtEl>
                                        <p:attrNameLst>
                                          <p:attrName>style.visibility</p:attrName>
                                        </p:attrNameLst>
                                      </p:cBhvr>
                                      <p:to>
                                        <p:strVal val="visible"/>
                                      </p:to>
                                    </p:set>
                                    <p:animEffect transition="in" filter="fade">
                                      <p:cBhvr>
                                        <p:cTn id="181" dur="600"/>
                                        <p:tgtEl>
                                          <p:spTgt spid="35"/>
                                        </p:tgtEl>
                                      </p:cBhvr>
                                    </p:animEffect>
                                  </p:childTnLst>
                                </p:cTn>
                              </p:par>
                              <p:par>
                                <p:cTn id="182" presetID="10" presetClass="entr" presetSubtype="0" fill="hold" nodeType="withEffect">
                                  <p:stCondLst>
                                    <p:cond delay="2200"/>
                                  </p:stCondLst>
                                  <p:childTnLst>
                                    <p:set>
                                      <p:cBhvr>
                                        <p:cTn id="183" dur="1" fill="hold">
                                          <p:stCondLst>
                                            <p:cond delay="0"/>
                                          </p:stCondLst>
                                        </p:cTn>
                                        <p:tgtEl>
                                          <p:spTgt spid="36"/>
                                        </p:tgtEl>
                                        <p:attrNameLst>
                                          <p:attrName>style.visibility</p:attrName>
                                        </p:attrNameLst>
                                      </p:cBhvr>
                                      <p:to>
                                        <p:strVal val="visible"/>
                                      </p:to>
                                    </p:set>
                                    <p:animEffect transition="in" filter="fade">
                                      <p:cBhvr>
                                        <p:cTn id="184" dur="600"/>
                                        <p:tgtEl>
                                          <p:spTgt spid="36"/>
                                        </p:tgtEl>
                                      </p:cBhvr>
                                    </p:animEffect>
                                  </p:childTnLst>
                                </p:cTn>
                              </p:par>
                              <p:par>
                                <p:cTn id="185" presetID="10" presetClass="entr" presetSubtype="0" fill="hold" grpId="0" nodeType="withEffect">
                                  <p:stCondLst>
                                    <p:cond delay="2200"/>
                                  </p:stCondLst>
                                  <p:childTnLst>
                                    <p:set>
                                      <p:cBhvr>
                                        <p:cTn id="186" dur="1" fill="hold">
                                          <p:stCondLst>
                                            <p:cond delay="0"/>
                                          </p:stCondLst>
                                        </p:cTn>
                                        <p:tgtEl>
                                          <p:spTgt spid="37"/>
                                        </p:tgtEl>
                                        <p:attrNameLst>
                                          <p:attrName>style.visibility</p:attrName>
                                        </p:attrNameLst>
                                      </p:cBhvr>
                                      <p:to>
                                        <p:strVal val="visible"/>
                                      </p:to>
                                    </p:set>
                                    <p:animEffect transition="in" filter="fade">
                                      <p:cBhvr>
                                        <p:cTn id="187" dur="6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1" grpId="0" animBg="1"/>
      <p:bldP spid="12" grpId="0" animBg="1"/>
      <p:bldP spid="15" grpId="0" animBg="1"/>
      <p:bldP spid="16" grpId="0" animBg="1"/>
      <p:bldP spid="20" grpId="0" animBg="1"/>
      <p:bldP spid="21" grpId="0" animBg="1"/>
      <p:bldP spid="25" grpId="0" animBg="1"/>
      <p:bldP spid="26" grpId="0" animBg="1"/>
      <p:bldP spid="30" grpId="0" animBg="1"/>
      <p:bldP spid="31" grpId="0" animBg="1"/>
      <p:bldP spid="33" grpId="0" animBg="1"/>
      <p:bldP spid="35" grpId="0"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377"/>
          <p:cNvSpPr txBox="1"/>
          <p:nvPr/>
        </p:nvSpPr>
        <p:spPr>
          <a:xfrm>
            <a:off x="7680960" y="914400"/>
            <a:ext cx="3931920"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Business Model</a:t>
            </a:r>
            <a:endParaRPr lang="ar-IQ" sz="1400" dirty="0"/>
          </a:p>
        </p:txBody>
      </p:sp>
      <p:sp>
        <p:nvSpPr>
          <p:cNvPr id="3" name="anim|1|fade|378"/>
          <p:cNvSpPr txBox="1"/>
          <p:nvPr/>
        </p:nvSpPr>
        <p:spPr>
          <a:xfrm>
            <a:off x="7680960" y="1234440"/>
            <a:ext cx="3931920" cy="1371600"/>
          </a:xfrm>
          <a:prstGeom prst="rect">
            <a:avLst/>
          </a:prstGeom>
          <a:noFill/>
          <a:ln/>
        </p:spPr>
        <p:txBody>
          <a:bodyPr wrap="square" lIns="0" tIns="0" rIns="0" bIns="0" rtlCol="0" anchor="t"/>
          <a:lstStyle/>
          <a:p>
            <a:pPr marL="0" indent="0" algn="r" rtl="1">
              <a:buNone/>
            </a:pPr>
            <a:r>
              <a:rPr lang="ar-IQ" altLang="en-US" sz="4000" b="1" dirty="0">
                <a:solidFill>
                  <a:srgbClr val="221C1B"/>
                </a:solidFill>
                <a:latin typeface="Segoe UI" pitchFamily="34" charset="0"/>
                <a:ea typeface="Segoe UI" pitchFamily="34" charset="-122"/>
                <a:cs typeface="Segoe UI" pitchFamily="34" charset="-120"/>
              </a:rPr>
              <a:t>كيف يربح SAWA؟</a:t>
            </a:r>
            <a:endParaRPr lang="ar-IQ" sz="4000" dirty="0"/>
          </a:p>
        </p:txBody>
      </p:sp>
      <p:sp>
        <p:nvSpPr>
          <p:cNvPr id="4" name="anim|1|fade|379"/>
          <p:cNvSpPr txBox="1"/>
          <p:nvPr/>
        </p:nvSpPr>
        <p:spPr>
          <a:xfrm>
            <a:off x="7680960" y="2651760"/>
            <a:ext cx="3931920" cy="1188720"/>
          </a:xfrm>
          <a:prstGeom prst="rect">
            <a:avLst/>
          </a:prstGeom>
          <a:noFill/>
          <a:ln/>
        </p:spPr>
        <p:txBody>
          <a:bodyPr wrap="square" lIns="0" tIns="0" rIns="0" bIns="0" rtlCol="0" anchor="t"/>
          <a:lstStyle/>
          <a:p>
            <a:pPr marL="0" indent="0" algn="r" rtl="1">
              <a:buNone/>
            </a:pPr>
            <a:r>
              <a:rPr lang="ar-IQ" altLang="en-US" sz="1700" dirty="0">
                <a:solidFill>
                  <a:srgbClr val="6E6461"/>
                </a:solidFill>
                <a:latin typeface="Segoe UI" pitchFamily="34" charset="0"/>
                <a:ea typeface="Segoe UI" pitchFamily="34" charset="-122"/>
                <a:cs typeface="Segoe UI" pitchFamily="34" charset="-120"/>
              </a:rPr>
              <a:t>هذي أفكار للدخل راح نجربها ويا السوق، مو أرقام نهائية.</a:t>
            </a:r>
            <a:endParaRPr lang="ar-IQ" sz="1700" dirty="0"/>
          </a:p>
        </p:txBody>
      </p:sp>
      <p:sp>
        <p:nvSpPr>
          <p:cNvPr id="5" name="anim|6|fade|380"/>
          <p:cNvSpPr/>
          <p:nvPr/>
        </p:nvSpPr>
        <p:spPr>
          <a:xfrm>
            <a:off x="7680960" y="4160520"/>
            <a:ext cx="3931920" cy="1417320"/>
          </a:xfrm>
          <a:prstGeom prst="roundRect">
            <a:avLst>
              <a:gd name="adj" fmla="val 11613"/>
            </a:avLst>
          </a:prstGeom>
          <a:solidFill>
            <a:srgbClr val="F5ECEE"/>
          </a:solidFill>
          <a:ln w="9525">
            <a:solidFill>
              <a:srgbClr val="F5ECEE"/>
            </a:solidFill>
            <a:prstDash val="solid"/>
          </a:ln>
        </p:spPr>
      </p:sp>
      <p:sp>
        <p:nvSpPr>
          <p:cNvPr id="6" name="anim|6|fade|381"/>
          <p:cNvSpPr txBox="1"/>
          <p:nvPr/>
        </p:nvSpPr>
        <p:spPr>
          <a:xfrm>
            <a:off x="7863840" y="4160520"/>
            <a:ext cx="3566160" cy="1417320"/>
          </a:xfrm>
          <a:prstGeom prst="rect">
            <a:avLst/>
          </a:prstGeom>
          <a:noFill/>
          <a:ln/>
        </p:spPr>
        <p:txBody>
          <a:bodyPr wrap="square" lIns="0" tIns="0" rIns="0" bIns="0" rtlCol="0" anchor="ctr"/>
          <a:lstStyle/>
          <a:p>
            <a:pPr marL="0" indent="0" algn="r" rtl="1">
              <a:buNone/>
            </a:pPr>
            <a:r>
              <a:rPr lang="ar-IQ" altLang="en-US" sz="1600" dirty="0">
                <a:solidFill>
                  <a:srgbClr val="6E1E33"/>
                </a:solidFill>
                <a:latin typeface="Segoe UI" pitchFamily="34" charset="0"/>
                <a:ea typeface="Segoe UI" pitchFamily="34" charset="-122"/>
                <a:cs typeface="Segoe UI" pitchFamily="34" charset="-120"/>
              </a:rPr>
              <a:t>نبدي ويا المزودين ببلاش، ومن نثبت إن SAWA يجيب طلبات حقيقية نبدي نطلب اشتراك.</a:t>
            </a:r>
            <a:endParaRPr lang="ar-IQ" sz="1600" dirty="0"/>
          </a:p>
        </p:txBody>
      </p:sp>
      <p:sp>
        <p:nvSpPr>
          <p:cNvPr id="7" name="anim|2|zoom|382"/>
          <p:cNvSpPr/>
          <p:nvPr/>
        </p:nvSpPr>
        <p:spPr>
          <a:xfrm>
            <a:off x="3886200" y="914400"/>
            <a:ext cx="3246120" cy="2377440"/>
          </a:xfrm>
          <a:prstGeom prst="roundRect">
            <a:avLst>
              <a:gd name="adj" fmla="val 6923"/>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8" name="anim|2|zoom|383"/>
          <p:cNvSpPr/>
          <p:nvPr/>
        </p:nvSpPr>
        <p:spPr>
          <a:xfrm>
            <a:off x="6172200" y="1188720"/>
            <a:ext cx="685800" cy="685800"/>
          </a:xfrm>
          <a:prstGeom prst="ellipse">
            <a:avLst/>
          </a:prstGeom>
          <a:solidFill>
            <a:srgbClr val="6E1E33"/>
          </a:solidFill>
          <a:ln w="12700">
            <a:solidFill>
              <a:srgbClr val="6E1E33"/>
            </a:solidFill>
            <a:prstDash val="solid"/>
          </a:ln>
        </p:spPr>
      </p:sp>
      <p:pic>
        <p:nvPicPr>
          <p:cNvPr id="9" name="anim|2|zoom|384" descr="C:\Users\AL-NOOR\Downloads\app-research-lab\app-research-lab\presentation\assets\icons\percent_white.png"/>
          <p:cNvPicPr>
            <a:picLocks noChangeAspect="1"/>
          </p:cNvPicPr>
          <p:nvPr/>
        </p:nvPicPr>
        <p:blipFill>
          <a:blip r:embed="rId4"/>
          <a:stretch>
            <a:fillRect/>
          </a:stretch>
        </p:blipFill>
        <p:spPr>
          <a:xfrm>
            <a:off x="6357366" y="1373886"/>
            <a:ext cx="315468" cy="315468"/>
          </a:xfrm>
          <a:prstGeom prst="rect">
            <a:avLst/>
          </a:prstGeom>
        </p:spPr>
      </p:pic>
      <p:sp>
        <p:nvSpPr>
          <p:cNvPr id="10" name="anim|2|zoom|385"/>
          <p:cNvSpPr txBox="1"/>
          <p:nvPr/>
        </p:nvSpPr>
        <p:spPr>
          <a:xfrm>
            <a:off x="4114800" y="1234440"/>
            <a:ext cx="1737360" cy="365760"/>
          </a:xfrm>
          <a:prstGeom prst="rect">
            <a:avLst/>
          </a:prstGeom>
          <a:noFill/>
          <a:ln/>
        </p:spPr>
        <p:txBody>
          <a:bodyPr wrap="square" lIns="0" tIns="0" rIns="0" bIns="0" rtlCol="0" anchor="t"/>
          <a:lstStyle/>
          <a:p>
            <a:pPr marL="0" indent="0" algn="l">
              <a:buNone/>
            </a:pPr>
            <a:r>
              <a:rPr lang="en-US" altLang="en-US" sz="1300" b="1" dirty="0">
                <a:solidFill>
                  <a:srgbClr val="B08D57"/>
                </a:solidFill>
                <a:latin typeface="Segoe UI" pitchFamily="34" charset="0"/>
                <a:ea typeface="Segoe UI" pitchFamily="34" charset="-122"/>
                <a:cs typeface="Segoe UI" pitchFamily="34" charset="-120"/>
              </a:rPr>
              <a:t>Commission</a:t>
            </a:r>
            <a:endParaRPr lang="en-US" sz="1300" dirty="0"/>
          </a:p>
        </p:txBody>
      </p:sp>
      <p:sp>
        <p:nvSpPr>
          <p:cNvPr id="11" name="anim|2|zoom|386"/>
          <p:cNvSpPr txBox="1"/>
          <p:nvPr/>
        </p:nvSpPr>
        <p:spPr>
          <a:xfrm>
            <a:off x="4114800" y="1965960"/>
            <a:ext cx="2788920" cy="457200"/>
          </a:xfrm>
          <a:prstGeom prst="rect">
            <a:avLst/>
          </a:prstGeom>
          <a:noFill/>
          <a:ln/>
        </p:spPr>
        <p:txBody>
          <a:bodyPr wrap="square" lIns="0" tIns="0" rIns="0" bIns="0" rtlCol="0" anchor="t"/>
          <a:lstStyle/>
          <a:p>
            <a:pPr marL="0" indent="0" algn="r" rtl="1">
              <a:buNone/>
            </a:pPr>
            <a:r>
              <a:rPr lang="ar-IQ" altLang="en-US" sz="2200" b="1" dirty="0">
                <a:solidFill>
                  <a:srgbClr val="221C1B"/>
                </a:solidFill>
                <a:latin typeface="Segoe UI" pitchFamily="34" charset="0"/>
                <a:ea typeface="Segoe UI" pitchFamily="34" charset="-122"/>
                <a:cs typeface="Segoe UI" pitchFamily="34" charset="-120"/>
              </a:rPr>
              <a:t>عمولة</a:t>
            </a:r>
            <a:endParaRPr lang="ar-IQ" sz="2200" dirty="0"/>
          </a:p>
        </p:txBody>
      </p:sp>
      <p:sp>
        <p:nvSpPr>
          <p:cNvPr id="12" name="anim|2|zoom|387"/>
          <p:cNvSpPr txBox="1"/>
          <p:nvPr/>
        </p:nvSpPr>
        <p:spPr>
          <a:xfrm>
            <a:off x="4114800" y="2423160"/>
            <a:ext cx="2788920" cy="731520"/>
          </a:xfrm>
          <a:prstGeom prst="rect">
            <a:avLst/>
          </a:prstGeom>
          <a:noFill/>
          <a:ln/>
        </p:spPr>
        <p:txBody>
          <a:bodyPr wrap="square" lIns="0" tIns="0" rIns="0" bIns="0" rtlCol="0" anchor="t"/>
          <a:lstStyle/>
          <a:p>
            <a:pPr marL="0" indent="0" algn="r" rtl="1">
              <a:buNone/>
            </a:pPr>
            <a:r>
              <a:rPr lang="ar-IQ" altLang="en-US" sz="1400" dirty="0">
                <a:solidFill>
                  <a:srgbClr val="6E6461"/>
                </a:solidFill>
                <a:latin typeface="Segoe UI" pitchFamily="34" charset="0"/>
                <a:ea typeface="Segoe UI" pitchFamily="34" charset="-122"/>
                <a:cs typeface="Segoe UI" pitchFamily="34" charset="-120"/>
              </a:rPr>
              <a:t>نسبة من الحجوزات اللي تتم عن طريق SAWA</a:t>
            </a:r>
            <a:endParaRPr lang="ar-IQ" sz="1400" dirty="0"/>
          </a:p>
        </p:txBody>
      </p:sp>
      <p:sp>
        <p:nvSpPr>
          <p:cNvPr id="13" name="anim|3|zoom|388"/>
          <p:cNvSpPr/>
          <p:nvPr/>
        </p:nvSpPr>
        <p:spPr>
          <a:xfrm>
            <a:off x="365760" y="914400"/>
            <a:ext cx="3246120" cy="2377440"/>
          </a:xfrm>
          <a:prstGeom prst="roundRect">
            <a:avLst>
              <a:gd name="adj" fmla="val 6923"/>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14" name="anim|3|zoom|389"/>
          <p:cNvSpPr/>
          <p:nvPr/>
        </p:nvSpPr>
        <p:spPr>
          <a:xfrm>
            <a:off x="2651760" y="1188720"/>
            <a:ext cx="685800" cy="685800"/>
          </a:xfrm>
          <a:prstGeom prst="ellipse">
            <a:avLst/>
          </a:prstGeom>
          <a:solidFill>
            <a:srgbClr val="6E1E33"/>
          </a:solidFill>
          <a:ln w="12700">
            <a:solidFill>
              <a:srgbClr val="6E1E33"/>
            </a:solidFill>
            <a:prstDash val="solid"/>
          </a:ln>
        </p:spPr>
      </p:sp>
      <p:pic>
        <p:nvPicPr>
          <p:cNvPr id="15" name="anim|3|zoom|390" descr="C:\Users\AL-NOOR\Downloads\app-research-lab\app-research-lab\presentation\assets\icons\star_white.png"/>
          <p:cNvPicPr>
            <a:picLocks noChangeAspect="1"/>
          </p:cNvPicPr>
          <p:nvPr/>
        </p:nvPicPr>
        <p:blipFill>
          <a:blip r:embed="rId5"/>
          <a:stretch>
            <a:fillRect/>
          </a:stretch>
        </p:blipFill>
        <p:spPr>
          <a:xfrm>
            <a:off x="2836926" y="1373886"/>
            <a:ext cx="315468" cy="315468"/>
          </a:xfrm>
          <a:prstGeom prst="rect">
            <a:avLst/>
          </a:prstGeom>
        </p:spPr>
      </p:pic>
      <p:sp>
        <p:nvSpPr>
          <p:cNvPr id="16" name="anim|3|zoom|391"/>
          <p:cNvSpPr txBox="1"/>
          <p:nvPr/>
        </p:nvSpPr>
        <p:spPr>
          <a:xfrm>
            <a:off x="594360" y="1234440"/>
            <a:ext cx="1737360" cy="365760"/>
          </a:xfrm>
          <a:prstGeom prst="rect">
            <a:avLst/>
          </a:prstGeom>
          <a:noFill/>
          <a:ln/>
        </p:spPr>
        <p:txBody>
          <a:bodyPr wrap="square" lIns="0" tIns="0" rIns="0" bIns="0" rtlCol="0" anchor="t"/>
          <a:lstStyle/>
          <a:p>
            <a:pPr marL="0" indent="0" algn="l">
              <a:buNone/>
            </a:pPr>
            <a:r>
              <a:rPr lang="en-US" altLang="en-US" sz="1300" b="1" dirty="0">
                <a:solidFill>
                  <a:srgbClr val="B08D57"/>
                </a:solidFill>
                <a:latin typeface="Segoe UI" pitchFamily="34" charset="0"/>
                <a:ea typeface="Segoe UI" pitchFamily="34" charset="-122"/>
                <a:cs typeface="Segoe UI" pitchFamily="34" charset="-120"/>
              </a:rPr>
              <a:t>Featured</a:t>
            </a:r>
            <a:endParaRPr lang="en-US" sz="1300" dirty="0"/>
          </a:p>
        </p:txBody>
      </p:sp>
      <p:sp>
        <p:nvSpPr>
          <p:cNvPr id="17" name="anim|3|zoom|392"/>
          <p:cNvSpPr txBox="1"/>
          <p:nvPr/>
        </p:nvSpPr>
        <p:spPr>
          <a:xfrm>
            <a:off x="594360" y="1965960"/>
            <a:ext cx="2788920" cy="457200"/>
          </a:xfrm>
          <a:prstGeom prst="rect">
            <a:avLst/>
          </a:prstGeom>
          <a:noFill/>
          <a:ln/>
        </p:spPr>
        <p:txBody>
          <a:bodyPr wrap="square" lIns="0" tIns="0" rIns="0" bIns="0" rtlCol="0" anchor="t"/>
          <a:lstStyle/>
          <a:p>
            <a:pPr marL="0" indent="0" algn="r" rtl="1">
              <a:buNone/>
            </a:pPr>
            <a:r>
              <a:rPr lang="ar-IQ" altLang="en-US" sz="2200" b="1" dirty="0">
                <a:solidFill>
                  <a:srgbClr val="221C1B"/>
                </a:solidFill>
                <a:latin typeface="Segoe UI" pitchFamily="34" charset="0"/>
                <a:ea typeface="Segoe UI" pitchFamily="34" charset="-122"/>
                <a:cs typeface="Segoe UI" pitchFamily="34" charset="-120"/>
              </a:rPr>
              <a:t>ظهور مميز</a:t>
            </a:r>
            <a:endParaRPr lang="ar-IQ" sz="2200" dirty="0"/>
          </a:p>
        </p:txBody>
      </p:sp>
      <p:sp>
        <p:nvSpPr>
          <p:cNvPr id="18" name="anim|3|zoom|393"/>
          <p:cNvSpPr txBox="1"/>
          <p:nvPr/>
        </p:nvSpPr>
        <p:spPr>
          <a:xfrm>
            <a:off x="594360" y="2423160"/>
            <a:ext cx="2788920" cy="731520"/>
          </a:xfrm>
          <a:prstGeom prst="rect">
            <a:avLst/>
          </a:prstGeom>
          <a:noFill/>
          <a:ln/>
        </p:spPr>
        <p:txBody>
          <a:bodyPr wrap="square" lIns="0" tIns="0" rIns="0" bIns="0" rtlCol="0" anchor="t"/>
          <a:lstStyle/>
          <a:p>
            <a:pPr marL="0" indent="0" algn="r" rtl="1">
              <a:buNone/>
            </a:pPr>
            <a:r>
              <a:rPr lang="ar-IQ" altLang="en-US" sz="1400" dirty="0">
                <a:solidFill>
                  <a:srgbClr val="6E6461"/>
                </a:solidFill>
                <a:latin typeface="Segoe UI" pitchFamily="34" charset="0"/>
                <a:ea typeface="Segoe UI" pitchFamily="34" charset="-122"/>
                <a:cs typeface="Segoe UI" pitchFamily="34" charset="-120"/>
              </a:rPr>
              <a:t>المزوّد يدفع حتى يطلع أول، ومكتوب عليه مميز</a:t>
            </a:r>
            <a:endParaRPr lang="ar-IQ" sz="1400" dirty="0"/>
          </a:p>
        </p:txBody>
      </p:sp>
      <p:sp>
        <p:nvSpPr>
          <p:cNvPr id="19" name="anim|4|zoom|394"/>
          <p:cNvSpPr/>
          <p:nvPr/>
        </p:nvSpPr>
        <p:spPr>
          <a:xfrm>
            <a:off x="3886200" y="3566160"/>
            <a:ext cx="3246120" cy="2377440"/>
          </a:xfrm>
          <a:prstGeom prst="roundRect">
            <a:avLst>
              <a:gd name="adj" fmla="val 6923"/>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20" name="anim|4|zoom|395"/>
          <p:cNvSpPr/>
          <p:nvPr/>
        </p:nvSpPr>
        <p:spPr>
          <a:xfrm>
            <a:off x="6172200" y="3840480"/>
            <a:ext cx="685800" cy="685800"/>
          </a:xfrm>
          <a:prstGeom prst="ellipse">
            <a:avLst/>
          </a:prstGeom>
          <a:solidFill>
            <a:srgbClr val="6E1E33"/>
          </a:solidFill>
          <a:ln w="12700">
            <a:solidFill>
              <a:srgbClr val="6E1E33"/>
            </a:solidFill>
            <a:prstDash val="solid"/>
          </a:ln>
        </p:spPr>
      </p:sp>
      <p:pic>
        <p:nvPicPr>
          <p:cNvPr id="21" name="anim|4|zoom|396" descr="C:\Users\AL-NOOR\Downloads\app-research-lab\app-research-lab\presentation\assets\icons\crown_white.png"/>
          <p:cNvPicPr>
            <a:picLocks noChangeAspect="1"/>
          </p:cNvPicPr>
          <p:nvPr/>
        </p:nvPicPr>
        <p:blipFill>
          <a:blip r:embed="rId6"/>
          <a:stretch>
            <a:fillRect/>
          </a:stretch>
        </p:blipFill>
        <p:spPr>
          <a:xfrm>
            <a:off x="6357366" y="4025646"/>
            <a:ext cx="315468" cy="315468"/>
          </a:xfrm>
          <a:prstGeom prst="rect">
            <a:avLst/>
          </a:prstGeom>
        </p:spPr>
      </p:pic>
      <p:sp>
        <p:nvSpPr>
          <p:cNvPr id="22" name="anim|4|zoom|397"/>
          <p:cNvSpPr txBox="1"/>
          <p:nvPr/>
        </p:nvSpPr>
        <p:spPr>
          <a:xfrm>
            <a:off x="4114800" y="3886200"/>
            <a:ext cx="1737360" cy="365760"/>
          </a:xfrm>
          <a:prstGeom prst="rect">
            <a:avLst/>
          </a:prstGeom>
          <a:noFill/>
          <a:ln/>
        </p:spPr>
        <p:txBody>
          <a:bodyPr wrap="square" lIns="0" tIns="0" rIns="0" bIns="0" rtlCol="0" anchor="t"/>
          <a:lstStyle/>
          <a:p>
            <a:pPr marL="0" indent="0" algn="l">
              <a:buNone/>
            </a:pPr>
            <a:r>
              <a:rPr lang="en-US" altLang="en-US" sz="1300" b="1" dirty="0">
                <a:solidFill>
                  <a:srgbClr val="B08D57"/>
                </a:solidFill>
                <a:latin typeface="Segoe UI" pitchFamily="34" charset="0"/>
                <a:ea typeface="Segoe UI" pitchFamily="34" charset="-122"/>
                <a:cs typeface="Segoe UI" pitchFamily="34" charset="-120"/>
              </a:rPr>
              <a:t>Subscription</a:t>
            </a:r>
            <a:endParaRPr lang="en-US" sz="1300" dirty="0"/>
          </a:p>
        </p:txBody>
      </p:sp>
      <p:sp>
        <p:nvSpPr>
          <p:cNvPr id="23" name="anim|4|zoom|398"/>
          <p:cNvSpPr txBox="1"/>
          <p:nvPr/>
        </p:nvSpPr>
        <p:spPr>
          <a:xfrm>
            <a:off x="4114800" y="4617720"/>
            <a:ext cx="2788920" cy="457200"/>
          </a:xfrm>
          <a:prstGeom prst="rect">
            <a:avLst/>
          </a:prstGeom>
          <a:noFill/>
          <a:ln/>
        </p:spPr>
        <p:txBody>
          <a:bodyPr wrap="square" lIns="0" tIns="0" rIns="0" bIns="0" rtlCol="0" anchor="t"/>
          <a:lstStyle/>
          <a:p>
            <a:pPr marL="0" indent="0" algn="r" rtl="1">
              <a:buNone/>
            </a:pPr>
            <a:r>
              <a:rPr lang="ar-IQ" altLang="en-US" sz="2200" b="1" dirty="0">
                <a:solidFill>
                  <a:srgbClr val="221C1B"/>
                </a:solidFill>
                <a:latin typeface="Segoe UI" pitchFamily="34" charset="0"/>
                <a:ea typeface="Segoe UI" pitchFamily="34" charset="-122"/>
                <a:cs typeface="Segoe UI" pitchFamily="34" charset="-120"/>
              </a:rPr>
              <a:t>اشتراك شهري</a:t>
            </a:r>
            <a:endParaRPr lang="ar-IQ" sz="2200" dirty="0"/>
          </a:p>
        </p:txBody>
      </p:sp>
      <p:sp>
        <p:nvSpPr>
          <p:cNvPr id="24" name="anim|4|zoom|399"/>
          <p:cNvSpPr txBox="1"/>
          <p:nvPr/>
        </p:nvSpPr>
        <p:spPr>
          <a:xfrm>
            <a:off x="4114800" y="5074920"/>
            <a:ext cx="2788920" cy="731520"/>
          </a:xfrm>
          <a:prstGeom prst="rect">
            <a:avLst/>
          </a:prstGeom>
          <a:noFill/>
          <a:ln/>
        </p:spPr>
        <p:txBody>
          <a:bodyPr wrap="square" lIns="0" tIns="0" rIns="0" bIns="0" rtlCol="0" anchor="t"/>
          <a:lstStyle/>
          <a:p>
            <a:pPr marL="0" indent="0" algn="r" rtl="1">
              <a:buNone/>
            </a:pPr>
            <a:r>
              <a:rPr lang="ar-IQ" altLang="en-US" sz="1400" dirty="0">
                <a:solidFill>
                  <a:srgbClr val="6E6461"/>
                </a:solidFill>
                <a:latin typeface="Segoe UI" pitchFamily="34" charset="0"/>
                <a:ea typeface="Segoe UI" pitchFamily="34" charset="-122"/>
                <a:cs typeface="Segoe UI" pitchFamily="34" charset="-120"/>
              </a:rPr>
              <a:t>مزايا إضافية وإحصائيات للمزوّد</a:t>
            </a:r>
            <a:endParaRPr lang="ar-IQ" sz="1400" dirty="0"/>
          </a:p>
        </p:txBody>
      </p:sp>
      <p:sp>
        <p:nvSpPr>
          <p:cNvPr id="25" name="anim|5|zoom|400"/>
          <p:cNvSpPr/>
          <p:nvPr/>
        </p:nvSpPr>
        <p:spPr>
          <a:xfrm>
            <a:off x="365760" y="3566160"/>
            <a:ext cx="3246120" cy="2377440"/>
          </a:xfrm>
          <a:prstGeom prst="roundRect">
            <a:avLst>
              <a:gd name="adj" fmla="val 6923"/>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sp>
        <p:nvSpPr>
          <p:cNvPr id="26" name="anim|5|zoom|401"/>
          <p:cNvSpPr/>
          <p:nvPr/>
        </p:nvSpPr>
        <p:spPr>
          <a:xfrm>
            <a:off x="2651760" y="3840480"/>
            <a:ext cx="685800" cy="685800"/>
          </a:xfrm>
          <a:prstGeom prst="ellipse">
            <a:avLst/>
          </a:prstGeom>
          <a:solidFill>
            <a:srgbClr val="6E1E33"/>
          </a:solidFill>
          <a:ln w="12700">
            <a:solidFill>
              <a:srgbClr val="6E1E33"/>
            </a:solidFill>
            <a:prstDash val="solid"/>
          </a:ln>
        </p:spPr>
      </p:sp>
      <p:pic>
        <p:nvPicPr>
          <p:cNvPr id="27" name="anim|5|zoom|402" descr="C:\Users\AL-NOOR\Downloads\app-research-lab\app-research-lab\presentation\assets\icons\gift_white.png"/>
          <p:cNvPicPr>
            <a:picLocks noChangeAspect="1"/>
          </p:cNvPicPr>
          <p:nvPr/>
        </p:nvPicPr>
        <p:blipFill>
          <a:blip r:embed="rId7"/>
          <a:stretch>
            <a:fillRect/>
          </a:stretch>
        </p:blipFill>
        <p:spPr>
          <a:xfrm>
            <a:off x="2836926" y="4025646"/>
            <a:ext cx="315468" cy="315468"/>
          </a:xfrm>
          <a:prstGeom prst="rect">
            <a:avLst/>
          </a:prstGeom>
        </p:spPr>
      </p:pic>
      <p:sp>
        <p:nvSpPr>
          <p:cNvPr id="28" name="anim|5|zoom|403"/>
          <p:cNvSpPr txBox="1"/>
          <p:nvPr/>
        </p:nvSpPr>
        <p:spPr>
          <a:xfrm>
            <a:off x="594360" y="3886200"/>
            <a:ext cx="1737360" cy="365760"/>
          </a:xfrm>
          <a:prstGeom prst="rect">
            <a:avLst/>
          </a:prstGeom>
          <a:noFill/>
          <a:ln/>
        </p:spPr>
        <p:txBody>
          <a:bodyPr wrap="square" lIns="0" tIns="0" rIns="0" bIns="0" rtlCol="0" anchor="t"/>
          <a:lstStyle/>
          <a:p>
            <a:pPr marL="0" indent="0" algn="l">
              <a:buNone/>
            </a:pPr>
            <a:r>
              <a:rPr lang="en-US" altLang="en-US" sz="1300" b="1" dirty="0">
                <a:solidFill>
                  <a:srgbClr val="B08D57"/>
                </a:solidFill>
                <a:latin typeface="Segoe UI" pitchFamily="34" charset="0"/>
                <a:ea typeface="Segoe UI" pitchFamily="34" charset="-122"/>
                <a:cs typeface="Segoe UI" pitchFamily="34" charset="-120"/>
              </a:rPr>
              <a:t>Event Packages</a:t>
            </a:r>
            <a:endParaRPr lang="en-US" sz="1300" dirty="0"/>
          </a:p>
        </p:txBody>
      </p:sp>
      <p:sp>
        <p:nvSpPr>
          <p:cNvPr id="29" name="anim|5|zoom|404"/>
          <p:cNvSpPr txBox="1"/>
          <p:nvPr/>
        </p:nvSpPr>
        <p:spPr>
          <a:xfrm>
            <a:off x="594360" y="4617720"/>
            <a:ext cx="2788920" cy="457200"/>
          </a:xfrm>
          <a:prstGeom prst="rect">
            <a:avLst/>
          </a:prstGeom>
          <a:noFill/>
          <a:ln/>
        </p:spPr>
        <p:txBody>
          <a:bodyPr wrap="square" lIns="0" tIns="0" rIns="0" bIns="0" rtlCol="0" anchor="t"/>
          <a:lstStyle/>
          <a:p>
            <a:pPr marL="0" indent="0" algn="r" rtl="1">
              <a:buNone/>
            </a:pPr>
            <a:r>
              <a:rPr lang="ar-IQ" altLang="en-US" sz="2200" b="1" dirty="0">
                <a:solidFill>
                  <a:srgbClr val="221C1B"/>
                </a:solidFill>
                <a:latin typeface="Segoe UI" pitchFamily="34" charset="0"/>
                <a:ea typeface="Segoe UI" pitchFamily="34" charset="-122"/>
                <a:cs typeface="Segoe UI" pitchFamily="34" charset="-120"/>
              </a:rPr>
              <a:t>باقات مناسبات</a:t>
            </a:r>
            <a:endParaRPr lang="ar-IQ" sz="2200" dirty="0"/>
          </a:p>
        </p:txBody>
      </p:sp>
      <p:sp>
        <p:nvSpPr>
          <p:cNvPr id="30" name="anim|5|zoom|405"/>
          <p:cNvSpPr txBox="1"/>
          <p:nvPr/>
        </p:nvSpPr>
        <p:spPr>
          <a:xfrm>
            <a:off x="594360" y="5074920"/>
            <a:ext cx="2788920" cy="731520"/>
          </a:xfrm>
          <a:prstGeom prst="rect">
            <a:avLst/>
          </a:prstGeom>
          <a:noFill/>
          <a:ln/>
        </p:spPr>
        <p:txBody>
          <a:bodyPr wrap="square" lIns="0" tIns="0" rIns="0" bIns="0" rtlCol="0" anchor="t"/>
          <a:lstStyle/>
          <a:p>
            <a:pPr marL="0" indent="0" algn="r" rtl="1">
              <a:buNone/>
            </a:pPr>
            <a:r>
              <a:rPr lang="ar-IQ" altLang="en-US" sz="1400" dirty="0">
                <a:solidFill>
                  <a:srgbClr val="6E6461"/>
                </a:solidFill>
                <a:latin typeface="Segoe UI" pitchFamily="34" charset="0"/>
                <a:ea typeface="Segoe UI" pitchFamily="34" charset="-122"/>
                <a:cs typeface="Segoe UI" pitchFamily="34" charset="-120"/>
              </a:rPr>
              <a:t>قاعة + ورد + تصوير + سيارات بباقة واحدة</a:t>
            </a:r>
            <a:endParaRPr lang="ar-IQ" sz="1400" dirty="0"/>
          </a:p>
        </p:txBody>
      </p:sp>
      <p:sp>
        <p:nvSpPr>
          <p:cNvPr id="31" name="Text 25"/>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16</a:t>
            </a:r>
            <a:endParaRPr lang="en-US" sz="1000" dirty="0"/>
          </a:p>
        </p:txBody>
      </p:sp>
      <p:sp>
        <p:nvSpPr>
          <p:cNvPr id="32" name="Text 26"/>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childTnLst>
                                </p:cTn>
                              </p:par>
                              <p:par>
                                <p:cTn id="14" presetID="53" presetClass="entr" presetSubtype="16" fill="hold" nodeType="withEffect">
                                  <p:stCondLst>
                                    <p:cond delay="28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par>
                                <p:cTn id="19" presetID="53" presetClass="entr" presetSubtype="16" fill="hold" nodeType="withEffect">
                                  <p:stCondLst>
                                    <p:cond delay="28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par>
                                <p:cTn id="24" presetID="53" presetClass="entr" presetSubtype="16" fill="hold" nodeType="withEffect">
                                  <p:stCondLst>
                                    <p:cond delay="28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par>
                                <p:cTn id="29" presetID="53" presetClass="entr" presetSubtype="16" fill="hold" grpId="0" nodeType="withEffect">
                                  <p:stCondLst>
                                    <p:cond delay="28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53" presetClass="entr" presetSubtype="16" fill="hold" grpId="0" nodeType="withEffect">
                                  <p:stCondLst>
                                    <p:cond delay="28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00" fill="hold"/>
                                        <p:tgtEl>
                                          <p:spTgt spid="11"/>
                                        </p:tgtEl>
                                        <p:attrNameLst>
                                          <p:attrName>ppt_w</p:attrName>
                                        </p:attrNameLst>
                                      </p:cBhvr>
                                      <p:tavLst>
                                        <p:tav tm="0">
                                          <p:val>
                                            <p:fltVal val="0"/>
                                          </p:val>
                                        </p:tav>
                                        <p:tav tm="100000">
                                          <p:val>
                                            <p:strVal val="#ppt_w"/>
                                          </p:val>
                                        </p:tav>
                                      </p:tavLst>
                                    </p:anim>
                                    <p:anim calcmode="lin" valueType="num">
                                      <p:cBhvr>
                                        <p:cTn id="37" dur="500" fill="hold"/>
                                        <p:tgtEl>
                                          <p:spTgt spid="11"/>
                                        </p:tgtEl>
                                        <p:attrNameLst>
                                          <p:attrName>ppt_h</p:attrName>
                                        </p:attrNameLst>
                                      </p:cBhvr>
                                      <p:tavLst>
                                        <p:tav tm="0">
                                          <p:val>
                                            <p:fltVal val="0"/>
                                          </p:val>
                                        </p:tav>
                                        <p:tav tm="100000">
                                          <p:val>
                                            <p:strVal val="#ppt_h"/>
                                          </p:val>
                                        </p:tav>
                                      </p:tavLst>
                                    </p:anim>
                                    <p:animEffect transition="in" filter="fade">
                                      <p:cBhvr>
                                        <p:cTn id="38" dur="500"/>
                                        <p:tgtEl>
                                          <p:spTgt spid="11"/>
                                        </p:tgtEl>
                                      </p:cBhvr>
                                    </p:animEffect>
                                  </p:childTnLst>
                                </p:cTn>
                              </p:par>
                              <p:par>
                                <p:cTn id="39" presetID="53" presetClass="entr" presetSubtype="16" fill="hold" grpId="0" nodeType="withEffect">
                                  <p:stCondLst>
                                    <p:cond delay="280"/>
                                  </p:stCondLst>
                                  <p:childTnLst>
                                    <p:set>
                                      <p:cBhvr>
                                        <p:cTn id="40" dur="1" fill="hold">
                                          <p:stCondLst>
                                            <p:cond delay="0"/>
                                          </p:stCondLst>
                                        </p:cTn>
                                        <p:tgtEl>
                                          <p:spTgt spid="12"/>
                                        </p:tgtEl>
                                        <p:attrNameLst>
                                          <p:attrName>style.visibility</p:attrName>
                                        </p:attrNameLst>
                                      </p:cBhvr>
                                      <p:to>
                                        <p:strVal val="visible"/>
                                      </p:to>
                                    </p:set>
                                    <p:anim calcmode="lin" valueType="num">
                                      <p:cBhvr>
                                        <p:cTn id="41" dur="500" fill="hold"/>
                                        <p:tgtEl>
                                          <p:spTgt spid="12"/>
                                        </p:tgtEl>
                                        <p:attrNameLst>
                                          <p:attrName>ppt_w</p:attrName>
                                        </p:attrNameLst>
                                      </p:cBhvr>
                                      <p:tavLst>
                                        <p:tav tm="0">
                                          <p:val>
                                            <p:fltVal val="0"/>
                                          </p:val>
                                        </p:tav>
                                        <p:tav tm="100000">
                                          <p:val>
                                            <p:strVal val="#ppt_w"/>
                                          </p:val>
                                        </p:tav>
                                      </p:tavLst>
                                    </p:anim>
                                    <p:anim calcmode="lin" valueType="num">
                                      <p:cBhvr>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par>
                                <p:cTn id="44" presetID="53" presetClass="entr" presetSubtype="16" fill="hold" nodeType="withEffect">
                                  <p:stCondLst>
                                    <p:cond delay="560"/>
                                  </p:stCondLst>
                                  <p:childTnLst>
                                    <p:set>
                                      <p:cBhvr>
                                        <p:cTn id="45" dur="1" fill="hold">
                                          <p:stCondLst>
                                            <p:cond delay="0"/>
                                          </p:stCondLst>
                                        </p:cTn>
                                        <p:tgtEl>
                                          <p:spTgt spid="13"/>
                                        </p:tgtEl>
                                        <p:attrNameLst>
                                          <p:attrName>style.visibility</p:attrName>
                                        </p:attrNameLst>
                                      </p:cBhvr>
                                      <p:to>
                                        <p:strVal val="visible"/>
                                      </p:to>
                                    </p:set>
                                    <p:anim calcmode="lin" valueType="num">
                                      <p:cBhvr>
                                        <p:cTn id="46" dur="500" fill="hold"/>
                                        <p:tgtEl>
                                          <p:spTgt spid="13"/>
                                        </p:tgtEl>
                                        <p:attrNameLst>
                                          <p:attrName>ppt_w</p:attrName>
                                        </p:attrNameLst>
                                      </p:cBhvr>
                                      <p:tavLst>
                                        <p:tav tm="0">
                                          <p:val>
                                            <p:fltVal val="0"/>
                                          </p:val>
                                        </p:tav>
                                        <p:tav tm="100000">
                                          <p:val>
                                            <p:strVal val="#ppt_w"/>
                                          </p:val>
                                        </p:tav>
                                      </p:tavLst>
                                    </p:anim>
                                    <p:anim calcmode="lin" valueType="num">
                                      <p:cBhvr>
                                        <p:cTn id="47" dur="500" fill="hold"/>
                                        <p:tgtEl>
                                          <p:spTgt spid="13"/>
                                        </p:tgtEl>
                                        <p:attrNameLst>
                                          <p:attrName>ppt_h</p:attrName>
                                        </p:attrNameLst>
                                      </p:cBhvr>
                                      <p:tavLst>
                                        <p:tav tm="0">
                                          <p:val>
                                            <p:fltVal val="0"/>
                                          </p:val>
                                        </p:tav>
                                        <p:tav tm="100000">
                                          <p:val>
                                            <p:strVal val="#ppt_h"/>
                                          </p:val>
                                        </p:tav>
                                      </p:tavLst>
                                    </p:anim>
                                    <p:animEffect transition="in" filter="fade">
                                      <p:cBhvr>
                                        <p:cTn id="48" dur="500"/>
                                        <p:tgtEl>
                                          <p:spTgt spid="13"/>
                                        </p:tgtEl>
                                      </p:cBhvr>
                                    </p:animEffect>
                                  </p:childTnLst>
                                </p:cTn>
                              </p:par>
                              <p:par>
                                <p:cTn id="49" presetID="53" presetClass="entr" presetSubtype="16" fill="hold" nodeType="withEffect">
                                  <p:stCondLst>
                                    <p:cond delay="560"/>
                                  </p:stCondLst>
                                  <p:childTnLst>
                                    <p:set>
                                      <p:cBhvr>
                                        <p:cTn id="50" dur="1" fill="hold">
                                          <p:stCondLst>
                                            <p:cond delay="0"/>
                                          </p:stCondLst>
                                        </p:cTn>
                                        <p:tgtEl>
                                          <p:spTgt spid="14"/>
                                        </p:tgtEl>
                                        <p:attrNameLst>
                                          <p:attrName>style.visibility</p:attrName>
                                        </p:attrNameLst>
                                      </p:cBhvr>
                                      <p:to>
                                        <p:strVal val="visible"/>
                                      </p:to>
                                    </p:set>
                                    <p:anim calcmode="lin" valueType="num">
                                      <p:cBhvr>
                                        <p:cTn id="51" dur="500" fill="hold"/>
                                        <p:tgtEl>
                                          <p:spTgt spid="14"/>
                                        </p:tgtEl>
                                        <p:attrNameLst>
                                          <p:attrName>ppt_w</p:attrName>
                                        </p:attrNameLst>
                                      </p:cBhvr>
                                      <p:tavLst>
                                        <p:tav tm="0">
                                          <p:val>
                                            <p:fltVal val="0"/>
                                          </p:val>
                                        </p:tav>
                                        <p:tav tm="100000">
                                          <p:val>
                                            <p:strVal val="#ppt_w"/>
                                          </p:val>
                                        </p:tav>
                                      </p:tavLst>
                                    </p:anim>
                                    <p:anim calcmode="lin" valueType="num">
                                      <p:cBhvr>
                                        <p:cTn id="52" dur="500" fill="hold"/>
                                        <p:tgtEl>
                                          <p:spTgt spid="14"/>
                                        </p:tgtEl>
                                        <p:attrNameLst>
                                          <p:attrName>ppt_h</p:attrName>
                                        </p:attrNameLst>
                                      </p:cBhvr>
                                      <p:tavLst>
                                        <p:tav tm="0">
                                          <p:val>
                                            <p:fltVal val="0"/>
                                          </p:val>
                                        </p:tav>
                                        <p:tav tm="100000">
                                          <p:val>
                                            <p:strVal val="#ppt_h"/>
                                          </p:val>
                                        </p:tav>
                                      </p:tavLst>
                                    </p:anim>
                                    <p:animEffect transition="in" filter="fade">
                                      <p:cBhvr>
                                        <p:cTn id="53" dur="500"/>
                                        <p:tgtEl>
                                          <p:spTgt spid="14"/>
                                        </p:tgtEl>
                                      </p:cBhvr>
                                    </p:animEffect>
                                  </p:childTnLst>
                                </p:cTn>
                              </p:par>
                              <p:par>
                                <p:cTn id="54" presetID="53" presetClass="entr" presetSubtype="16" fill="hold" nodeType="withEffect">
                                  <p:stCondLst>
                                    <p:cond delay="56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animEffect transition="in" filter="fade">
                                      <p:cBhvr>
                                        <p:cTn id="58" dur="500"/>
                                        <p:tgtEl>
                                          <p:spTgt spid="15"/>
                                        </p:tgtEl>
                                      </p:cBhvr>
                                    </p:animEffect>
                                  </p:childTnLst>
                                </p:cTn>
                              </p:par>
                              <p:par>
                                <p:cTn id="59" presetID="53" presetClass="entr" presetSubtype="16" fill="hold" grpId="0" nodeType="withEffect">
                                  <p:stCondLst>
                                    <p:cond delay="560"/>
                                  </p:stCondLst>
                                  <p:childTnLst>
                                    <p:set>
                                      <p:cBhvr>
                                        <p:cTn id="60" dur="1" fill="hold">
                                          <p:stCondLst>
                                            <p:cond delay="0"/>
                                          </p:stCondLst>
                                        </p:cTn>
                                        <p:tgtEl>
                                          <p:spTgt spid="16"/>
                                        </p:tgtEl>
                                        <p:attrNameLst>
                                          <p:attrName>style.visibility</p:attrName>
                                        </p:attrNameLst>
                                      </p:cBhvr>
                                      <p:to>
                                        <p:strVal val="visible"/>
                                      </p:to>
                                    </p:set>
                                    <p:anim calcmode="lin" valueType="num">
                                      <p:cBhvr>
                                        <p:cTn id="61" dur="500" fill="hold"/>
                                        <p:tgtEl>
                                          <p:spTgt spid="16"/>
                                        </p:tgtEl>
                                        <p:attrNameLst>
                                          <p:attrName>ppt_w</p:attrName>
                                        </p:attrNameLst>
                                      </p:cBhvr>
                                      <p:tavLst>
                                        <p:tav tm="0">
                                          <p:val>
                                            <p:fltVal val="0"/>
                                          </p:val>
                                        </p:tav>
                                        <p:tav tm="100000">
                                          <p:val>
                                            <p:strVal val="#ppt_w"/>
                                          </p:val>
                                        </p:tav>
                                      </p:tavLst>
                                    </p:anim>
                                    <p:anim calcmode="lin" valueType="num">
                                      <p:cBhvr>
                                        <p:cTn id="62" dur="500" fill="hold"/>
                                        <p:tgtEl>
                                          <p:spTgt spid="16"/>
                                        </p:tgtEl>
                                        <p:attrNameLst>
                                          <p:attrName>ppt_h</p:attrName>
                                        </p:attrNameLst>
                                      </p:cBhvr>
                                      <p:tavLst>
                                        <p:tav tm="0">
                                          <p:val>
                                            <p:fltVal val="0"/>
                                          </p:val>
                                        </p:tav>
                                        <p:tav tm="100000">
                                          <p:val>
                                            <p:strVal val="#ppt_h"/>
                                          </p:val>
                                        </p:tav>
                                      </p:tavLst>
                                    </p:anim>
                                    <p:animEffect transition="in" filter="fade">
                                      <p:cBhvr>
                                        <p:cTn id="63" dur="500"/>
                                        <p:tgtEl>
                                          <p:spTgt spid="16"/>
                                        </p:tgtEl>
                                      </p:cBhvr>
                                    </p:animEffect>
                                  </p:childTnLst>
                                </p:cTn>
                              </p:par>
                              <p:par>
                                <p:cTn id="64" presetID="53" presetClass="entr" presetSubtype="16" fill="hold" grpId="0" nodeType="withEffect">
                                  <p:stCondLst>
                                    <p:cond delay="560"/>
                                  </p:stCondLst>
                                  <p:childTnLst>
                                    <p:set>
                                      <p:cBhvr>
                                        <p:cTn id="65" dur="1" fill="hold">
                                          <p:stCondLst>
                                            <p:cond delay="0"/>
                                          </p:stCondLst>
                                        </p:cTn>
                                        <p:tgtEl>
                                          <p:spTgt spid="17"/>
                                        </p:tgtEl>
                                        <p:attrNameLst>
                                          <p:attrName>style.visibility</p:attrName>
                                        </p:attrNameLst>
                                      </p:cBhvr>
                                      <p:to>
                                        <p:strVal val="visible"/>
                                      </p:to>
                                    </p:set>
                                    <p:anim calcmode="lin" valueType="num">
                                      <p:cBhvr>
                                        <p:cTn id="66" dur="500" fill="hold"/>
                                        <p:tgtEl>
                                          <p:spTgt spid="17"/>
                                        </p:tgtEl>
                                        <p:attrNameLst>
                                          <p:attrName>ppt_w</p:attrName>
                                        </p:attrNameLst>
                                      </p:cBhvr>
                                      <p:tavLst>
                                        <p:tav tm="0">
                                          <p:val>
                                            <p:fltVal val="0"/>
                                          </p:val>
                                        </p:tav>
                                        <p:tav tm="100000">
                                          <p:val>
                                            <p:strVal val="#ppt_w"/>
                                          </p:val>
                                        </p:tav>
                                      </p:tavLst>
                                    </p:anim>
                                    <p:anim calcmode="lin" valueType="num">
                                      <p:cBhvr>
                                        <p:cTn id="67" dur="500" fill="hold"/>
                                        <p:tgtEl>
                                          <p:spTgt spid="17"/>
                                        </p:tgtEl>
                                        <p:attrNameLst>
                                          <p:attrName>ppt_h</p:attrName>
                                        </p:attrNameLst>
                                      </p:cBhvr>
                                      <p:tavLst>
                                        <p:tav tm="0">
                                          <p:val>
                                            <p:fltVal val="0"/>
                                          </p:val>
                                        </p:tav>
                                        <p:tav tm="100000">
                                          <p:val>
                                            <p:strVal val="#ppt_h"/>
                                          </p:val>
                                        </p:tav>
                                      </p:tavLst>
                                    </p:anim>
                                    <p:animEffect transition="in" filter="fade">
                                      <p:cBhvr>
                                        <p:cTn id="68" dur="500"/>
                                        <p:tgtEl>
                                          <p:spTgt spid="17"/>
                                        </p:tgtEl>
                                      </p:cBhvr>
                                    </p:animEffect>
                                  </p:childTnLst>
                                </p:cTn>
                              </p:par>
                              <p:par>
                                <p:cTn id="69" presetID="53" presetClass="entr" presetSubtype="16" fill="hold" grpId="0" nodeType="withEffect">
                                  <p:stCondLst>
                                    <p:cond delay="560"/>
                                  </p:stCondLst>
                                  <p:childTnLst>
                                    <p:set>
                                      <p:cBhvr>
                                        <p:cTn id="70" dur="1" fill="hold">
                                          <p:stCondLst>
                                            <p:cond delay="0"/>
                                          </p:stCondLst>
                                        </p:cTn>
                                        <p:tgtEl>
                                          <p:spTgt spid="18"/>
                                        </p:tgtEl>
                                        <p:attrNameLst>
                                          <p:attrName>style.visibility</p:attrName>
                                        </p:attrNameLst>
                                      </p:cBhvr>
                                      <p:to>
                                        <p:strVal val="visible"/>
                                      </p:to>
                                    </p:set>
                                    <p:anim calcmode="lin" valueType="num">
                                      <p:cBhvr>
                                        <p:cTn id="71" dur="500" fill="hold"/>
                                        <p:tgtEl>
                                          <p:spTgt spid="18"/>
                                        </p:tgtEl>
                                        <p:attrNameLst>
                                          <p:attrName>ppt_w</p:attrName>
                                        </p:attrNameLst>
                                      </p:cBhvr>
                                      <p:tavLst>
                                        <p:tav tm="0">
                                          <p:val>
                                            <p:fltVal val="0"/>
                                          </p:val>
                                        </p:tav>
                                        <p:tav tm="100000">
                                          <p:val>
                                            <p:strVal val="#ppt_w"/>
                                          </p:val>
                                        </p:tav>
                                      </p:tavLst>
                                    </p:anim>
                                    <p:anim calcmode="lin" valueType="num">
                                      <p:cBhvr>
                                        <p:cTn id="72" dur="500" fill="hold"/>
                                        <p:tgtEl>
                                          <p:spTgt spid="18"/>
                                        </p:tgtEl>
                                        <p:attrNameLst>
                                          <p:attrName>ppt_h</p:attrName>
                                        </p:attrNameLst>
                                      </p:cBhvr>
                                      <p:tavLst>
                                        <p:tav tm="0">
                                          <p:val>
                                            <p:fltVal val="0"/>
                                          </p:val>
                                        </p:tav>
                                        <p:tav tm="100000">
                                          <p:val>
                                            <p:strVal val="#ppt_h"/>
                                          </p:val>
                                        </p:tav>
                                      </p:tavLst>
                                    </p:anim>
                                    <p:animEffect transition="in" filter="fade">
                                      <p:cBhvr>
                                        <p:cTn id="73" dur="500"/>
                                        <p:tgtEl>
                                          <p:spTgt spid="18"/>
                                        </p:tgtEl>
                                      </p:cBhvr>
                                    </p:animEffect>
                                  </p:childTnLst>
                                </p:cTn>
                              </p:par>
                              <p:par>
                                <p:cTn id="74" presetID="53" presetClass="entr" presetSubtype="16" fill="hold" nodeType="withEffect">
                                  <p:stCondLst>
                                    <p:cond delay="84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fltVal val="0"/>
                                          </p:val>
                                        </p:tav>
                                        <p:tav tm="100000">
                                          <p:val>
                                            <p:strVal val="#ppt_w"/>
                                          </p:val>
                                        </p:tav>
                                      </p:tavLst>
                                    </p:anim>
                                    <p:anim calcmode="lin" valueType="num">
                                      <p:cBhvr>
                                        <p:cTn id="77" dur="500" fill="hold"/>
                                        <p:tgtEl>
                                          <p:spTgt spid="19"/>
                                        </p:tgtEl>
                                        <p:attrNameLst>
                                          <p:attrName>ppt_h</p:attrName>
                                        </p:attrNameLst>
                                      </p:cBhvr>
                                      <p:tavLst>
                                        <p:tav tm="0">
                                          <p:val>
                                            <p:fltVal val="0"/>
                                          </p:val>
                                        </p:tav>
                                        <p:tav tm="100000">
                                          <p:val>
                                            <p:strVal val="#ppt_h"/>
                                          </p:val>
                                        </p:tav>
                                      </p:tavLst>
                                    </p:anim>
                                    <p:animEffect transition="in" filter="fade">
                                      <p:cBhvr>
                                        <p:cTn id="78" dur="500"/>
                                        <p:tgtEl>
                                          <p:spTgt spid="19"/>
                                        </p:tgtEl>
                                      </p:cBhvr>
                                    </p:animEffect>
                                  </p:childTnLst>
                                </p:cTn>
                              </p:par>
                              <p:par>
                                <p:cTn id="79" presetID="53" presetClass="entr" presetSubtype="16" fill="hold" nodeType="withEffect">
                                  <p:stCondLst>
                                    <p:cond delay="840"/>
                                  </p:stCondLst>
                                  <p:childTnLst>
                                    <p:set>
                                      <p:cBhvr>
                                        <p:cTn id="80" dur="1" fill="hold">
                                          <p:stCondLst>
                                            <p:cond delay="0"/>
                                          </p:stCondLst>
                                        </p:cTn>
                                        <p:tgtEl>
                                          <p:spTgt spid="20"/>
                                        </p:tgtEl>
                                        <p:attrNameLst>
                                          <p:attrName>style.visibility</p:attrName>
                                        </p:attrNameLst>
                                      </p:cBhvr>
                                      <p:to>
                                        <p:strVal val="visible"/>
                                      </p:to>
                                    </p:set>
                                    <p:anim calcmode="lin" valueType="num">
                                      <p:cBhvr>
                                        <p:cTn id="81" dur="500" fill="hold"/>
                                        <p:tgtEl>
                                          <p:spTgt spid="20"/>
                                        </p:tgtEl>
                                        <p:attrNameLst>
                                          <p:attrName>ppt_w</p:attrName>
                                        </p:attrNameLst>
                                      </p:cBhvr>
                                      <p:tavLst>
                                        <p:tav tm="0">
                                          <p:val>
                                            <p:fltVal val="0"/>
                                          </p:val>
                                        </p:tav>
                                        <p:tav tm="100000">
                                          <p:val>
                                            <p:strVal val="#ppt_w"/>
                                          </p:val>
                                        </p:tav>
                                      </p:tavLst>
                                    </p:anim>
                                    <p:anim calcmode="lin" valueType="num">
                                      <p:cBhvr>
                                        <p:cTn id="82" dur="500" fill="hold"/>
                                        <p:tgtEl>
                                          <p:spTgt spid="20"/>
                                        </p:tgtEl>
                                        <p:attrNameLst>
                                          <p:attrName>ppt_h</p:attrName>
                                        </p:attrNameLst>
                                      </p:cBhvr>
                                      <p:tavLst>
                                        <p:tav tm="0">
                                          <p:val>
                                            <p:fltVal val="0"/>
                                          </p:val>
                                        </p:tav>
                                        <p:tav tm="100000">
                                          <p:val>
                                            <p:strVal val="#ppt_h"/>
                                          </p:val>
                                        </p:tav>
                                      </p:tavLst>
                                    </p:anim>
                                    <p:animEffect transition="in" filter="fade">
                                      <p:cBhvr>
                                        <p:cTn id="83" dur="500"/>
                                        <p:tgtEl>
                                          <p:spTgt spid="20"/>
                                        </p:tgtEl>
                                      </p:cBhvr>
                                    </p:animEffect>
                                  </p:childTnLst>
                                </p:cTn>
                              </p:par>
                              <p:par>
                                <p:cTn id="84" presetID="53" presetClass="entr" presetSubtype="16" fill="hold" nodeType="withEffect">
                                  <p:stCondLst>
                                    <p:cond delay="840"/>
                                  </p:stCondLst>
                                  <p:childTnLst>
                                    <p:set>
                                      <p:cBhvr>
                                        <p:cTn id="85" dur="1" fill="hold">
                                          <p:stCondLst>
                                            <p:cond delay="0"/>
                                          </p:stCondLst>
                                        </p:cTn>
                                        <p:tgtEl>
                                          <p:spTgt spid="21"/>
                                        </p:tgtEl>
                                        <p:attrNameLst>
                                          <p:attrName>style.visibility</p:attrName>
                                        </p:attrNameLst>
                                      </p:cBhvr>
                                      <p:to>
                                        <p:strVal val="visible"/>
                                      </p:to>
                                    </p:set>
                                    <p:anim calcmode="lin" valueType="num">
                                      <p:cBhvr>
                                        <p:cTn id="86" dur="500" fill="hold"/>
                                        <p:tgtEl>
                                          <p:spTgt spid="21"/>
                                        </p:tgtEl>
                                        <p:attrNameLst>
                                          <p:attrName>ppt_w</p:attrName>
                                        </p:attrNameLst>
                                      </p:cBhvr>
                                      <p:tavLst>
                                        <p:tav tm="0">
                                          <p:val>
                                            <p:fltVal val="0"/>
                                          </p:val>
                                        </p:tav>
                                        <p:tav tm="100000">
                                          <p:val>
                                            <p:strVal val="#ppt_w"/>
                                          </p:val>
                                        </p:tav>
                                      </p:tavLst>
                                    </p:anim>
                                    <p:anim calcmode="lin" valueType="num">
                                      <p:cBhvr>
                                        <p:cTn id="87" dur="500" fill="hold"/>
                                        <p:tgtEl>
                                          <p:spTgt spid="21"/>
                                        </p:tgtEl>
                                        <p:attrNameLst>
                                          <p:attrName>ppt_h</p:attrName>
                                        </p:attrNameLst>
                                      </p:cBhvr>
                                      <p:tavLst>
                                        <p:tav tm="0">
                                          <p:val>
                                            <p:fltVal val="0"/>
                                          </p:val>
                                        </p:tav>
                                        <p:tav tm="100000">
                                          <p:val>
                                            <p:strVal val="#ppt_h"/>
                                          </p:val>
                                        </p:tav>
                                      </p:tavLst>
                                    </p:anim>
                                    <p:animEffect transition="in" filter="fade">
                                      <p:cBhvr>
                                        <p:cTn id="88" dur="500"/>
                                        <p:tgtEl>
                                          <p:spTgt spid="21"/>
                                        </p:tgtEl>
                                      </p:cBhvr>
                                    </p:animEffect>
                                  </p:childTnLst>
                                </p:cTn>
                              </p:par>
                              <p:par>
                                <p:cTn id="89" presetID="53" presetClass="entr" presetSubtype="16" fill="hold" grpId="0" nodeType="withEffect">
                                  <p:stCondLst>
                                    <p:cond delay="840"/>
                                  </p:stCondLst>
                                  <p:childTnLst>
                                    <p:set>
                                      <p:cBhvr>
                                        <p:cTn id="90" dur="1" fill="hold">
                                          <p:stCondLst>
                                            <p:cond delay="0"/>
                                          </p:stCondLst>
                                        </p:cTn>
                                        <p:tgtEl>
                                          <p:spTgt spid="22"/>
                                        </p:tgtEl>
                                        <p:attrNameLst>
                                          <p:attrName>style.visibility</p:attrName>
                                        </p:attrNameLst>
                                      </p:cBhvr>
                                      <p:to>
                                        <p:strVal val="visible"/>
                                      </p:to>
                                    </p:set>
                                    <p:anim calcmode="lin" valueType="num">
                                      <p:cBhvr>
                                        <p:cTn id="91" dur="500" fill="hold"/>
                                        <p:tgtEl>
                                          <p:spTgt spid="22"/>
                                        </p:tgtEl>
                                        <p:attrNameLst>
                                          <p:attrName>ppt_w</p:attrName>
                                        </p:attrNameLst>
                                      </p:cBhvr>
                                      <p:tavLst>
                                        <p:tav tm="0">
                                          <p:val>
                                            <p:fltVal val="0"/>
                                          </p:val>
                                        </p:tav>
                                        <p:tav tm="100000">
                                          <p:val>
                                            <p:strVal val="#ppt_w"/>
                                          </p:val>
                                        </p:tav>
                                      </p:tavLst>
                                    </p:anim>
                                    <p:anim calcmode="lin" valueType="num">
                                      <p:cBhvr>
                                        <p:cTn id="92" dur="500" fill="hold"/>
                                        <p:tgtEl>
                                          <p:spTgt spid="22"/>
                                        </p:tgtEl>
                                        <p:attrNameLst>
                                          <p:attrName>ppt_h</p:attrName>
                                        </p:attrNameLst>
                                      </p:cBhvr>
                                      <p:tavLst>
                                        <p:tav tm="0">
                                          <p:val>
                                            <p:fltVal val="0"/>
                                          </p:val>
                                        </p:tav>
                                        <p:tav tm="100000">
                                          <p:val>
                                            <p:strVal val="#ppt_h"/>
                                          </p:val>
                                        </p:tav>
                                      </p:tavLst>
                                    </p:anim>
                                    <p:animEffect transition="in" filter="fade">
                                      <p:cBhvr>
                                        <p:cTn id="93" dur="500"/>
                                        <p:tgtEl>
                                          <p:spTgt spid="22"/>
                                        </p:tgtEl>
                                      </p:cBhvr>
                                    </p:animEffect>
                                  </p:childTnLst>
                                </p:cTn>
                              </p:par>
                              <p:par>
                                <p:cTn id="94" presetID="53" presetClass="entr" presetSubtype="16" fill="hold" grpId="0" nodeType="withEffect">
                                  <p:stCondLst>
                                    <p:cond delay="840"/>
                                  </p:stCondLst>
                                  <p:childTnLst>
                                    <p:set>
                                      <p:cBhvr>
                                        <p:cTn id="95" dur="1" fill="hold">
                                          <p:stCondLst>
                                            <p:cond delay="0"/>
                                          </p:stCondLst>
                                        </p:cTn>
                                        <p:tgtEl>
                                          <p:spTgt spid="23"/>
                                        </p:tgtEl>
                                        <p:attrNameLst>
                                          <p:attrName>style.visibility</p:attrName>
                                        </p:attrNameLst>
                                      </p:cBhvr>
                                      <p:to>
                                        <p:strVal val="visible"/>
                                      </p:to>
                                    </p:set>
                                    <p:anim calcmode="lin" valueType="num">
                                      <p:cBhvr>
                                        <p:cTn id="96" dur="500" fill="hold"/>
                                        <p:tgtEl>
                                          <p:spTgt spid="23"/>
                                        </p:tgtEl>
                                        <p:attrNameLst>
                                          <p:attrName>ppt_w</p:attrName>
                                        </p:attrNameLst>
                                      </p:cBhvr>
                                      <p:tavLst>
                                        <p:tav tm="0">
                                          <p:val>
                                            <p:fltVal val="0"/>
                                          </p:val>
                                        </p:tav>
                                        <p:tav tm="100000">
                                          <p:val>
                                            <p:strVal val="#ppt_w"/>
                                          </p:val>
                                        </p:tav>
                                      </p:tavLst>
                                    </p:anim>
                                    <p:anim calcmode="lin" valueType="num">
                                      <p:cBhvr>
                                        <p:cTn id="97" dur="500" fill="hold"/>
                                        <p:tgtEl>
                                          <p:spTgt spid="23"/>
                                        </p:tgtEl>
                                        <p:attrNameLst>
                                          <p:attrName>ppt_h</p:attrName>
                                        </p:attrNameLst>
                                      </p:cBhvr>
                                      <p:tavLst>
                                        <p:tav tm="0">
                                          <p:val>
                                            <p:fltVal val="0"/>
                                          </p:val>
                                        </p:tav>
                                        <p:tav tm="100000">
                                          <p:val>
                                            <p:strVal val="#ppt_h"/>
                                          </p:val>
                                        </p:tav>
                                      </p:tavLst>
                                    </p:anim>
                                    <p:animEffect transition="in" filter="fade">
                                      <p:cBhvr>
                                        <p:cTn id="98" dur="500"/>
                                        <p:tgtEl>
                                          <p:spTgt spid="23"/>
                                        </p:tgtEl>
                                      </p:cBhvr>
                                    </p:animEffect>
                                  </p:childTnLst>
                                </p:cTn>
                              </p:par>
                              <p:par>
                                <p:cTn id="99" presetID="53" presetClass="entr" presetSubtype="16" fill="hold" grpId="0" nodeType="withEffect">
                                  <p:stCondLst>
                                    <p:cond delay="840"/>
                                  </p:stCondLst>
                                  <p:childTnLst>
                                    <p:set>
                                      <p:cBhvr>
                                        <p:cTn id="100" dur="1" fill="hold">
                                          <p:stCondLst>
                                            <p:cond delay="0"/>
                                          </p:stCondLst>
                                        </p:cTn>
                                        <p:tgtEl>
                                          <p:spTgt spid="24"/>
                                        </p:tgtEl>
                                        <p:attrNameLst>
                                          <p:attrName>style.visibility</p:attrName>
                                        </p:attrNameLst>
                                      </p:cBhvr>
                                      <p:to>
                                        <p:strVal val="visible"/>
                                      </p:to>
                                    </p:set>
                                    <p:anim calcmode="lin" valueType="num">
                                      <p:cBhvr>
                                        <p:cTn id="101" dur="500" fill="hold"/>
                                        <p:tgtEl>
                                          <p:spTgt spid="24"/>
                                        </p:tgtEl>
                                        <p:attrNameLst>
                                          <p:attrName>ppt_w</p:attrName>
                                        </p:attrNameLst>
                                      </p:cBhvr>
                                      <p:tavLst>
                                        <p:tav tm="0">
                                          <p:val>
                                            <p:fltVal val="0"/>
                                          </p:val>
                                        </p:tav>
                                        <p:tav tm="100000">
                                          <p:val>
                                            <p:strVal val="#ppt_w"/>
                                          </p:val>
                                        </p:tav>
                                      </p:tavLst>
                                    </p:anim>
                                    <p:anim calcmode="lin" valueType="num">
                                      <p:cBhvr>
                                        <p:cTn id="102" dur="500" fill="hold"/>
                                        <p:tgtEl>
                                          <p:spTgt spid="24"/>
                                        </p:tgtEl>
                                        <p:attrNameLst>
                                          <p:attrName>ppt_h</p:attrName>
                                        </p:attrNameLst>
                                      </p:cBhvr>
                                      <p:tavLst>
                                        <p:tav tm="0">
                                          <p:val>
                                            <p:fltVal val="0"/>
                                          </p:val>
                                        </p:tav>
                                        <p:tav tm="100000">
                                          <p:val>
                                            <p:strVal val="#ppt_h"/>
                                          </p:val>
                                        </p:tav>
                                      </p:tavLst>
                                    </p:anim>
                                    <p:animEffect transition="in" filter="fade">
                                      <p:cBhvr>
                                        <p:cTn id="103" dur="500"/>
                                        <p:tgtEl>
                                          <p:spTgt spid="24"/>
                                        </p:tgtEl>
                                      </p:cBhvr>
                                    </p:animEffect>
                                  </p:childTnLst>
                                </p:cTn>
                              </p:par>
                              <p:par>
                                <p:cTn id="104" presetID="53" presetClass="entr" presetSubtype="16" fill="hold" nodeType="withEffect">
                                  <p:stCondLst>
                                    <p:cond delay="1120"/>
                                  </p:stCondLst>
                                  <p:childTnLst>
                                    <p:set>
                                      <p:cBhvr>
                                        <p:cTn id="105" dur="1" fill="hold">
                                          <p:stCondLst>
                                            <p:cond delay="0"/>
                                          </p:stCondLst>
                                        </p:cTn>
                                        <p:tgtEl>
                                          <p:spTgt spid="25"/>
                                        </p:tgtEl>
                                        <p:attrNameLst>
                                          <p:attrName>style.visibility</p:attrName>
                                        </p:attrNameLst>
                                      </p:cBhvr>
                                      <p:to>
                                        <p:strVal val="visible"/>
                                      </p:to>
                                    </p:set>
                                    <p:anim calcmode="lin" valueType="num">
                                      <p:cBhvr>
                                        <p:cTn id="106" dur="500" fill="hold"/>
                                        <p:tgtEl>
                                          <p:spTgt spid="25"/>
                                        </p:tgtEl>
                                        <p:attrNameLst>
                                          <p:attrName>ppt_w</p:attrName>
                                        </p:attrNameLst>
                                      </p:cBhvr>
                                      <p:tavLst>
                                        <p:tav tm="0">
                                          <p:val>
                                            <p:fltVal val="0"/>
                                          </p:val>
                                        </p:tav>
                                        <p:tav tm="100000">
                                          <p:val>
                                            <p:strVal val="#ppt_w"/>
                                          </p:val>
                                        </p:tav>
                                      </p:tavLst>
                                    </p:anim>
                                    <p:anim calcmode="lin" valueType="num">
                                      <p:cBhvr>
                                        <p:cTn id="107" dur="500" fill="hold"/>
                                        <p:tgtEl>
                                          <p:spTgt spid="25"/>
                                        </p:tgtEl>
                                        <p:attrNameLst>
                                          <p:attrName>ppt_h</p:attrName>
                                        </p:attrNameLst>
                                      </p:cBhvr>
                                      <p:tavLst>
                                        <p:tav tm="0">
                                          <p:val>
                                            <p:fltVal val="0"/>
                                          </p:val>
                                        </p:tav>
                                        <p:tav tm="100000">
                                          <p:val>
                                            <p:strVal val="#ppt_h"/>
                                          </p:val>
                                        </p:tav>
                                      </p:tavLst>
                                    </p:anim>
                                    <p:animEffect transition="in" filter="fade">
                                      <p:cBhvr>
                                        <p:cTn id="108" dur="500"/>
                                        <p:tgtEl>
                                          <p:spTgt spid="25"/>
                                        </p:tgtEl>
                                      </p:cBhvr>
                                    </p:animEffect>
                                  </p:childTnLst>
                                </p:cTn>
                              </p:par>
                              <p:par>
                                <p:cTn id="109" presetID="53" presetClass="entr" presetSubtype="16" fill="hold" nodeType="withEffect">
                                  <p:stCondLst>
                                    <p:cond delay="1120"/>
                                  </p:stCondLst>
                                  <p:childTnLst>
                                    <p:set>
                                      <p:cBhvr>
                                        <p:cTn id="110" dur="1" fill="hold">
                                          <p:stCondLst>
                                            <p:cond delay="0"/>
                                          </p:stCondLst>
                                        </p:cTn>
                                        <p:tgtEl>
                                          <p:spTgt spid="26"/>
                                        </p:tgtEl>
                                        <p:attrNameLst>
                                          <p:attrName>style.visibility</p:attrName>
                                        </p:attrNameLst>
                                      </p:cBhvr>
                                      <p:to>
                                        <p:strVal val="visible"/>
                                      </p:to>
                                    </p:set>
                                    <p:anim calcmode="lin" valueType="num">
                                      <p:cBhvr>
                                        <p:cTn id="111" dur="500" fill="hold"/>
                                        <p:tgtEl>
                                          <p:spTgt spid="26"/>
                                        </p:tgtEl>
                                        <p:attrNameLst>
                                          <p:attrName>ppt_w</p:attrName>
                                        </p:attrNameLst>
                                      </p:cBhvr>
                                      <p:tavLst>
                                        <p:tav tm="0">
                                          <p:val>
                                            <p:fltVal val="0"/>
                                          </p:val>
                                        </p:tav>
                                        <p:tav tm="100000">
                                          <p:val>
                                            <p:strVal val="#ppt_w"/>
                                          </p:val>
                                        </p:tav>
                                      </p:tavLst>
                                    </p:anim>
                                    <p:anim calcmode="lin" valueType="num">
                                      <p:cBhvr>
                                        <p:cTn id="112" dur="500" fill="hold"/>
                                        <p:tgtEl>
                                          <p:spTgt spid="26"/>
                                        </p:tgtEl>
                                        <p:attrNameLst>
                                          <p:attrName>ppt_h</p:attrName>
                                        </p:attrNameLst>
                                      </p:cBhvr>
                                      <p:tavLst>
                                        <p:tav tm="0">
                                          <p:val>
                                            <p:fltVal val="0"/>
                                          </p:val>
                                        </p:tav>
                                        <p:tav tm="100000">
                                          <p:val>
                                            <p:strVal val="#ppt_h"/>
                                          </p:val>
                                        </p:tav>
                                      </p:tavLst>
                                    </p:anim>
                                    <p:animEffect transition="in" filter="fade">
                                      <p:cBhvr>
                                        <p:cTn id="113" dur="500"/>
                                        <p:tgtEl>
                                          <p:spTgt spid="26"/>
                                        </p:tgtEl>
                                      </p:cBhvr>
                                    </p:animEffect>
                                  </p:childTnLst>
                                </p:cTn>
                              </p:par>
                              <p:par>
                                <p:cTn id="114" presetID="53" presetClass="entr" presetSubtype="16" fill="hold" nodeType="withEffect">
                                  <p:stCondLst>
                                    <p:cond delay="1120"/>
                                  </p:stCondLst>
                                  <p:childTnLst>
                                    <p:set>
                                      <p:cBhvr>
                                        <p:cTn id="115" dur="1" fill="hold">
                                          <p:stCondLst>
                                            <p:cond delay="0"/>
                                          </p:stCondLst>
                                        </p:cTn>
                                        <p:tgtEl>
                                          <p:spTgt spid="27"/>
                                        </p:tgtEl>
                                        <p:attrNameLst>
                                          <p:attrName>style.visibility</p:attrName>
                                        </p:attrNameLst>
                                      </p:cBhvr>
                                      <p:to>
                                        <p:strVal val="visible"/>
                                      </p:to>
                                    </p:set>
                                    <p:anim calcmode="lin" valueType="num">
                                      <p:cBhvr>
                                        <p:cTn id="116" dur="500" fill="hold"/>
                                        <p:tgtEl>
                                          <p:spTgt spid="27"/>
                                        </p:tgtEl>
                                        <p:attrNameLst>
                                          <p:attrName>ppt_w</p:attrName>
                                        </p:attrNameLst>
                                      </p:cBhvr>
                                      <p:tavLst>
                                        <p:tav tm="0">
                                          <p:val>
                                            <p:fltVal val="0"/>
                                          </p:val>
                                        </p:tav>
                                        <p:tav tm="100000">
                                          <p:val>
                                            <p:strVal val="#ppt_w"/>
                                          </p:val>
                                        </p:tav>
                                      </p:tavLst>
                                    </p:anim>
                                    <p:anim calcmode="lin" valueType="num">
                                      <p:cBhvr>
                                        <p:cTn id="117" dur="500" fill="hold"/>
                                        <p:tgtEl>
                                          <p:spTgt spid="27"/>
                                        </p:tgtEl>
                                        <p:attrNameLst>
                                          <p:attrName>ppt_h</p:attrName>
                                        </p:attrNameLst>
                                      </p:cBhvr>
                                      <p:tavLst>
                                        <p:tav tm="0">
                                          <p:val>
                                            <p:fltVal val="0"/>
                                          </p:val>
                                        </p:tav>
                                        <p:tav tm="100000">
                                          <p:val>
                                            <p:strVal val="#ppt_h"/>
                                          </p:val>
                                        </p:tav>
                                      </p:tavLst>
                                    </p:anim>
                                    <p:animEffect transition="in" filter="fade">
                                      <p:cBhvr>
                                        <p:cTn id="118" dur="500"/>
                                        <p:tgtEl>
                                          <p:spTgt spid="27"/>
                                        </p:tgtEl>
                                      </p:cBhvr>
                                    </p:animEffect>
                                  </p:childTnLst>
                                </p:cTn>
                              </p:par>
                              <p:par>
                                <p:cTn id="119" presetID="53" presetClass="entr" presetSubtype="16" fill="hold" grpId="0" nodeType="withEffect">
                                  <p:stCondLst>
                                    <p:cond delay="1120"/>
                                  </p:stCondLst>
                                  <p:childTnLst>
                                    <p:set>
                                      <p:cBhvr>
                                        <p:cTn id="120" dur="1" fill="hold">
                                          <p:stCondLst>
                                            <p:cond delay="0"/>
                                          </p:stCondLst>
                                        </p:cTn>
                                        <p:tgtEl>
                                          <p:spTgt spid="28"/>
                                        </p:tgtEl>
                                        <p:attrNameLst>
                                          <p:attrName>style.visibility</p:attrName>
                                        </p:attrNameLst>
                                      </p:cBhvr>
                                      <p:to>
                                        <p:strVal val="visible"/>
                                      </p:to>
                                    </p:set>
                                    <p:anim calcmode="lin" valueType="num">
                                      <p:cBhvr>
                                        <p:cTn id="121" dur="500" fill="hold"/>
                                        <p:tgtEl>
                                          <p:spTgt spid="28"/>
                                        </p:tgtEl>
                                        <p:attrNameLst>
                                          <p:attrName>ppt_w</p:attrName>
                                        </p:attrNameLst>
                                      </p:cBhvr>
                                      <p:tavLst>
                                        <p:tav tm="0">
                                          <p:val>
                                            <p:fltVal val="0"/>
                                          </p:val>
                                        </p:tav>
                                        <p:tav tm="100000">
                                          <p:val>
                                            <p:strVal val="#ppt_w"/>
                                          </p:val>
                                        </p:tav>
                                      </p:tavLst>
                                    </p:anim>
                                    <p:anim calcmode="lin" valueType="num">
                                      <p:cBhvr>
                                        <p:cTn id="122" dur="500" fill="hold"/>
                                        <p:tgtEl>
                                          <p:spTgt spid="28"/>
                                        </p:tgtEl>
                                        <p:attrNameLst>
                                          <p:attrName>ppt_h</p:attrName>
                                        </p:attrNameLst>
                                      </p:cBhvr>
                                      <p:tavLst>
                                        <p:tav tm="0">
                                          <p:val>
                                            <p:fltVal val="0"/>
                                          </p:val>
                                        </p:tav>
                                        <p:tav tm="100000">
                                          <p:val>
                                            <p:strVal val="#ppt_h"/>
                                          </p:val>
                                        </p:tav>
                                      </p:tavLst>
                                    </p:anim>
                                    <p:animEffect transition="in" filter="fade">
                                      <p:cBhvr>
                                        <p:cTn id="123" dur="500"/>
                                        <p:tgtEl>
                                          <p:spTgt spid="28"/>
                                        </p:tgtEl>
                                      </p:cBhvr>
                                    </p:animEffect>
                                  </p:childTnLst>
                                </p:cTn>
                              </p:par>
                              <p:par>
                                <p:cTn id="124" presetID="53" presetClass="entr" presetSubtype="16" fill="hold" grpId="0" nodeType="withEffect">
                                  <p:stCondLst>
                                    <p:cond delay="1120"/>
                                  </p:stCondLst>
                                  <p:childTnLst>
                                    <p:set>
                                      <p:cBhvr>
                                        <p:cTn id="125" dur="1" fill="hold">
                                          <p:stCondLst>
                                            <p:cond delay="0"/>
                                          </p:stCondLst>
                                        </p:cTn>
                                        <p:tgtEl>
                                          <p:spTgt spid="29"/>
                                        </p:tgtEl>
                                        <p:attrNameLst>
                                          <p:attrName>style.visibility</p:attrName>
                                        </p:attrNameLst>
                                      </p:cBhvr>
                                      <p:to>
                                        <p:strVal val="visible"/>
                                      </p:to>
                                    </p:set>
                                    <p:anim calcmode="lin" valueType="num">
                                      <p:cBhvr>
                                        <p:cTn id="126" dur="500" fill="hold"/>
                                        <p:tgtEl>
                                          <p:spTgt spid="29"/>
                                        </p:tgtEl>
                                        <p:attrNameLst>
                                          <p:attrName>ppt_w</p:attrName>
                                        </p:attrNameLst>
                                      </p:cBhvr>
                                      <p:tavLst>
                                        <p:tav tm="0">
                                          <p:val>
                                            <p:fltVal val="0"/>
                                          </p:val>
                                        </p:tav>
                                        <p:tav tm="100000">
                                          <p:val>
                                            <p:strVal val="#ppt_w"/>
                                          </p:val>
                                        </p:tav>
                                      </p:tavLst>
                                    </p:anim>
                                    <p:anim calcmode="lin" valueType="num">
                                      <p:cBhvr>
                                        <p:cTn id="127" dur="500" fill="hold"/>
                                        <p:tgtEl>
                                          <p:spTgt spid="29"/>
                                        </p:tgtEl>
                                        <p:attrNameLst>
                                          <p:attrName>ppt_h</p:attrName>
                                        </p:attrNameLst>
                                      </p:cBhvr>
                                      <p:tavLst>
                                        <p:tav tm="0">
                                          <p:val>
                                            <p:fltVal val="0"/>
                                          </p:val>
                                        </p:tav>
                                        <p:tav tm="100000">
                                          <p:val>
                                            <p:strVal val="#ppt_h"/>
                                          </p:val>
                                        </p:tav>
                                      </p:tavLst>
                                    </p:anim>
                                    <p:animEffect transition="in" filter="fade">
                                      <p:cBhvr>
                                        <p:cTn id="128" dur="500"/>
                                        <p:tgtEl>
                                          <p:spTgt spid="29"/>
                                        </p:tgtEl>
                                      </p:cBhvr>
                                    </p:animEffect>
                                  </p:childTnLst>
                                </p:cTn>
                              </p:par>
                              <p:par>
                                <p:cTn id="129" presetID="53" presetClass="entr" presetSubtype="16" fill="hold" grpId="0" nodeType="withEffect">
                                  <p:stCondLst>
                                    <p:cond delay="1120"/>
                                  </p:stCondLst>
                                  <p:childTnLst>
                                    <p:set>
                                      <p:cBhvr>
                                        <p:cTn id="130" dur="1" fill="hold">
                                          <p:stCondLst>
                                            <p:cond delay="0"/>
                                          </p:stCondLst>
                                        </p:cTn>
                                        <p:tgtEl>
                                          <p:spTgt spid="30"/>
                                        </p:tgtEl>
                                        <p:attrNameLst>
                                          <p:attrName>style.visibility</p:attrName>
                                        </p:attrNameLst>
                                      </p:cBhvr>
                                      <p:to>
                                        <p:strVal val="visible"/>
                                      </p:to>
                                    </p:set>
                                    <p:anim calcmode="lin" valueType="num">
                                      <p:cBhvr>
                                        <p:cTn id="131" dur="500" fill="hold"/>
                                        <p:tgtEl>
                                          <p:spTgt spid="30"/>
                                        </p:tgtEl>
                                        <p:attrNameLst>
                                          <p:attrName>ppt_w</p:attrName>
                                        </p:attrNameLst>
                                      </p:cBhvr>
                                      <p:tavLst>
                                        <p:tav tm="0">
                                          <p:val>
                                            <p:fltVal val="0"/>
                                          </p:val>
                                        </p:tav>
                                        <p:tav tm="100000">
                                          <p:val>
                                            <p:strVal val="#ppt_w"/>
                                          </p:val>
                                        </p:tav>
                                      </p:tavLst>
                                    </p:anim>
                                    <p:anim calcmode="lin" valueType="num">
                                      <p:cBhvr>
                                        <p:cTn id="132" dur="500" fill="hold"/>
                                        <p:tgtEl>
                                          <p:spTgt spid="30"/>
                                        </p:tgtEl>
                                        <p:attrNameLst>
                                          <p:attrName>ppt_h</p:attrName>
                                        </p:attrNameLst>
                                      </p:cBhvr>
                                      <p:tavLst>
                                        <p:tav tm="0">
                                          <p:val>
                                            <p:fltVal val="0"/>
                                          </p:val>
                                        </p:tav>
                                        <p:tav tm="100000">
                                          <p:val>
                                            <p:strVal val="#ppt_h"/>
                                          </p:val>
                                        </p:tav>
                                      </p:tavLst>
                                    </p:anim>
                                    <p:animEffect transition="in" filter="fade">
                                      <p:cBhvr>
                                        <p:cTn id="133" dur="500"/>
                                        <p:tgtEl>
                                          <p:spTgt spid="30"/>
                                        </p:tgtEl>
                                      </p:cBhvr>
                                    </p:animEffect>
                                  </p:childTnLst>
                                </p:cTn>
                              </p:par>
                              <p:par>
                                <p:cTn id="134" presetID="10" presetClass="entr" presetSubtype="0" fill="hold" nodeType="withEffect">
                                  <p:stCondLst>
                                    <p:cond delay="1400"/>
                                  </p:stCondLst>
                                  <p:childTnLst>
                                    <p:set>
                                      <p:cBhvr>
                                        <p:cTn id="135" dur="1" fill="hold">
                                          <p:stCondLst>
                                            <p:cond delay="0"/>
                                          </p:stCondLst>
                                        </p:cTn>
                                        <p:tgtEl>
                                          <p:spTgt spid="5"/>
                                        </p:tgtEl>
                                        <p:attrNameLst>
                                          <p:attrName>style.visibility</p:attrName>
                                        </p:attrNameLst>
                                      </p:cBhvr>
                                      <p:to>
                                        <p:strVal val="visible"/>
                                      </p:to>
                                    </p:set>
                                    <p:animEffect transition="in" filter="fade">
                                      <p:cBhvr>
                                        <p:cTn id="136" dur="600"/>
                                        <p:tgtEl>
                                          <p:spTgt spid="5"/>
                                        </p:tgtEl>
                                      </p:cBhvr>
                                    </p:animEffect>
                                  </p:childTnLst>
                                </p:cTn>
                              </p:par>
                              <p:par>
                                <p:cTn id="137" presetID="10" presetClass="entr" presetSubtype="0" fill="hold" grpId="0" nodeType="withEffect">
                                  <p:stCondLst>
                                    <p:cond delay="1400"/>
                                  </p:stCondLst>
                                  <p:childTnLst>
                                    <p:set>
                                      <p:cBhvr>
                                        <p:cTn id="138" dur="1" fill="hold">
                                          <p:stCondLst>
                                            <p:cond delay="0"/>
                                          </p:stCondLst>
                                        </p:cTn>
                                        <p:tgtEl>
                                          <p:spTgt spid="6"/>
                                        </p:tgtEl>
                                        <p:attrNameLst>
                                          <p:attrName>style.visibility</p:attrName>
                                        </p:attrNameLst>
                                      </p:cBhvr>
                                      <p:to>
                                        <p:strVal val="visible"/>
                                      </p:to>
                                    </p:set>
                                    <p:animEffect transition="in" filter="fade">
                                      <p:cBhvr>
                                        <p:cTn id="139"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10" grpId="0" animBg="1"/>
      <p:bldP spid="11" grpId="0" animBg="1"/>
      <p:bldP spid="12" grpId="0" animBg="1"/>
      <p:bldP spid="16" grpId="0" animBg="1"/>
      <p:bldP spid="17" grpId="0" animBg="1"/>
      <p:bldP spid="18" grpId="0" animBg="1"/>
      <p:bldP spid="22" grpId="0" animBg="1"/>
      <p:bldP spid="23" grpId="0" animBg="1"/>
      <p:bldP spid="24" grpId="0" animBg="1"/>
      <p:bldP spid="28" grpId="0" animBg="1"/>
      <p:bldP spid="29" grpId="0" animBg="1"/>
      <p:bldP spid="3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406"/>
          <p:cNvSpPr txBox="1"/>
          <p:nvPr/>
        </p:nvSpPr>
        <p:spPr>
          <a:xfrm>
            <a:off x="548640" y="731520"/>
            <a:ext cx="11094415" cy="914400"/>
          </a:xfrm>
          <a:prstGeom prst="rect">
            <a:avLst/>
          </a:prstGeom>
          <a:noFill/>
          <a:ln/>
        </p:spPr>
        <p:txBody>
          <a:bodyPr wrap="square" lIns="0" tIns="0" rIns="0" bIns="0" rtlCol="0" anchor="t"/>
          <a:lstStyle/>
          <a:p>
            <a:pPr marL="0" indent="0" algn="ctr" rtl="1">
              <a:buNone/>
            </a:pPr>
            <a:r>
              <a:rPr lang="ar-IQ" altLang="en-US" sz="4400" b="1" dirty="0">
                <a:solidFill>
                  <a:srgbClr val="FFFFFF"/>
                </a:solidFill>
                <a:latin typeface="Segoe UI" pitchFamily="34" charset="0"/>
                <a:ea typeface="Segoe UI" pitchFamily="34" charset="-122"/>
                <a:cs typeface="Segoe UI" pitchFamily="34" charset="-120"/>
              </a:rPr>
              <a:t>لماذا SAWA؟</a:t>
            </a:r>
            <a:endParaRPr lang="ar-IQ" sz="4400" dirty="0"/>
          </a:p>
        </p:txBody>
      </p:sp>
      <p:sp>
        <p:nvSpPr>
          <p:cNvPr id="3" name="anim|2|rise|407"/>
          <p:cNvSpPr/>
          <p:nvPr/>
        </p:nvSpPr>
        <p:spPr>
          <a:xfrm>
            <a:off x="9082735" y="2011680"/>
            <a:ext cx="2560320" cy="3657600"/>
          </a:xfrm>
          <a:prstGeom prst="roundRect">
            <a:avLst>
              <a:gd name="adj" fmla="val 8929"/>
            </a:avLst>
          </a:prstGeom>
          <a:solidFill>
            <a:srgbClr val="FFFFFF">
              <a:alpha val="8000"/>
            </a:srgbClr>
          </a:solidFill>
          <a:ln w="9525">
            <a:solidFill>
              <a:srgbClr val="E8D8BD">
                <a:alpha val="45000"/>
              </a:srgbClr>
            </a:solidFill>
            <a:prstDash val="solid"/>
          </a:ln>
        </p:spPr>
      </p:sp>
      <p:sp>
        <p:nvSpPr>
          <p:cNvPr id="4" name="anim|2|rise|408"/>
          <p:cNvSpPr/>
          <p:nvPr/>
        </p:nvSpPr>
        <p:spPr>
          <a:xfrm>
            <a:off x="9768535" y="2377440"/>
            <a:ext cx="1188720" cy="1188720"/>
          </a:xfrm>
          <a:prstGeom prst="ellipse">
            <a:avLst/>
          </a:prstGeom>
          <a:solidFill>
            <a:srgbClr val="E8D8BD"/>
          </a:solidFill>
          <a:ln w="12700">
            <a:solidFill>
              <a:srgbClr val="E8D8BD"/>
            </a:solidFill>
            <a:prstDash val="solid"/>
          </a:ln>
        </p:spPr>
      </p:sp>
      <p:pic>
        <p:nvPicPr>
          <p:cNvPr id="5" name="anim|2|rise|409" descr="C:\Users\AL-NOOR\Downloads\app-research-lab\app-research-lab\presentation\assets\icons\pin_maroon.png"/>
          <p:cNvPicPr>
            <a:picLocks noChangeAspect="1"/>
          </p:cNvPicPr>
          <p:nvPr/>
        </p:nvPicPr>
        <p:blipFill>
          <a:blip r:embed="rId4"/>
          <a:stretch>
            <a:fillRect/>
          </a:stretch>
        </p:blipFill>
        <p:spPr>
          <a:xfrm>
            <a:off x="10089490" y="2698394"/>
            <a:ext cx="546811" cy="546811"/>
          </a:xfrm>
          <a:prstGeom prst="rect">
            <a:avLst/>
          </a:prstGeom>
        </p:spPr>
      </p:pic>
      <p:sp>
        <p:nvSpPr>
          <p:cNvPr id="6" name="anim|2|rise|410"/>
          <p:cNvSpPr txBox="1"/>
          <p:nvPr/>
        </p:nvSpPr>
        <p:spPr>
          <a:xfrm>
            <a:off x="9082735" y="3794760"/>
            <a:ext cx="2560320" cy="365760"/>
          </a:xfrm>
          <a:prstGeom prst="rect">
            <a:avLst/>
          </a:prstGeom>
          <a:noFill/>
          <a:ln/>
        </p:spPr>
        <p:txBody>
          <a:bodyPr wrap="square" lIns="0" tIns="0" rIns="0" bIns="0" rtlCol="0" anchor="t"/>
          <a:lstStyle/>
          <a:p>
            <a:pPr marL="0" indent="0" algn="ctr">
              <a:buNone/>
            </a:pPr>
            <a:r>
              <a:rPr lang="en-US" altLang="en-US" sz="1400" b="1" dirty="0">
                <a:solidFill>
                  <a:srgbClr val="B08D57"/>
                </a:solidFill>
                <a:latin typeface="Segoe UI" pitchFamily="34" charset="0"/>
                <a:ea typeface="Segoe UI" pitchFamily="34" charset="-122"/>
                <a:cs typeface="Segoe UI" pitchFamily="34" charset="-120"/>
              </a:rPr>
              <a:t>Local-first</a:t>
            </a:r>
            <a:endParaRPr lang="en-US" sz="1400" dirty="0"/>
          </a:p>
        </p:txBody>
      </p:sp>
      <p:sp>
        <p:nvSpPr>
          <p:cNvPr id="7" name="anim|2|rise|411"/>
          <p:cNvSpPr txBox="1"/>
          <p:nvPr/>
        </p:nvSpPr>
        <p:spPr>
          <a:xfrm>
            <a:off x="9174175" y="4160520"/>
            <a:ext cx="2377440" cy="502920"/>
          </a:xfrm>
          <a:prstGeom prst="rect">
            <a:avLst/>
          </a:prstGeom>
          <a:noFill/>
          <a:ln/>
        </p:spPr>
        <p:txBody>
          <a:bodyPr wrap="square" lIns="0" tIns="0" rIns="0" bIns="0" rtlCol="0" anchor="t"/>
          <a:lstStyle/>
          <a:p>
            <a:pPr marL="0" indent="0" algn="ctr" rtl="1">
              <a:buNone/>
            </a:pPr>
            <a:r>
              <a:rPr lang="ar-IQ" altLang="en-US" sz="2000" b="1" dirty="0">
                <a:solidFill>
                  <a:srgbClr val="FFFFFF"/>
                </a:solidFill>
                <a:latin typeface="Segoe UI" pitchFamily="34" charset="0"/>
                <a:ea typeface="Segoe UI" pitchFamily="34" charset="-122"/>
                <a:cs typeface="Segoe UI" pitchFamily="34" charset="-120"/>
              </a:rPr>
              <a:t>مصمم للسوق المحلي</a:t>
            </a:r>
            <a:endParaRPr lang="ar-IQ" sz="2000" dirty="0"/>
          </a:p>
        </p:txBody>
      </p:sp>
      <p:sp>
        <p:nvSpPr>
          <p:cNvPr id="8" name="anim|2|rise|412"/>
          <p:cNvSpPr txBox="1"/>
          <p:nvPr/>
        </p:nvSpPr>
        <p:spPr>
          <a:xfrm>
            <a:off x="9265615" y="4709160"/>
            <a:ext cx="2194560" cy="731520"/>
          </a:xfrm>
          <a:prstGeom prst="rect">
            <a:avLst/>
          </a:prstGeom>
          <a:noFill/>
          <a:ln/>
        </p:spPr>
        <p:txBody>
          <a:bodyPr wrap="square" lIns="0" tIns="0" rIns="0" bIns="0" rtlCol="0" anchor="t"/>
          <a:lstStyle/>
          <a:p>
            <a:pPr marL="0" indent="0" algn="ctr" rtl="1">
              <a:buNone/>
            </a:pPr>
            <a:r>
              <a:rPr lang="ar-IQ" altLang="en-US" sz="1500" dirty="0">
                <a:solidFill>
                  <a:srgbClr val="E8D8BD"/>
                </a:solidFill>
                <a:latin typeface="Segoe UI" pitchFamily="34" charset="0"/>
                <a:ea typeface="Segoe UI" pitchFamily="34" charset="-122"/>
                <a:cs typeface="Segoe UI" pitchFamily="34" charset="-120"/>
              </a:rPr>
              <a:t>معمول للسوق العراقي، ونبدي من بغداد</a:t>
            </a:r>
            <a:endParaRPr lang="ar-IQ" sz="1500" dirty="0"/>
          </a:p>
        </p:txBody>
      </p:sp>
      <p:sp>
        <p:nvSpPr>
          <p:cNvPr id="9" name="anim|3|rise|413"/>
          <p:cNvSpPr/>
          <p:nvPr/>
        </p:nvSpPr>
        <p:spPr>
          <a:xfrm>
            <a:off x="6238037" y="2011680"/>
            <a:ext cx="2560320" cy="3657600"/>
          </a:xfrm>
          <a:prstGeom prst="roundRect">
            <a:avLst>
              <a:gd name="adj" fmla="val 8929"/>
            </a:avLst>
          </a:prstGeom>
          <a:solidFill>
            <a:srgbClr val="FFFFFF">
              <a:alpha val="8000"/>
            </a:srgbClr>
          </a:solidFill>
          <a:ln w="9525">
            <a:solidFill>
              <a:srgbClr val="E8D8BD">
                <a:alpha val="45000"/>
              </a:srgbClr>
            </a:solidFill>
            <a:prstDash val="solid"/>
          </a:ln>
        </p:spPr>
      </p:sp>
      <p:sp>
        <p:nvSpPr>
          <p:cNvPr id="10" name="anim|3|rise|414"/>
          <p:cNvSpPr/>
          <p:nvPr/>
        </p:nvSpPr>
        <p:spPr>
          <a:xfrm>
            <a:off x="6923837" y="2377440"/>
            <a:ext cx="1188720" cy="1188720"/>
          </a:xfrm>
          <a:prstGeom prst="ellipse">
            <a:avLst/>
          </a:prstGeom>
          <a:solidFill>
            <a:srgbClr val="E8D8BD"/>
          </a:solidFill>
          <a:ln w="12700">
            <a:solidFill>
              <a:srgbClr val="E8D8BD"/>
            </a:solidFill>
            <a:prstDash val="solid"/>
          </a:ln>
        </p:spPr>
      </p:sp>
      <p:pic>
        <p:nvPicPr>
          <p:cNvPr id="11" name="anim|3|rise|415" descr="C:\Users\AL-NOOR\Downloads\app-research-lab\app-research-lab\presentation\assets\icons\grid_maroon.png"/>
          <p:cNvPicPr>
            <a:picLocks noChangeAspect="1"/>
          </p:cNvPicPr>
          <p:nvPr/>
        </p:nvPicPr>
        <p:blipFill>
          <a:blip r:embed="rId5"/>
          <a:stretch>
            <a:fillRect/>
          </a:stretch>
        </p:blipFill>
        <p:spPr>
          <a:xfrm>
            <a:off x="7244791" y="2698394"/>
            <a:ext cx="546811" cy="546811"/>
          </a:xfrm>
          <a:prstGeom prst="rect">
            <a:avLst/>
          </a:prstGeom>
        </p:spPr>
      </p:pic>
      <p:sp>
        <p:nvSpPr>
          <p:cNvPr id="12" name="anim|3|rise|416"/>
          <p:cNvSpPr txBox="1"/>
          <p:nvPr/>
        </p:nvSpPr>
        <p:spPr>
          <a:xfrm>
            <a:off x="6238037" y="3794760"/>
            <a:ext cx="2560320" cy="365760"/>
          </a:xfrm>
          <a:prstGeom prst="rect">
            <a:avLst/>
          </a:prstGeom>
          <a:noFill/>
          <a:ln/>
        </p:spPr>
        <p:txBody>
          <a:bodyPr wrap="square" lIns="0" tIns="0" rIns="0" bIns="0" rtlCol="0" anchor="t"/>
          <a:lstStyle/>
          <a:p>
            <a:pPr marL="0" indent="0" algn="ctr">
              <a:buNone/>
            </a:pPr>
            <a:r>
              <a:rPr lang="en-US" altLang="en-US" sz="1400" b="1" dirty="0">
                <a:solidFill>
                  <a:srgbClr val="B08D57"/>
                </a:solidFill>
                <a:latin typeface="Segoe UI" pitchFamily="34" charset="0"/>
                <a:ea typeface="Segoe UI" pitchFamily="34" charset="-122"/>
                <a:cs typeface="Segoe UI" pitchFamily="34" charset="-120"/>
              </a:rPr>
              <a:t>Organized discovery</a:t>
            </a:r>
            <a:endParaRPr lang="en-US" sz="1400" dirty="0"/>
          </a:p>
        </p:txBody>
      </p:sp>
      <p:sp>
        <p:nvSpPr>
          <p:cNvPr id="13" name="anim|3|rise|417"/>
          <p:cNvSpPr txBox="1"/>
          <p:nvPr/>
        </p:nvSpPr>
        <p:spPr>
          <a:xfrm>
            <a:off x="6329477" y="4160520"/>
            <a:ext cx="2377440" cy="502920"/>
          </a:xfrm>
          <a:prstGeom prst="rect">
            <a:avLst/>
          </a:prstGeom>
          <a:noFill/>
          <a:ln/>
        </p:spPr>
        <p:txBody>
          <a:bodyPr wrap="square" lIns="0" tIns="0" rIns="0" bIns="0" rtlCol="0" anchor="t"/>
          <a:lstStyle/>
          <a:p>
            <a:pPr marL="0" indent="0" algn="ctr" rtl="1">
              <a:buNone/>
            </a:pPr>
            <a:r>
              <a:rPr lang="ar-IQ" altLang="en-US" sz="2000" b="1" dirty="0">
                <a:solidFill>
                  <a:srgbClr val="FFFFFF"/>
                </a:solidFill>
                <a:latin typeface="Segoe UI" pitchFamily="34" charset="0"/>
                <a:ea typeface="Segoe UI" pitchFamily="34" charset="-122"/>
                <a:cs typeface="Segoe UI" pitchFamily="34" charset="-120"/>
              </a:rPr>
              <a:t>اكتشاف منظم</a:t>
            </a:r>
            <a:endParaRPr lang="ar-IQ" sz="2000" dirty="0"/>
          </a:p>
        </p:txBody>
      </p:sp>
      <p:sp>
        <p:nvSpPr>
          <p:cNvPr id="14" name="anim|3|rise|418"/>
          <p:cNvSpPr txBox="1"/>
          <p:nvPr/>
        </p:nvSpPr>
        <p:spPr>
          <a:xfrm>
            <a:off x="6420917" y="4709160"/>
            <a:ext cx="2194560" cy="731520"/>
          </a:xfrm>
          <a:prstGeom prst="rect">
            <a:avLst/>
          </a:prstGeom>
          <a:noFill/>
          <a:ln/>
        </p:spPr>
        <p:txBody>
          <a:bodyPr wrap="square" lIns="0" tIns="0" rIns="0" bIns="0" rtlCol="0" anchor="t"/>
          <a:lstStyle/>
          <a:p>
            <a:pPr marL="0" indent="0" algn="ctr" rtl="1">
              <a:buNone/>
            </a:pPr>
            <a:r>
              <a:rPr lang="ar-IQ" altLang="en-US" sz="1500" dirty="0">
                <a:solidFill>
                  <a:srgbClr val="E8D8BD"/>
                </a:solidFill>
                <a:latin typeface="Segoe UI" pitchFamily="34" charset="0"/>
                <a:ea typeface="Segoe UI" pitchFamily="34" charset="-122"/>
                <a:cs typeface="Segoe UI" pitchFamily="34" charset="-120"/>
              </a:rPr>
              <a:t>بدل البحث العشوائي</a:t>
            </a:r>
            <a:endParaRPr lang="ar-IQ" sz="1500" dirty="0"/>
          </a:p>
        </p:txBody>
      </p:sp>
      <p:sp>
        <p:nvSpPr>
          <p:cNvPr id="15" name="anim|4|rise|419"/>
          <p:cNvSpPr/>
          <p:nvPr/>
        </p:nvSpPr>
        <p:spPr>
          <a:xfrm>
            <a:off x="3393338" y="2011680"/>
            <a:ext cx="2560320" cy="3657600"/>
          </a:xfrm>
          <a:prstGeom prst="roundRect">
            <a:avLst>
              <a:gd name="adj" fmla="val 8929"/>
            </a:avLst>
          </a:prstGeom>
          <a:solidFill>
            <a:srgbClr val="FFFFFF">
              <a:alpha val="8000"/>
            </a:srgbClr>
          </a:solidFill>
          <a:ln w="9525">
            <a:solidFill>
              <a:srgbClr val="E8D8BD">
                <a:alpha val="45000"/>
              </a:srgbClr>
            </a:solidFill>
            <a:prstDash val="solid"/>
          </a:ln>
        </p:spPr>
      </p:sp>
      <p:sp>
        <p:nvSpPr>
          <p:cNvPr id="16" name="anim|4|rise|420"/>
          <p:cNvSpPr/>
          <p:nvPr/>
        </p:nvSpPr>
        <p:spPr>
          <a:xfrm>
            <a:off x="4079138" y="2377440"/>
            <a:ext cx="1188720" cy="1188720"/>
          </a:xfrm>
          <a:prstGeom prst="ellipse">
            <a:avLst/>
          </a:prstGeom>
          <a:solidFill>
            <a:srgbClr val="E8D8BD"/>
          </a:solidFill>
          <a:ln w="12700">
            <a:solidFill>
              <a:srgbClr val="E8D8BD"/>
            </a:solidFill>
            <a:prstDash val="solid"/>
          </a:ln>
        </p:spPr>
      </p:sp>
      <p:pic>
        <p:nvPicPr>
          <p:cNvPr id="17" name="anim|4|rise|421" descr="C:\Users\AL-NOOR\Downloads\app-research-lab\app-research-lab\presentation\assets\icons\headset_maroon.png"/>
          <p:cNvPicPr>
            <a:picLocks noChangeAspect="1"/>
          </p:cNvPicPr>
          <p:nvPr/>
        </p:nvPicPr>
        <p:blipFill>
          <a:blip r:embed="rId6"/>
          <a:stretch>
            <a:fillRect/>
          </a:stretch>
        </p:blipFill>
        <p:spPr>
          <a:xfrm>
            <a:off x="4400093" y="2698394"/>
            <a:ext cx="546811" cy="546811"/>
          </a:xfrm>
          <a:prstGeom prst="rect">
            <a:avLst/>
          </a:prstGeom>
        </p:spPr>
      </p:pic>
      <p:sp>
        <p:nvSpPr>
          <p:cNvPr id="18" name="anim|4|rise|422"/>
          <p:cNvSpPr txBox="1"/>
          <p:nvPr/>
        </p:nvSpPr>
        <p:spPr>
          <a:xfrm>
            <a:off x="3393338" y="3794760"/>
            <a:ext cx="2560320" cy="365760"/>
          </a:xfrm>
          <a:prstGeom prst="rect">
            <a:avLst/>
          </a:prstGeom>
          <a:noFill/>
          <a:ln/>
        </p:spPr>
        <p:txBody>
          <a:bodyPr wrap="square" lIns="0" tIns="0" rIns="0" bIns="0" rtlCol="0" anchor="t"/>
          <a:lstStyle/>
          <a:p>
            <a:pPr marL="0" indent="0" algn="ctr">
              <a:buNone/>
            </a:pPr>
            <a:r>
              <a:rPr lang="en-US" altLang="en-US" sz="1400" b="1" dirty="0">
                <a:solidFill>
                  <a:srgbClr val="B08D57"/>
                </a:solidFill>
                <a:latin typeface="Segoe UI" pitchFamily="34" charset="0"/>
                <a:ea typeface="Segoe UI" pitchFamily="34" charset="-122"/>
                <a:cs typeface="Segoe UI" pitchFamily="34" charset="-120"/>
              </a:rPr>
              <a:t>Human follow-up</a:t>
            </a:r>
            <a:endParaRPr lang="en-US" sz="1400" dirty="0"/>
          </a:p>
        </p:txBody>
      </p:sp>
      <p:sp>
        <p:nvSpPr>
          <p:cNvPr id="19" name="anim|4|rise|423"/>
          <p:cNvSpPr txBox="1"/>
          <p:nvPr/>
        </p:nvSpPr>
        <p:spPr>
          <a:xfrm>
            <a:off x="3484778" y="4160520"/>
            <a:ext cx="2377440" cy="502920"/>
          </a:xfrm>
          <a:prstGeom prst="rect">
            <a:avLst/>
          </a:prstGeom>
          <a:noFill/>
          <a:ln/>
        </p:spPr>
        <p:txBody>
          <a:bodyPr wrap="square" lIns="0" tIns="0" rIns="0" bIns="0" rtlCol="0" anchor="t"/>
          <a:lstStyle/>
          <a:p>
            <a:pPr marL="0" indent="0" algn="ctr" rtl="1">
              <a:buNone/>
            </a:pPr>
            <a:r>
              <a:rPr lang="ar-IQ" altLang="en-US" sz="2000" b="1" dirty="0">
                <a:solidFill>
                  <a:srgbClr val="FFFFFF"/>
                </a:solidFill>
                <a:latin typeface="Segoe UI" pitchFamily="34" charset="0"/>
                <a:ea typeface="Segoe UI" pitchFamily="34" charset="-122"/>
                <a:cs typeface="Segoe UI" pitchFamily="34" charset="-120"/>
              </a:rPr>
              <a:t>متابعة بشرية</a:t>
            </a:r>
            <a:endParaRPr lang="ar-IQ" sz="2000" dirty="0"/>
          </a:p>
        </p:txBody>
      </p:sp>
      <p:sp>
        <p:nvSpPr>
          <p:cNvPr id="20" name="anim|4|rise|424"/>
          <p:cNvSpPr txBox="1"/>
          <p:nvPr/>
        </p:nvSpPr>
        <p:spPr>
          <a:xfrm>
            <a:off x="3576218" y="4709160"/>
            <a:ext cx="2194560" cy="731520"/>
          </a:xfrm>
          <a:prstGeom prst="rect">
            <a:avLst/>
          </a:prstGeom>
          <a:noFill/>
          <a:ln/>
        </p:spPr>
        <p:txBody>
          <a:bodyPr wrap="square" lIns="0" tIns="0" rIns="0" bIns="0" rtlCol="0" anchor="t"/>
          <a:lstStyle/>
          <a:p>
            <a:pPr marL="0" indent="0" algn="ctr" rtl="1">
              <a:buNone/>
            </a:pPr>
            <a:r>
              <a:rPr lang="ar-IQ" altLang="en-US" sz="1500" dirty="0">
                <a:solidFill>
                  <a:srgbClr val="E8D8BD"/>
                </a:solidFill>
                <a:latin typeface="Segoe UI" pitchFamily="34" charset="0"/>
                <a:ea typeface="Segoe UI" pitchFamily="34" charset="-122"/>
                <a:cs typeface="Segoe UI" pitchFamily="34" charset="-120"/>
              </a:rPr>
              <a:t>فريق SAWA يتابع كل طلب</a:t>
            </a:r>
            <a:endParaRPr lang="ar-IQ" sz="1500" dirty="0"/>
          </a:p>
        </p:txBody>
      </p:sp>
      <p:sp>
        <p:nvSpPr>
          <p:cNvPr id="21" name="anim|5|rise|425"/>
          <p:cNvSpPr/>
          <p:nvPr/>
        </p:nvSpPr>
        <p:spPr>
          <a:xfrm>
            <a:off x="548640" y="2011680"/>
            <a:ext cx="2560320" cy="3657600"/>
          </a:xfrm>
          <a:prstGeom prst="roundRect">
            <a:avLst>
              <a:gd name="adj" fmla="val 8929"/>
            </a:avLst>
          </a:prstGeom>
          <a:solidFill>
            <a:srgbClr val="FFFFFF">
              <a:alpha val="8000"/>
            </a:srgbClr>
          </a:solidFill>
          <a:ln w="9525">
            <a:solidFill>
              <a:srgbClr val="E8D8BD">
                <a:alpha val="45000"/>
              </a:srgbClr>
            </a:solidFill>
            <a:prstDash val="solid"/>
          </a:ln>
        </p:spPr>
      </p:sp>
      <p:sp>
        <p:nvSpPr>
          <p:cNvPr id="22" name="anim|5|rise|426"/>
          <p:cNvSpPr/>
          <p:nvPr/>
        </p:nvSpPr>
        <p:spPr>
          <a:xfrm>
            <a:off x="1234440" y="2377440"/>
            <a:ext cx="1188720" cy="1188720"/>
          </a:xfrm>
          <a:prstGeom prst="ellipse">
            <a:avLst/>
          </a:prstGeom>
          <a:solidFill>
            <a:srgbClr val="E8D8BD"/>
          </a:solidFill>
          <a:ln w="12700">
            <a:solidFill>
              <a:srgbClr val="E8D8BD"/>
            </a:solidFill>
            <a:prstDash val="solid"/>
          </a:ln>
        </p:spPr>
      </p:sp>
      <p:pic>
        <p:nvPicPr>
          <p:cNvPr id="23" name="anim|5|rise|427" descr="C:\Users\AL-NOOR\Downloads\app-research-lab\app-research-lab\presentation\assets\icons\shield_maroon.png"/>
          <p:cNvPicPr>
            <a:picLocks noChangeAspect="1"/>
          </p:cNvPicPr>
          <p:nvPr/>
        </p:nvPicPr>
        <p:blipFill>
          <a:blip r:embed="rId7"/>
          <a:stretch>
            <a:fillRect/>
          </a:stretch>
        </p:blipFill>
        <p:spPr>
          <a:xfrm>
            <a:off x="1555394" y="2698394"/>
            <a:ext cx="546811" cy="546811"/>
          </a:xfrm>
          <a:prstGeom prst="rect">
            <a:avLst/>
          </a:prstGeom>
        </p:spPr>
      </p:pic>
      <p:sp>
        <p:nvSpPr>
          <p:cNvPr id="24" name="anim|5|rise|428"/>
          <p:cNvSpPr txBox="1"/>
          <p:nvPr/>
        </p:nvSpPr>
        <p:spPr>
          <a:xfrm>
            <a:off x="548640" y="3794760"/>
            <a:ext cx="2560320" cy="365760"/>
          </a:xfrm>
          <a:prstGeom prst="rect">
            <a:avLst/>
          </a:prstGeom>
          <a:noFill/>
          <a:ln/>
        </p:spPr>
        <p:txBody>
          <a:bodyPr wrap="square" lIns="0" tIns="0" rIns="0" bIns="0" rtlCol="0" anchor="t"/>
          <a:lstStyle/>
          <a:p>
            <a:pPr marL="0" indent="0" algn="ctr">
              <a:buNone/>
            </a:pPr>
            <a:r>
              <a:rPr lang="en-US" altLang="en-US" sz="1400" b="1" dirty="0">
                <a:solidFill>
                  <a:srgbClr val="B08D57"/>
                </a:solidFill>
                <a:latin typeface="Segoe UI" pitchFamily="34" charset="0"/>
                <a:ea typeface="Segoe UI" pitchFamily="34" charset="-122"/>
                <a:cs typeface="Segoe UI" pitchFamily="34" charset="-120"/>
              </a:rPr>
              <a:t>Reviewed data</a:t>
            </a:r>
            <a:endParaRPr lang="en-US" sz="1400" dirty="0"/>
          </a:p>
        </p:txBody>
      </p:sp>
      <p:sp>
        <p:nvSpPr>
          <p:cNvPr id="25" name="anim|5|rise|429"/>
          <p:cNvSpPr txBox="1"/>
          <p:nvPr/>
        </p:nvSpPr>
        <p:spPr>
          <a:xfrm>
            <a:off x="640080" y="4160520"/>
            <a:ext cx="2377440" cy="502920"/>
          </a:xfrm>
          <a:prstGeom prst="rect">
            <a:avLst/>
          </a:prstGeom>
          <a:noFill/>
          <a:ln/>
        </p:spPr>
        <p:txBody>
          <a:bodyPr wrap="square" lIns="0" tIns="0" rIns="0" bIns="0" rtlCol="0" anchor="t"/>
          <a:lstStyle/>
          <a:p>
            <a:pPr marL="0" indent="0" algn="ctr" rtl="1">
              <a:buNone/>
            </a:pPr>
            <a:r>
              <a:rPr lang="ar-IQ" altLang="en-US" sz="2000" b="1" dirty="0">
                <a:solidFill>
                  <a:srgbClr val="FFFFFF"/>
                </a:solidFill>
                <a:latin typeface="Segoe UI" pitchFamily="34" charset="0"/>
                <a:ea typeface="Segoe UI" pitchFamily="34" charset="-122"/>
                <a:cs typeface="Segoe UI" pitchFamily="34" charset="-120"/>
              </a:rPr>
              <a:t>بيانات مراجعة</a:t>
            </a:r>
            <a:endParaRPr lang="ar-IQ" sz="2000" dirty="0"/>
          </a:p>
        </p:txBody>
      </p:sp>
      <p:sp>
        <p:nvSpPr>
          <p:cNvPr id="26" name="anim|5|rise|430"/>
          <p:cNvSpPr txBox="1"/>
          <p:nvPr/>
        </p:nvSpPr>
        <p:spPr>
          <a:xfrm>
            <a:off x="731520" y="4709160"/>
            <a:ext cx="2194560" cy="731520"/>
          </a:xfrm>
          <a:prstGeom prst="rect">
            <a:avLst/>
          </a:prstGeom>
          <a:noFill/>
          <a:ln/>
        </p:spPr>
        <p:txBody>
          <a:bodyPr wrap="square" lIns="0" tIns="0" rIns="0" bIns="0" rtlCol="0" anchor="t"/>
          <a:lstStyle/>
          <a:p>
            <a:pPr marL="0" indent="0" algn="ctr" rtl="1">
              <a:buNone/>
            </a:pPr>
            <a:r>
              <a:rPr lang="ar-IQ" altLang="en-US" sz="1500" dirty="0">
                <a:solidFill>
                  <a:srgbClr val="E8D8BD"/>
                </a:solidFill>
                <a:latin typeface="Segoe UI" pitchFamily="34" charset="0"/>
                <a:ea typeface="Segoe UI" pitchFamily="34" charset="-122"/>
                <a:cs typeface="Segoe UI" pitchFamily="34" charset="-120"/>
              </a:rPr>
              <a:t>كل معلومة تمر بمراجعة قبل النشر</a:t>
            </a:r>
            <a:endParaRPr lang="ar-IQ" sz="1500" dirty="0"/>
          </a:p>
        </p:txBody>
      </p:sp>
      <p:sp>
        <p:nvSpPr>
          <p:cNvPr id="27" name="Text 21"/>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E8D8BD"/>
                </a:solidFill>
                <a:latin typeface="Segoe UI" pitchFamily="34" charset="0"/>
                <a:ea typeface="Segoe UI" pitchFamily="34" charset="-122"/>
                <a:cs typeface="Segoe UI" pitchFamily="34" charset="-120"/>
              </a:rPr>
              <a:t>17</a:t>
            </a:r>
            <a:endParaRPr lang="en-US" sz="1000" dirty="0"/>
          </a:p>
        </p:txBody>
      </p:sp>
      <p:sp>
        <p:nvSpPr>
          <p:cNvPr id="28" name="Text 22"/>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E8D8BD"/>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37" presetClass="entr" presetSubtype="0" fill="hold" nodeType="withEffect">
                                  <p:stCondLst>
                                    <p:cond delay="28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anim calcmode="lin" valueType="num">
                                      <p:cBhvr>
                                        <p:cTn id="11" dur="600" fill="hold"/>
                                        <p:tgtEl>
                                          <p:spTgt spid="3"/>
                                        </p:tgtEl>
                                        <p:attrNameLst>
                                          <p:attrName>ppt_x</p:attrName>
                                        </p:attrNameLst>
                                      </p:cBhvr>
                                      <p:tavLst>
                                        <p:tav tm="0">
                                          <p:val>
                                            <p:strVal val="#ppt_x"/>
                                          </p:val>
                                        </p:tav>
                                        <p:tav tm="100000">
                                          <p:val>
                                            <p:strVal val="#ppt_x"/>
                                          </p:val>
                                        </p:tav>
                                      </p:tavLst>
                                    </p:anim>
                                    <p:anim calcmode="lin" valueType="num">
                                      <p:cBhvr>
                                        <p:cTn id="12" dur="540" decel="100000" fill="hold"/>
                                        <p:tgtEl>
                                          <p:spTgt spid="3"/>
                                        </p:tgtEl>
                                        <p:attrNameLst>
                                          <p:attrName>ppt_y</p:attrName>
                                        </p:attrNameLst>
                                      </p:cBhvr>
                                      <p:tavLst>
                                        <p:tav tm="0">
                                          <p:val>
                                            <p:strVal val="#ppt_y+1"/>
                                          </p:val>
                                        </p:tav>
                                        <p:tav tm="100000">
                                          <p:val>
                                            <p:strVal val="#ppt_y-.03"/>
                                          </p:val>
                                        </p:tav>
                                      </p:tavLst>
                                    </p:anim>
                                    <p:anim calcmode="lin" valueType="num">
                                      <p:cBhvr>
                                        <p:cTn id="13" dur="60" accel="100000" fill="hold">
                                          <p:stCondLst>
                                            <p:cond delay="540"/>
                                          </p:stCondLst>
                                        </p:cTn>
                                        <p:tgtEl>
                                          <p:spTgt spid="3"/>
                                        </p:tgtEl>
                                        <p:attrNameLst>
                                          <p:attrName>ppt_y</p:attrName>
                                        </p:attrNameLst>
                                      </p:cBhvr>
                                      <p:tavLst>
                                        <p:tav tm="0">
                                          <p:val>
                                            <p:strVal val="#ppt_y-.03"/>
                                          </p:val>
                                        </p:tav>
                                        <p:tav tm="100000">
                                          <p:val>
                                            <p:strVal val="#ppt_y"/>
                                          </p:val>
                                        </p:tav>
                                      </p:tavLst>
                                    </p:anim>
                                  </p:childTnLst>
                                </p:cTn>
                              </p:par>
                              <p:par>
                                <p:cTn id="14" presetID="37" presetClass="entr" presetSubtype="0" fill="hold" nodeType="withEffect">
                                  <p:stCondLst>
                                    <p:cond delay="28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anim calcmode="lin" valueType="num">
                                      <p:cBhvr>
                                        <p:cTn id="17" dur="600" fill="hold"/>
                                        <p:tgtEl>
                                          <p:spTgt spid="4"/>
                                        </p:tgtEl>
                                        <p:attrNameLst>
                                          <p:attrName>ppt_x</p:attrName>
                                        </p:attrNameLst>
                                      </p:cBhvr>
                                      <p:tavLst>
                                        <p:tav tm="0">
                                          <p:val>
                                            <p:strVal val="#ppt_x"/>
                                          </p:val>
                                        </p:tav>
                                        <p:tav tm="100000">
                                          <p:val>
                                            <p:strVal val="#ppt_x"/>
                                          </p:val>
                                        </p:tav>
                                      </p:tavLst>
                                    </p:anim>
                                    <p:anim calcmode="lin" valueType="num">
                                      <p:cBhvr>
                                        <p:cTn id="18" dur="540" decel="100000" fill="hold"/>
                                        <p:tgtEl>
                                          <p:spTgt spid="4"/>
                                        </p:tgtEl>
                                        <p:attrNameLst>
                                          <p:attrName>ppt_y</p:attrName>
                                        </p:attrNameLst>
                                      </p:cBhvr>
                                      <p:tavLst>
                                        <p:tav tm="0">
                                          <p:val>
                                            <p:strVal val="#ppt_y+1"/>
                                          </p:val>
                                        </p:tav>
                                        <p:tav tm="100000">
                                          <p:val>
                                            <p:strVal val="#ppt_y-.03"/>
                                          </p:val>
                                        </p:tav>
                                      </p:tavLst>
                                    </p:anim>
                                    <p:anim calcmode="lin" valueType="num">
                                      <p:cBhvr>
                                        <p:cTn id="19" dur="60" accel="100000" fill="hold">
                                          <p:stCondLst>
                                            <p:cond delay="540"/>
                                          </p:stCondLst>
                                        </p:cTn>
                                        <p:tgtEl>
                                          <p:spTgt spid="4"/>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28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600"/>
                                        <p:tgtEl>
                                          <p:spTgt spid="5"/>
                                        </p:tgtEl>
                                      </p:cBhvr>
                                    </p:animEffect>
                                    <p:anim calcmode="lin" valueType="num">
                                      <p:cBhvr>
                                        <p:cTn id="23" dur="600" fill="hold"/>
                                        <p:tgtEl>
                                          <p:spTgt spid="5"/>
                                        </p:tgtEl>
                                        <p:attrNameLst>
                                          <p:attrName>ppt_x</p:attrName>
                                        </p:attrNameLst>
                                      </p:cBhvr>
                                      <p:tavLst>
                                        <p:tav tm="0">
                                          <p:val>
                                            <p:strVal val="#ppt_x"/>
                                          </p:val>
                                        </p:tav>
                                        <p:tav tm="100000">
                                          <p:val>
                                            <p:strVal val="#ppt_x"/>
                                          </p:val>
                                        </p:tav>
                                      </p:tavLst>
                                    </p:anim>
                                    <p:anim calcmode="lin" valueType="num">
                                      <p:cBhvr>
                                        <p:cTn id="24" dur="540" decel="100000" fill="hold"/>
                                        <p:tgtEl>
                                          <p:spTgt spid="5"/>
                                        </p:tgtEl>
                                        <p:attrNameLst>
                                          <p:attrName>ppt_y</p:attrName>
                                        </p:attrNameLst>
                                      </p:cBhvr>
                                      <p:tavLst>
                                        <p:tav tm="0">
                                          <p:val>
                                            <p:strVal val="#ppt_y+1"/>
                                          </p:val>
                                        </p:tav>
                                        <p:tav tm="100000">
                                          <p:val>
                                            <p:strVal val="#ppt_y-.03"/>
                                          </p:val>
                                        </p:tav>
                                      </p:tavLst>
                                    </p:anim>
                                    <p:anim calcmode="lin" valueType="num">
                                      <p:cBhvr>
                                        <p:cTn id="25" dur="60" accel="100000" fill="hold">
                                          <p:stCondLst>
                                            <p:cond delay="540"/>
                                          </p:stCondLst>
                                        </p:cTn>
                                        <p:tgtEl>
                                          <p:spTgt spid="5"/>
                                        </p:tgtEl>
                                        <p:attrNameLst>
                                          <p:attrName>ppt_y</p:attrName>
                                        </p:attrNameLst>
                                      </p:cBhvr>
                                      <p:tavLst>
                                        <p:tav tm="0">
                                          <p:val>
                                            <p:strVal val="#ppt_y-.03"/>
                                          </p:val>
                                        </p:tav>
                                        <p:tav tm="100000">
                                          <p:val>
                                            <p:strVal val="#ppt_y"/>
                                          </p:val>
                                        </p:tav>
                                      </p:tavLst>
                                    </p:anim>
                                  </p:childTnLst>
                                </p:cTn>
                              </p:par>
                              <p:par>
                                <p:cTn id="26" presetID="37" presetClass="entr" presetSubtype="0" fill="hold" grpId="0" nodeType="withEffect">
                                  <p:stCondLst>
                                    <p:cond delay="28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540" decel="100000" fill="hold"/>
                                        <p:tgtEl>
                                          <p:spTgt spid="6"/>
                                        </p:tgtEl>
                                        <p:attrNameLst>
                                          <p:attrName>ppt_y</p:attrName>
                                        </p:attrNameLst>
                                      </p:cBhvr>
                                      <p:tavLst>
                                        <p:tav tm="0">
                                          <p:val>
                                            <p:strVal val="#ppt_y+1"/>
                                          </p:val>
                                        </p:tav>
                                        <p:tav tm="100000">
                                          <p:val>
                                            <p:strVal val="#ppt_y-.03"/>
                                          </p:val>
                                        </p:tav>
                                      </p:tavLst>
                                    </p:anim>
                                    <p:anim calcmode="lin" valueType="num">
                                      <p:cBhvr>
                                        <p:cTn id="31" dur="60" accel="100000" fill="hold">
                                          <p:stCondLst>
                                            <p:cond delay="540"/>
                                          </p:stCondLst>
                                        </p:cTn>
                                        <p:tgtEl>
                                          <p:spTgt spid="6"/>
                                        </p:tgtEl>
                                        <p:attrNameLst>
                                          <p:attrName>ppt_y</p:attrName>
                                        </p:attrNameLst>
                                      </p:cBhvr>
                                      <p:tavLst>
                                        <p:tav tm="0">
                                          <p:val>
                                            <p:strVal val="#ppt_y-.03"/>
                                          </p:val>
                                        </p:tav>
                                        <p:tav tm="100000">
                                          <p:val>
                                            <p:strVal val="#ppt_y"/>
                                          </p:val>
                                        </p:tav>
                                      </p:tavLst>
                                    </p:anim>
                                  </p:childTnLst>
                                </p:cTn>
                              </p:par>
                              <p:par>
                                <p:cTn id="32" presetID="37" presetClass="entr" presetSubtype="0" fill="hold" grpId="0" nodeType="withEffect">
                                  <p:stCondLst>
                                    <p:cond delay="28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600"/>
                                        <p:tgtEl>
                                          <p:spTgt spid="7"/>
                                        </p:tgtEl>
                                      </p:cBhvr>
                                    </p:animEffect>
                                    <p:anim calcmode="lin" valueType="num">
                                      <p:cBhvr>
                                        <p:cTn id="35" dur="600" fill="hold"/>
                                        <p:tgtEl>
                                          <p:spTgt spid="7"/>
                                        </p:tgtEl>
                                        <p:attrNameLst>
                                          <p:attrName>ppt_x</p:attrName>
                                        </p:attrNameLst>
                                      </p:cBhvr>
                                      <p:tavLst>
                                        <p:tav tm="0">
                                          <p:val>
                                            <p:strVal val="#ppt_x"/>
                                          </p:val>
                                        </p:tav>
                                        <p:tav tm="100000">
                                          <p:val>
                                            <p:strVal val="#ppt_x"/>
                                          </p:val>
                                        </p:tav>
                                      </p:tavLst>
                                    </p:anim>
                                    <p:anim calcmode="lin" valueType="num">
                                      <p:cBhvr>
                                        <p:cTn id="36" dur="540" decel="100000" fill="hold"/>
                                        <p:tgtEl>
                                          <p:spTgt spid="7"/>
                                        </p:tgtEl>
                                        <p:attrNameLst>
                                          <p:attrName>ppt_y</p:attrName>
                                        </p:attrNameLst>
                                      </p:cBhvr>
                                      <p:tavLst>
                                        <p:tav tm="0">
                                          <p:val>
                                            <p:strVal val="#ppt_y+1"/>
                                          </p:val>
                                        </p:tav>
                                        <p:tav tm="100000">
                                          <p:val>
                                            <p:strVal val="#ppt_y-.03"/>
                                          </p:val>
                                        </p:tav>
                                      </p:tavLst>
                                    </p:anim>
                                    <p:anim calcmode="lin" valueType="num">
                                      <p:cBhvr>
                                        <p:cTn id="37" dur="60" accel="100000" fill="hold">
                                          <p:stCondLst>
                                            <p:cond delay="540"/>
                                          </p:stCondLst>
                                        </p:cTn>
                                        <p:tgtEl>
                                          <p:spTgt spid="7"/>
                                        </p:tgtEl>
                                        <p:attrNameLst>
                                          <p:attrName>ppt_y</p:attrName>
                                        </p:attrNameLst>
                                      </p:cBhvr>
                                      <p:tavLst>
                                        <p:tav tm="0">
                                          <p:val>
                                            <p:strVal val="#ppt_y-.03"/>
                                          </p:val>
                                        </p:tav>
                                        <p:tav tm="100000">
                                          <p:val>
                                            <p:strVal val="#ppt_y"/>
                                          </p:val>
                                        </p:tav>
                                      </p:tavLst>
                                    </p:anim>
                                  </p:childTnLst>
                                </p:cTn>
                              </p:par>
                              <p:par>
                                <p:cTn id="38" presetID="37" presetClass="entr" presetSubtype="0" fill="hold" grpId="0" nodeType="withEffect">
                                  <p:stCondLst>
                                    <p:cond delay="28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600"/>
                                        <p:tgtEl>
                                          <p:spTgt spid="8"/>
                                        </p:tgtEl>
                                      </p:cBhvr>
                                    </p:animEffect>
                                    <p:anim calcmode="lin" valueType="num">
                                      <p:cBhvr>
                                        <p:cTn id="41" dur="600" fill="hold"/>
                                        <p:tgtEl>
                                          <p:spTgt spid="8"/>
                                        </p:tgtEl>
                                        <p:attrNameLst>
                                          <p:attrName>ppt_x</p:attrName>
                                        </p:attrNameLst>
                                      </p:cBhvr>
                                      <p:tavLst>
                                        <p:tav tm="0">
                                          <p:val>
                                            <p:strVal val="#ppt_x"/>
                                          </p:val>
                                        </p:tav>
                                        <p:tav tm="100000">
                                          <p:val>
                                            <p:strVal val="#ppt_x"/>
                                          </p:val>
                                        </p:tav>
                                      </p:tavLst>
                                    </p:anim>
                                    <p:anim calcmode="lin" valueType="num">
                                      <p:cBhvr>
                                        <p:cTn id="42" dur="540" decel="100000" fill="hold"/>
                                        <p:tgtEl>
                                          <p:spTgt spid="8"/>
                                        </p:tgtEl>
                                        <p:attrNameLst>
                                          <p:attrName>ppt_y</p:attrName>
                                        </p:attrNameLst>
                                      </p:cBhvr>
                                      <p:tavLst>
                                        <p:tav tm="0">
                                          <p:val>
                                            <p:strVal val="#ppt_y+1"/>
                                          </p:val>
                                        </p:tav>
                                        <p:tav tm="100000">
                                          <p:val>
                                            <p:strVal val="#ppt_y-.03"/>
                                          </p:val>
                                        </p:tav>
                                      </p:tavLst>
                                    </p:anim>
                                    <p:anim calcmode="lin" valueType="num">
                                      <p:cBhvr>
                                        <p:cTn id="43" dur="60" accel="100000" fill="hold">
                                          <p:stCondLst>
                                            <p:cond delay="540"/>
                                          </p:stCondLst>
                                        </p:cTn>
                                        <p:tgtEl>
                                          <p:spTgt spid="8"/>
                                        </p:tgtEl>
                                        <p:attrNameLst>
                                          <p:attrName>ppt_y</p:attrName>
                                        </p:attrNameLst>
                                      </p:cBhvr>
                                      <p:tavLst>
                                        <p:tav tm="0">
                                          <p:val>
                                            <p:strVal val="#ppt_y-.03"/>
                                          </p:val>
                                        </p:tav>
                                        <p:tav tm="100000">
                                          <p:val>
                                            <p:strVal val="#ppt_y"/>
                                          </p:val>
                                        </p:tav>
                                      </p:tavLst>
                                    </p:anim>
                                  </p:childTnLst>
                                </p:cTn>
                              </p:par>
                              <p:par>
                                <p:cTn id="44" presetID="37" presetClass="entr" presetSubtype="0" fill="hold" nodeType="withEffect">
                                  <p:stCondLst>
                                    <p:cond delay="56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600"/>
                                        <p:tgtEl>
                                          <p:spTgt spid="9"/>
                                        </p:tgtEl>
                                      </p:cBhvr>
                                    </p:animEffect>
                                    <p:anim calcmode="lin" valueType="num">
                                      <p:cBhvr>
                                        <p:cTn id="47" dur="600" fill="hold"/>
                                        <p:tgtEl>
                                          <p:spTgt spid="9"/>
                                        </p:tgtEl>
                                        <p:attrNameLst>
                                          <p:attrName>ppt_x</p:attrName>
                                        </p:attrNameLst>
                                      </p:cBhvr>
                                      <p:tavLst>
                                        <p:tav tm="0">
                                          <p:val>
                                            <p:strVal val="#ppt_x"/>
                                          </p:val>
                                        </p:tav>
                                        <p:tav tm="100000">
                                          <p:val>
                                            <p:strVal val="#ppt_x"/>
                                          </p:val>
                                        </p:tav>
                                      </p:tavLst>
                                    </p:anim>
                                    <p:anim calcmode="lin" valueType="num">
                                      <p:cBhvr>
                                        <p:cTn id="48" dur="540" decel="100000" fill="hold"/>
                                        <p:tgtEl>
                                          <p:spTgt spid="9"/>
                                        </p:tgtEl>
                                        <p:attrNameLst>
                                          <p:attrName>ppt_y</p:attrName>
                                        </p:attrNameLst>
                                      </p:cBhvr>
                                      <p:tavLst>
                                        <p:tav tm="0">
                                          <p:val>
                                            <p:strVal val="#ppt_y+1"/>
                                          </p:val>
                                        </p:tav>
                                        <p:tav tm="100000">
                                          <p:val>
                                            <p:strVal val="#ppt_y-.03"/>
                                          </p:val>
                                        </p:tav>
                                      </p:tavLst>
                                    </p:anim>
                                    <p:anim calcmode="lin" valueType="num">
                                      <p:cBhvr>
                                        <p:cTn id="49" dur="60" accel="100000" fill="hold">
                                          <p:stCondLst>
                                            <p:cond delay="540"/>
                                          </p:stCondLst>
                                        </p:cTn>
                                        <p:tgtEl>
                                          <p:spTgt spid="9"/>
                                        </p:tgtEl>
                                        <p:attrNameLst>
                                          <p:attrName>ppt_y</p:attrName>
                                        </p:attrNameLst>
                                      </p:cBhvr>
                                      <p:tavLst>
                                        <p:tav tm="0">
                                          <p:val>
                                            <p:strVal val="#ppt_y-.03"/>
                                          </p:val>
                                        </p:tav>
                                        <p:tav tm="100000">
                                          <p:val>
                                            <p:strVal val="#ppt_y"/>
                                          </p:val>
                                        </p:tav>
                                      </p:tavLst>
                                    </p:anim>
                                  </p:childTnLst>
                                </p:cTn>
                              </p:par>
                              <p:par>
                                <p:cTn id="50" presetID="37" presetClass="entr" presetSubtype="0" fill="hold" nodeType="withEffect">
                                  <p:stCondLst>
                                    <p:cond delay="56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600"/>
                                        <p:tgtEl>
                                          <p:spTgt spid="10"/>
                                        </p:tgtEl>
                                      </p:cBhvr>
                                    </p:animEffect>
                                    <p:anim calcmode="lin" valueType="num">
                                      <p:cBhvr>
                                        <p:cTn id="53" dur="600" fill="hold"/>
                                        <p:tgtEl>
                                          <p:spTgt spid="10"/>
                                        </p:tgtEl>
                                        <p:attrNameLst>
                                          <p:attrName>ppt_x</p:attrName>
                                        </p:attrNameLst>
                                      </p:cBhvr>
                                      <p:tavLst>
                                        <p:tav tm="0">
                                          <p:val>
                                            <p:strVal val="#ppt_x"/>
                                          </p:val>
                                        </p:tav>
                                        <p:tav tm="100000">
                                          <p:val>
                                            <p:strVal val="#ppt_x"/>
                                          </p:val>
                                        </p:tav>
                                      </p:tavLst>
                                    </p:anim>
                                    <p:anim calcmode="lin" valueType="num">
                                      <p:cBhvr>
                                        <p:cTn id="54" dur="540" decel="100000" fill="hold"/>
                                        <p:tgtEl>
                                          <p:spTgt spid="10"/>
                                        </p:tgtEl>
                                        <p:attrNameLst>
                                          <p:attrName>ppt_y</p:attrName>
                                        </p:attrNameLst>
                                      </p:cBhvr>
                                      <p:tavLst>
                                        <p:tav tm="0">
                                          <p:val>
                                            <p:strVal val="#ppt_y+1"/>
                                          </p:val>
                                        </p:tav>
                                        <p:tav tm="100000">
                                          <p:val>
                                            <p:strVal val="#ppt_y-.03"/>
                                          </p:val>
                                        </p:tav>
                                      </p:tavLst>
                                    </p:anim>
                                    <p:anim calcmode="lin" valueType="num">
                                      <p:cBhvr>
                                        <p:cTn id="55" dur="60" accel="100000" fill="hold">
                                          <p:stCondLst>
                                            <p:cond delay="540"/>
                                          </p:stCondLst>
                                        </p:cTn>
                                        <p:tgtEl>
                                          <p:spTgt spid="10"/>
                                        </p:tgtEl>
                                        <p:attrNameLst>
                                          <p:attrName>ppt_y</p:attrName>
                                        </p:attrNameLst>
                                      </p:cBhvr>
                                      <p:tavLst>
                                        <p:tav tm="0">
                                          <p:val>
                                            <p:strVal val="#ppt_y-.03"/>
                                          </p:val>
                                        </p:tav>
                                        <p:tav tm="100000">
                                          <p:val>
                                            <p:strVal val="#ppt_y"/>
                                          </p:val>
                                        </p:tav>
                                      </p:tavLst>
                                    </p:anim>
                                  </p:childTnLst>
                                </p:cTn>
                              </p:par>
                              <p:par>
                                <p:cTn id="56" presetID="37" presetClass="entr" presetSubtype="0" fill="hold" nodeType="withEffect">
                                  <p:stCondLst>
                                    <p:cond delay="56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600"/>
                                        <p:tgtEl>
                                          <p:spTgt spid="11"/>
                                        </p:tgtEl>
                                      </p:cBhvr>
                                    </p:animEffect>
                                    <p:anim calcmode="lin" valueType="num">
                                      <p:cBhvr>
                                        <p:cTn id="59" dur="600" fill="hold"/>
                                        <p:tgtEl>
                                          <p:spTgt spid="11"/>
                                        </p:tgtEl>
                                        <p:attrNameLst>
                                          <p:attrName>ppt_x</p:attrName>
                                        </p:attrNameLst>
                                      </p:cBhvr>
                                      <p:tavLst>
                                        <p:tav tm="0">
                                          <p:val>
                                            <p:strVal val="#ppt_x"/>
                                          </p:val>
                                        </p:tav>
                                        <p:tav tm="100000">
                                          <p:val>
                                            <p:strVal val="#ppt_x"/>
                                          </p:val>
                                        </p:tav>
                                      </p:tavLst>
                                    </p:anim>
                                    <p:anim calcmode="lin" valueType="num">
                                      <p:cBhvr>
                                        <p:cTn id="60" dur="540" decel="100000" fill="hold"/>
                                        <p:tgtEl>
                                          <p:spTgt spid="11"/>
                                        </p:tgtEl>
                                        <p:attrNameLst>
                                          <p:attrName>ppt_y</p:attrName>
                                        </p:attrNameLst>
                                      </p:cBhvr>
                                      <p:tavLst>
                                        <p:tav tm="0">
                                          <p:val>
                                            <p:strVal val="#ppt_y+1"/>
                                          </p:val>
                                        </p:tav>
                                        <p:tav tm="100000">
                                          <p:val>
                                            <p:strVal val="#ppt_y-.03"/>
                                          </p:val>
                                        </p:tav>
                                      </p:tavLst>
                                    </p:anim>
                                    <p:anim calcmode="lin" valueType="num">
                                      <p:cBhvr>
                                        <p:cTn id="61" dur="60" accel="100000" fill="hold">
                                          <p:stCondLst>
                                            <p:cond delay="540"/>
                                          </p:stCondLst>
                                        </p:cTn>
                                        <p:tgtEl>
                                          <p:spTgt spid="11"/>
                                        </p:tgtEl>
                                        <p:attrNameLst>
                                          <p:attrName>ppt_y</p:attrName>
                                        </p:attrNameLst>
                                      </p:cBhvr>
                                      <p:tavLst>
                                        <p:tav tm="0">
                                          <p:val>
                                            <p:strVal val="#ppt_y-.03"/>
                                          </p:val>
                                        </p:tav>
                                        <p:tav tm="100000">
                                          <p:val>
                                            <p:strVal val="#ppt_y"/>
                                          </p:val>
                                        </p:tav>
                                      </p:tavLst>
                                    </p:anim>
                                  </p:childTnLst>
                                </p:cTn>
                              </p:par>
                              <p:par>
                                <p:cTn id="62" presetID="37" presetClass="entr" presetSubtype="0" fill="hold" grpId="0" nodeType="withEffect">
                                  <p:stCondLst>
                                    <p:cond delay="56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600"/>
                                        <p:tgtEl>
                                          <p:spTgt spid="12"/>
                                        </p:tgtEl>
                                      </p:cBhvr>
                                    </p:animEffect>
                                    <p:anim calcmode="lin" valueType="num">
                                      <p:cBhvr>
                                        <p:cTn id="65" dur="600" fill="hold"/>
                                        <p:tgtEl>
                                          <p:spTgt spid="12"/>
                                        </p:tgtEl>
                                        <p:attrNameLst>
                                          <p:attrName>ppt_x</p:attrName>
                                        </p:attrNameLst>
                                      </p:cBhvr>
                                      <p:tavLst>
                                        <p:tav tm="0">
                                          <p:val>
                                            <p:strVal val="#ppt_x"/>
                                          </p:val>
                                        </p:tav>
                                        <p:tav tm="100000">
                                          <p:val>
                                            <p:strVal val="#ppt_x"/>
                                          </p:val>
                                        </p:tav>
                                      </p:tavLst>
                                    </p:anim>
                                    <p:anim calcmode="lin" valueType="num">
                                      <p:cBhvr>
                                        <p:cTn id="66" dur="540" decel="100000" fill="hold"/>
                                        <p:tgtEl>
                                          <p:spTgt spid="12"/>
                                        </p:tgtEl>
                                        <p:attrNameLst>
                                          <p:attrName>ppt_y</p:attrName>
                                        </p:attrNameLst>
                                      </p:cBhvr>
                                      <p:tavLst>
                                        <p:tav tm="0">
                                          <p:val>
                                            <p:strVal val="#ppt_y+1"/>
                                          </p:val>
                                        </p:tav>
                                        <p:tav tm="100000">
                                          <p:val>
                                            <p:strVal val="#ppt_y-.03"/>
                                          </p:val>
                                        </p:tav>
                                      </p:tavLst>
                                    </p:anim>
                                    <p:anim calcmode="lin" valueType="num">
                                      <p:cBhvr>
                                        <p:cTn id="67" dur="60" accel="100000" fill="hold">
                                          <p:stCondLst>
                                            <p:cond delay="540"/>
                                          </p:stCondLst>
                                        </p:cTn>
                                        <p:tgtEl>
                                          <p:spTgt spid="12"/>
                                        </p:tgtEl>
                                        <p:attrNameLst>
                                          <p:attrName>ppt_y</p:attrName>
                                        </p:attrNameLst>
                                      </p:cBhvr>
                                      <p:tavLst>
                                        <p:tav tm="0">
                                          <p:val>
                                            <p:strVal val="#ppt_y-.03"/>
                                          </p:val>
                                        </p:tav>
                                        <p:tav tm="100000">
                                          <p:val>
                                            <p:strVal val="#ppt_y"/>
                                          </p:val>
                                        </p:tav>
                                      </p:tavLst>
                                    </p:anim>
                                  </p:childTnLst>
                                </p:cTn>
                              </p:par>
                              <p:par>
                                <p:cTn id="68" presetID="37" presetClass="entr" presetSubtype="0" fill="hold" grpId="0" nodeType="withEffect">
                                  <p:stCondLst>
                                    <p:cond delay="56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600"/>
                                        <p:tgtEl>
                                          <p:spTgt spid="13"/>
                                        </p:tgtEl>
                                      </p:cBhvr>
                                    </p:animEffect>
                                    <p:anim calcmode="lin" valueType="num">
                                      <p:cBhvr>
                                        <p:cTn id="71" dur="600" fill="hold"/>
                                        <p:tgtEl>
                                          <p:spTgt spid="13"/>
                                        </p:tgtEl>
                                        <p:attrNameLst>
                                          <p:attrName>ppt_x</p:attrName>
                                        </p:attrNameLst>
                                      </p:cBhvr>
                                      <p:tavLst>
                                        <p:tav tm="0">
                                          <p:val>
                                            <p:strVal val="#ppt_x"/>
                                          </p:val>
                                        </p:tav>
                                        <p:tav tm="100000">
                                          <p:val>
                                            <p:strVal val="#ppt_x"/>
                                          </p:val>
                                        </p:tav>
                                      </p:tavLst>
                                    </p:anim>
                                    <p:anim calcmode="lin" valueType="num">
                                      <p:cBhvr>
                                        <p:cTn id="72" dur="540" decel="100000" fill="hold"/>
                                        <p:tgtEl>
                                          <p:spTgt spid="13"/>
                                        </p:tgtEl>
                                        <p:attrNameLst>
                                          <p:attrName>ppt_y</p:attrName>
                                        </p:attrNameLst>
                                      </p:cBhvr>
                                      <p:tavLst>
                                        <p:tav tm="0">
                                          <p:val>
                                            <p:strVal val="#ppt_y+1"/>
                                          </p:val>
                                        </p:tav>
                                        <p:tav tm="100000">
                                          <p:val>
                                            <p:strVal val="#ppt_y-.03"/>
                                          </p:val>
                                        </p:tav>
                                      </p:tavLst>
                                    </p:anim>
                                    <p:anim calcmode="lin" valueType="num">
                                      <p:cBhvr>
                                        <p:cTn id="73" dur="60" accel="100000" fill="hold">
                                          <p:stCondLst>
                                            <p:cond delay="540"/>
                                          </p:stCondLst>
                                        </p:cTn>
                                        <p:tgtEl>
                                          <p:spTgt spid="13"/>
                                        </p:tgtEl>
                                        <p:attrNameLst>
                                          <p:attrName>ppt_y</p:attrName>
                                        </p:attrNameLst>
                                      </p:cBhvr>
                                      <p:tavLst>
                                        <p:tav tm="0">
                                          <p:val>
                                            <p:strVal val="#ppt_y-.03"/>
                                          </p:val>
                                        </p:tav>
                                        <p:tav tm="100000">
                                          <p:val>
                                            <p:strVal val="#ppt_y"/>
                                          </p:val>
                                        </p:tav>
                                      </p:tavLst>
                                    </p:anim>
                                  </p:childTnLst>
                                </p:cTn>
                              </p:par>
                              <p:par>
                                <p:cTn id="74" presetID="37" presetClass="entr" presetSubtype="0" fill="hold" grpId="0" nodeType="withEffect">
                                  <p:stCondLst>
                                    <p:cond delay="560"/>
                                  </p:stCondLst>
                                  <p:childTnLst>
                                    <p:set>
                                      <p:cBhvr>
                                        <p:cTn id="75" dur="1" fill="hold">
                                          <p:stCondLst>
                                            <p:cond delay="0"/>
                                          </p:stCondLst>
                                        </p:cTn>
                                        <p:tgtEl>
                                          <p:spTgt spid="14"/>
                                        </p:tgtEl>
                                        <p:attrNameLst>
                                          <p:attrName>style.visibility</p:attrName>
                                        </p:attrNameLst>
                                      </p:cBhvr>
                                      <p:to>
                                        <p:strVal val="visible"/>
                                      </p:to>
                                    </p:set>
                                    <p:animEffect transition="in" filter="fade">
                                      <p:cBhvr>
                                        <p:cTn id="76" dur="600"/>
                                        <p:tgtEl>
                                          <p:spTgt spid="14"/>
                                        </p:tgtEl>
                                      </p:cBhvr>
                                    </p:animEffect>
                                    <p:anim calcmode="lin" valueType="num">
                                      <p:cBhvr>
                                        <p:cTn id="77" dur="600" fill="hold"/>
                                        <p:tgtEl>
                                          <p:spTgt spid="14"/>
                                        </p:tgtEl>
                                        <p:attrNameLst>
                                          <p:attrName>ppt_x</p:attrName>
                                        </p:attrNameLst>
                                      </p:cBhvr>
                                      <p:tavLst>
                                        <p:tav tm="0">
                                          <p:val>
                                            <p:strVal val="#ppt_x"/>
                                          </p:val>
                                        </p:tav>
                                        <p:tav tm="100000">
                                          <p:val>
                                            <p:strVal val="#ppt_x"/>
                                          </p:val>
                                        </p:tav>
                                      </p:tavLst>
                                    </p:anim>
                                    <p:anim calcmode="lin" valueType="num">
                                      <p:cBhvr>
                                        <p:cTn id="78" dur="540" decel="100000" fill="hold"/>
                                        <p:tgtEl>
                                          <p:spTgt spid="14"/>
                                        </p:tgtEl>
                                        <p:attrNameLst>
                                          <p:attrName>ppt_y</p:attrName>
                                        </p:attrNameLst>
                                      </p:cBhvr>
                                      <p:tavLst>
                                        <p:tav tm="0">
                                          <p:val>
                                            <p:strVal val="#ppt_y+1"/>
                                          </p:val>
                                        </p:tav>
                                        <p:tav tm="100000">
                                          <p:val>
                                            <p:strVal val="#ppt_y-.03"/>
                                          </p:val>
                                        </p:tav>
                                      </p:tavLst>
                                    </p:anim>
                                    <p:anim calcmode="lin" valueType="num">
                                      <p:cBhvr>
                                        <p:cTn id="79"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par>
                                <p:cTn id="80" presetID="37" presetClass="entr" presetSubtype="0" fill="hold" nodeType="withEffect">
                                  <p:stCondLst>
                                    <p:cond delay="84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600"/>
                                        <p:tgtEl>
                                          <p:spTgt spid="15"/>
                                        </p:tgtEl>
                                      </p:cBhvr>
                                    </p:animEffect>
                                    <p:anim calcmode="lin" valueType="num">
                                      <p:cBhvr>
                                        <p:cTn id="83" dur="600" fill="hold"/>
                                        <p:tgtEl>
                                          <p:spTgt spid="15"/>
                                        </p:tgtEl>
                                        <p:attrNameLst>
                                          <p:attrName>ppt_x</p:attrName>
                                        </p:attrNameLst>
                                      </p:cBhvr>
                                      <p:tavLst>
                                        <p:tav tm="0">
                                          <p:val>
                                            <p:strVal val="#ppt_x"/>
                                          </p:val>
                                        </p:tav>
                                        <p:tav tm="100000">
                                          <p:val>
                                            <p:strVal val="#ppt_x"/>
                                          </p:val>
                                        </p:tav>
                                      </p:tavLst>
                                    </p:anim>
                                    <p:anim calcmode="lin" valueType="num">
                                      <p:cBhvr>
                                        <p:cTn id="84" dur="540" decel="100000" fill="hold"/>
                                        <p:tgtEl>
                                          <p:spTgt spid="15"/>
                                        </p:tgtEl>
                                        <p:attrNameLst>
                                          <p:attrName>ppt_y</p:attrName>
                                        </p:attrNameLst>
                                      </p:cBhvr>
                                      <p:tavLst>
                                        <p:tav tm="0">
                                          <p:val>
                                            <p:strVal val="#ppt_y+1"/>
                                          </p:val>
                                        </p:tav>
                                        <p:tav tm="100000">
                                          <p:val>
                                            <p:strVal val="#ppt_y-.03"/>
                                          </p:val>
                                        </p:tav>
                                      </p:tavLst>
                                    </p:anim>
                                    <p:anim calcmode="lin" valueType="num">
                                      <p:cBhvr>
                                        <p:cTn id="85"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par>
                                <p:cTn id="86" presetID="37" presetClass="entr" presetSubtype="0" fill="hold" nodeType="withEffect">
                                  <p:stCondLst>
                                    <p:cond delay="84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600"/>
                                        <p:tgtEl>
                                          <p:spTgt spid="16"/>
                                        </p:tgtEl>
                                      </p:cBhvr>
                                    </p:animEffect>
                                    <p:anim calcmode="lin" valueType="num">
                                      <p:cBhvr>
                                        <p:cTn id="89" dur="600" fill="hold"/>
                                        <p:tgtEl>
                                          <p:spTgt spid="16"/>
                                        </p:tgtEl>
                                        <p:attrNameLst>
                                          <p:attrName>ppt_x</p:attrName>
                                        </p:attrNameLst>
                                      </p:cBhvr>
                                      <p:tavLst>
                                        <p:tav tm="0">
                                          <p:val>
                                            <p:strVal val="#ppt_x"/>
                                          </p:val>
                                        </p:tav>
                                        <p:tav tm="100000">
                                          <p:val>
                                            <p:strVal val="#ppt_x"/>
                                          </p:val>
                                        </p:tav>
                                      </p:tavLst>
                                    </p:anim>
                                    <p:anim calcmode="lin" valueType="num">
                                      <p:cBhvr>
                                        <p:cTn id="90" dur="540" decel="100000" fill="hold"/>
                                        <p:tgtEl>
                                          <p:spTgt spid="16"/>
                                        </p:tgtEl>
                                        <p:attrNameLst>
                                          <p:attrName>ppt_y</p:attrName>
                                        </p:attrNameLst>
                                      </p:cBhvr>
                                      <p:tavLst>
                                        <p:tav tm="0">
                                          <p:val>
                                            <p:strVal val="#ppt_y+1"/>
                                          </p:val>
                                        </p:tav>
                                        <p:tav tm="100000">
                                          <p:val>
                                            <p:strVal val="#ppt_y-.03"/>
                                          </p:val>
                                        </p:tav>
                                      </p:tavLst>
                                    </p:anim>
                                    <p:anim calcmode="lin" valueType="num">
                                      <p:cBhvr>
                                        <p:cTn id="91"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92" presetID="37" presetClass="entr" presetSubtype="0" fill="hold" nodeType="withEffect">
                                  <p:stCondLst>
                                    <p:cond delay="84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600"/>
                                        <p:tgtEl>
                                          <p:spTgt spid="17"/>
                                        </p:tgtEl>
                                      </p:cBhvr>
                                    </p:animEffect>
                                    <p:anim calcmode="lin" valueType="num">
                                      <p:cBhvr>
                                        <p:cTn id="95" dur="600" fill="hold"/>
                                        <p:tgtEl>
                                          <p:spTgt spid="17"/>
                                        </p:tgtEl>
                                        <p:attrNameLst>
                                          <p:attrName>ppt_x</p:attrName>
                                        </p:attrNameLst>
                                      </p:cBhvr>
                                      <p:tavLst>
                                        <p:tav tm="0">
                                          <p:val>
                                            <p:strVal val="#ppt_x"/>
                                          </p:val>
                                        </p:tav>
                                        <p:tav tm="100000">
                                          <p:val>
                                            <p:strVal val="#ppt_x"/>
                                          </p:val>
                                        </p:tav>
                                      </p:tavLst>
                                    </p:anim>
                                    <p:anim calcmode="lin" valueType="num">
                                      <p:cBhvr>
                                        <p:cTn id="96" dur="540" decel="100000" fill="hold"/>
                                        <p:tgtEl>
                                          <p:spTgt spid="17"/>
                                        </p:tgtEl>
                                        <p:attrNameLst>
                                          <p:attrName>ppt_y</p:attrName>
                                        </p:attrNameLst>
                                      </p:cBhvr>
                                      <p:tavLst>
                                        <p:tav tm="0">
                                          <p:val>
                                            <p:strVal val="#ppt_y+1"/>
                                          </p:val>
                                        </p:tav>
                                        <p:tav tm="100000">
                                          <p:val>
                                            <p:strVal val="#ppt_y-.03"/>
                                          </p:val>
                                        </p:tav>
                                      </p:tavLst>
                                    </p:anim>
                                    <p:anim calcmode="lin" valueType="num">
                                      <p:cBhvr>
                                        <p:cTn id="97"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98" presetID="37" presetClass="entr" presetSubtype="0" fill="hold" grpId="0" nodeType="withEffect">
                                  <p:stCondLst>
                                    <p:cond delay="840"/>
                                  </p:stCondLst>
                                  <p:childTnLst>
                                    <p:set>
                                      <p:cBhvr>
                                        <p:cTn id="99" dur="1" fill="hold">
                                          <p:stCondLst>
                                            <p:cond delay="0"/>
                                          </p:stCondLst>
                                        </p:cTn>
                                        <p:tgtEl>
                                          <p:spTgt spid="18"/>
                                        </p:tgtEl>
                                        <p:attrNameLst>
                                          <p:attrName>style.visibility</p:attrName>
                                        </p:attrNameLst>
                                      </p:cBhvr>
                                      <p:to>
                                        <p:strVal val="visible"/>
                                      </p:to>
                                    </p:set>
                                    <p:animEffect transition="in" filter="fade">
                                      <p:cBhvr>
                                        <p:cTn id="100" dur="600"/>
                                        <p:tgtEl>
                                          <p:spTgt spid="18"/>
                                        </p:tgtEl>
                                      </p:cBhvr>
                                    </p:animEffect>
                                    <p:anim calcmode="lin" valueType="num">
                                      <p:cBhvr>
                                        <p:cTn id="101" dur="600" fill="hold"/>
                                        <p:tgtEl>
                                          <p:spTgt spid="18"/>
                                        </p:tgtEl>
                                        <p:attrNameLst>
                                          <p:attrName>ppt_x</p:attrName>
                                        </p:attrNameLst>
                                      </p:cBhvr>
                                      <p:tavLst>
                                        <p:tav tm="0">
                                          <p:val>
                                            <p:strVal val="#ppt_x"/>
                                          </p:val>
                                        </p:tav>
                                        <p:tav tm="100000">
                                          <p:val>
                                            <p:strVal val="#ppt_x"/>
                                          </p:val>
                                        </p:tav>
                                      </p:tavLst>
                                    </p:anim>
                                    <p:anim calcmode="lin" valueType="num">
                                      <p:cBhvr>
                                        <p:cTn id="102" dur="540" decel="100000" fill="hold"/>
                                        <p:tgtEl>
                                          <p:spTgt spid="18"/>
                                        </p:tgtEl>
                                        <p:attrNameLst>
                                          <p:attrName>ppt_y</p:attrName>
                                        </p:attrNameLst>
                                      </p:cBhvr>
                                      <p:tavLst>
                                        <p:tav tm="0">
                                          <p:val>
                                            <p:strVal val="#ppt_y+1"/>
                                          </p:val>
                                        </p:tav>
                                        <p:tav tm="100000">
                                          <p:val>
                                            <p:strVal val="#ppt_y-.03"/>
                                          </p:val>
                                        </p:tav>
                                      </p:tavLst>
                                    </p:anim>
                                    <p:anim calcmode="lin" valueType="num">
                                      <p:cBhvr>
                                        <p:cTn id="103"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par>
                                <p:cTn id="104" presetID="37" presetClass="entr" presetSubtype="0" fill="hold" grpId="0" nodeType="withEffect">
                                  <p:stCondLst>
                                    <p:cond delay="840"/>
                                  </p:stCondLst>
                                  <p:childTnLst>
                                    <p:set>
                                      <p:cBhvr>
                                        <p:cTn id="105" dur="1" fill="hold">
                                          <p:stCondLst>
                                            <p:cond delay="0"/>
                                          </p:stCondLst>
                                        </p:cTn>
                                        <p:tgtEl>
                                          <p:spTgt spid="19"/>
                                        </p:tgtEl>
                                        <p:attrNameLst>
                                          <p:attrName>style.visibility</p:attrName>
                                        </p:attrNameLst>
                                      </p:cBhvr>
                                      <p:to>
                                        <p:strVal val="visible"/>
                                      </p:to>
                                    </p:set>
                                    <p:animEffect transition="in" filter="fade">
                                      <p:cBhvr>
                                        <p:cTn id="106" dur="600"/>
                                        <p:tgtEl>
                                          <p:spTgt spid="19"/>
                                        </p:tgtEl>
                                      </p:cBhvr>
                                    </p:animEffect>
                                    <p:anim calcmode="lin" valueType="num">
                                      <p:cBhvr>
                                        <p:cTn id="107" dur="600" fill="hold"/>
                                        <p:tgtEl>
                                          <p:spTgt spid="19"/>
                                        </p:tgtEl>
                                        <p:attrNameLst>
                                          <p:attrName>ppt_x</p:attrName>
                                        </p:attrNameLst>
                                      </p:cBhvr>
                                      <p:tavLst>
                                        <p:tav tm="0">
                                          <p:val>
                                            <p:strVal val="#ppt_x"/>
                                          </p:val>
                                        </p:tav>
                                        <p:tav tm="100000">
                                          <p:val>
                                            <p:strVal val="#ppt_x"/>
                                          </p:val>
                                        </p:tav>
                                      </p:tavLst>
                                    </p:anim>
                                    <p:anim calcmode="lin" valueType="num">
                                      <p:cBhvr>
                                        <p:cTn id="108" dur="540" decel="100000" fill="hold"/>
                                        <p:tgtEl>
                                          <p:spTgt spid="19"/>
                                        </p:tgtEl>
                                        <p:attrNameLst>
                                          <p:attrName>ppt_y</p:attrName>
                                        </p:attrNameLst>
                                      </p:cBhvr>
                                      <p:tavLst>
                                        <p:tav tm="0">
                                          <p:val>
                                            <p:strVal val="#ppt_y+1"/>
                                          </p:val>
                                        </p:tav>
                                        <p:tav tm="100000">
                                          <p:val>
                                            <p:strVal val="#ppt_y-.03"/>
                                          </p:val>
                                        </p:tav>
                                      </p:tavLst>
                                    </p:anim>
                                    <p:anim calcmode="lin" valueType="num">
                                      <p:cBhvr>
                                        <p:cTn id="109" dur="60" accel="100000" fill="hold">
                                          <p:stCondLst>
                                            <p:cond delay="540"/>
                                          </p:stCondLst>
                                        </p:cTn>
                                        <p:tgtEl>
                                          <p:spTgt spid="19"/>
                                        </p:tgtEl>
                                        <p:attrNameLst>
                                          <p:attrName>ppt_y</p:attrName>
                                        </p:attrNameLst>
                                      </p:cBhvr>
                                      <p:tavLst>
                                        <p:tav tm="0">
                                          <p:val>
                                            <p:strVal val="#ppt_y-.03"/>
                                          </p:val>
                                        </p:tav>
                                        <p:tav tm="100000">
                                          <p:val>
                                            <p:strVal val="#ppt_y"/>
                                          </p:val>
                                        </p:tav>
                                      </p:tavLst>
                                    </p:anim>
                                  </p:childTnLst>
                                </p:cTn>
                              </p:par>
                              <p:par>
                                <p:cTn id="110" presetID="37" presetClass="entr" presetSubtype="0" fill="hold" grpId="0" nodeType="withEffect">
                                  <p:stCondLst>
                                    <p:cond delay="840"/>
                                  </p:stCondLst>
                                  <p:childTnLst>
                                    <p:set>
                                      <p:cBhvr>
                                        <p:cTn id="111" dur="1" fill="hold">
                                          <p:stCondLst>
                                            <p:cond delay="0"/>
                                          </p:stCondLst>
                                        </p:cTn>
                                        <p:tgtEl>
                                          <p:spTgt spid="20"/>
                                        </p:tgtEl>
                                        <p:attrNameLst>
                                          <p:attrName>style.visibility</p:attrName>
                                        </p:attrNameLst>
                                      </p:cBhvr>
                                      <p:to>
                                        <p:strVal val="visible"/>
                                      </p:to>
                                    </p:set>
                                    <p:animEffect transition="in" filter="fade">
                                      <p:cBhvr>
                                        <p:cTn id="112" dur="600"/>
                                        <p:tgtEl>
                                          <p:spTgt spid="20"/>
                                        </p:tgtEl>
                                      </p:cBhvr>
                                    </p:animEffect>
                                    <p:anim calcmode="lin" valueType="num">
                                      <p:cBhvr>
                                        <p:cTn id="113" dur="600" fill="hold"/>
                                        <p:tgtEl>
                                          <p:spTgt spid="20"/>
                                        </p:tgtEl>
                                        <p:attrNameLst>
                                          <p:attrName>ppt_x</p:attrName>
                                        </p:attrNameLst>
                                      </p:cBhvr>
                                      <p:tavLst>
                                        <p:tav tm="0">
                                          <p:val>
                                            <p:strVal val="#ppt_x"/>
                                          </p:val>
                                        </p:tav>
                                        <p:tav tm="100000">
                                          <p:val>
                                            <p:strVal val="#ppt_x"/>
                                          </p:val>
                                        </p:tav>
                                      </p:tavLst>
                                    </p:anim>
                                    <p:anim calcmode="lin" valueType="num">
                                      <p:cBhvr>
                                        <p:cTn id="114" dur="540" decel="100000" fill="hold"/>
                                        <p:tgtEl>
                                          <p:spTgt spid="20"/>
                                        </p:tgtEl>
                                        <p:attrNameLst>
                                          <p:attrName>ppt_y</p:attrName>
                                        </p:attrNameLst>
                                      </p:cBhvr>
                                      <p:tavLst>
                                        <p:tav tm="0">
                                          <p:val>
                                            <p:strVal val="#ppt_y+1"/>
                                          </p:val>
                                        </p:tav>
                                        <p:tav tm="100000">
                                          <p:val>
                                            <p:strVal val="#ppt_y-.03"/>
                                          </p:val>
                                        </p:tav>
                                      </p:tavLst>
                                    </p:anim>
                                    <p:anim calcmode="lin" valueType="num">
                                      <p:cBhvr>
                                        <p:cTn id="115" dur="60" accel="100000" fill="hold">
                                          <p:stCondLst>
                                            <p:cond delay="540"/>
                                          </p:stCondLst>
                                        </p:cTn>
                                        <p:tgtEl>
                                          <p:spTgt spid="20"/>
                                        </p:tgtEl>
                                        <p:attrNameLst>
                                          <p:attrName>ppt_y</p:attrName>
                                        </p:attrNameLst>
                                      </p:cBhvr>
                                      <p:tavLst>
                                        <p:tav tm="0">
                                          <p:val>
                                            <p:strVal val="#ppt_y-.03"/>
                                          </p:val>
                                        </p:tav>
                                        <p:tav tm="100000">
                                          <p:val>
                                            <p:strVal val="#ppt_y"/>
                                          </p:val>
                                        </p:tav>
                                      </p:tavLst>
                                    </p:anim>
                                  </p:childTnLst>
                                </p:cTn>
                              </p:par>
                              <p:par>
                                <p:cTn id="116" presetID="37" presetClass="entr" presetSubtype="0" fill="hold" nodeType="withEffect">
                                  <p:stCondLst>
                                    <p:cond delay="1120"/>
                                  </p:stCondLst>
                                  <p:childTnLst>
                                    <p:set>
                                      <p:cBhvr>
                                        <p:cTn id="117" dur="1" fill="hold">
                                          <p:stCondLst>
                                            <p:cond delay="0"/>
                                          </p:stCondLst>
                                        </p:cTn>
                                        <p:tgtEl>
                                          <p:spTgt spid="21"/>
                                        </p:tgtEl>
                                        <p:attrNameLst>
                                          <p:attrName>style.visibility</p:attrName>
                                        </p:attrNameLst>
                                      </p:cBhvr>
                                      <p:to>
                                        <p:strVal val="visible"/>
                                      </p:to>
                                    </p:set>
                                    <p:animEffect transition="in" filter="fade">
                                      <p:cBhvr>
                                        <p:cTn id="118" dur="600"/>
                                        <p:tgtEl>
                                          <p:spTgt spid="21"/>
                                        </p:tgtEl>
                                      </p:cBhvr>
                                    </p:animEffect>
                                    <p:anim calcmode="lin" valueType="num">
                                      <p:cBhvr>
                                        <p:cTn id="119" dur="600" fill="hold"/>
                                        <p:tgtEl>
                                          <p:spTgt spid="21"/>
                                        </p:tgtEl>
                                        <p:attrNameLst>
                                          <p:attrName>ppt_x</p:attrName>
                                        </p:attrNameLst>
                                      </p:cBhvr>
                                      <p:tavLst>
                                        <p:tav tm="0">
                                          <p:val>
                                            <p:strVal val="#ppt_x"/>
                                          </p:val>
                                        </p:tav>
                                        <p:tav tm="100000">
                                          <p:val>
                                            <p:strVal val="#ppt_x"/>
                                          </p:val>
                                        </p:tav>
                                      </p:tavLst>
                                    </p:anim>
                                    <p:anim calcmode="lin" valueType="num">
                                      <p:cBhvr>
                                        <p:cTn id="120" dur="540" decel="100000" fill="hold"/>
                                        <p:tgtEl>
                                          <p:spTgt spid="21"/>
                                        </p:tgtEl>
                                        <p:attrNameLst>
                                          <p:attrName>ppt_y</p:attrName>
                                        </p:attrNameLst>
                                      </p:cBhvr>
                                      <p:tavLst>
                                        <p:tav tm="0">
                                          <p:val>
                                            <p:strVal val="#ppt_y+1"/>
                                          </p:val>
                                        </p:tav>
                                        <p:tav tm="100000">
                                          <p:val>
                                            <p:strVal val="#ppt_y-.03"/>
                                          </p:val>
                                        </p:tav>
                                      </p:tavLst>
                                    </p:anim>
                                    <p:anim calcmode="lin" valueType="num">
                                      <p:cBhvr>
                                        <p:cTn id="121" dur="60" accel="100000" fill="hold">
                                          <p:stCondLst>
                                            <p:cond delay="540"/>
                                          </p:stCondLst>
                                        </p:cTn>
                                        <p:tgtEl>
                                          <p:spTgt spid="21"/>
                                        </p:tgtEl>
                                        <p:attrNameLst>
                                          <p:attrName>ppt_y</p:attrName>
                                        </p:attrNameLst>
                                      </p:cBhvr>
                                      <p:tavLst>
                                        <p:tav tm="0">
                                          <p:val>
                                            <p:strVal val="#ppt_y-.03"/>
                                          </p:val>
                                        </p:tav>
                                        <p:tav tm="100000">
                                          <p:val>
                                            <p:strVal val="#ppt_y"/>
                                          </p:val>
                                        </p:tav>
                                      </p:tavLst>
                                    </p:anim>
                                  </p:childTnLst>
                                </p:cTn>
                              </p:par>
                              <p:par>
                                <p:cTn id="122" presetID="37" presetClass="entr" presetSubtype="0" fill="hold" nodeType="withEffect">
                                  <p:stCondLst>
                                    <p:cond delay="1120"/>
                                  </p:stCondLst>
                                  <p:childTnLst>
                                    <p:set>
                                      <p:cBhvr>
                                        <p:cTn id="123" dur="1" fill="hold">
                                          <p:stCondLst>
                                            <p:cond delay="0"/>
                                          </p:stCondLst>
                                        </p:cTn>
                                        <p:tgtEl>
                                          <p:spTgt spid="22"/>
                                        </p:tgtEl>
                                        <p:attrNameLst>
                                          <p:attrName>style.visibility</p:attrName>
                                        </p:attrNameLst>
                                      </p:cBhvr>
                                      <p:to>
                                        <p:strVal val="visible"/>
                                      </p:to>
                                    </p:set>
                                    <p:animEffect transition="in" filter="fade">
                                      <p:cBhvr>
                                        <p:cTn id="124" dur="600"/>
                                        <p:tgtEl>
                                          <p:spTgt spid="22"/>
                                        </p:tgtEl>
                                      </p:cBhvr>
                                    </p:animEffect>
                                    <p:anim calcmode="lin" valueType="num">
                                      <p:cBhvr>
                                        <p:cTn id="125" dur="600" fill="hold"/>
                                        <p:tgtEl>
                                          <p:spTgt spid="22"/>
                                        </p:tgtEl>
                                        <p:attrNameLst>
                                          <p:attrName>ppt_x</p:attrName>
                                        </p:attrNameLst>
                                      </p:cBhvr>
                                      <p:tavLst>
                                        <p:tav tm="0">
                                          <p:val>
                                            <p:strVal val="#ppt_x"/>
                                          </p:val>
                                        </p:tav>
                                        <p:tav tm="100000">
                                          <p:val>
                                            <p:strVal val="#ppt_x"/>
                                          </p:val>
                                        </p:tav>
                                      </p:tavLst>
                                    </p:anim>
                                    <p:anim calcmode="lin" valueType="num">
                                      <p:cBhvr>
                                        <p:cTn id="126" dur="540" decel="100000" fill="hold"/>
                                        <p:tgtEl>
                                          <p:spTgt spid="22"/>
                                        </p:tgtEl>
                                        <p:attrNameLst>
                                          <p:attrName>ppt_y</p:attrName>
                                        </p:attrNameLst>
                                      </p:cBhvr>
                                      <p:tavLst>
                                        <p:tav tm="0">
                                          <p:val>
                                            <p:strVal val="#ppt_y+1"/>
                                          </p:val>
                                        </p:tav>
                                        <p:tav tm="100000">
                                          <p:val>
                                            <p:strVal val="#ppt_y-.03"/>
                                          </p:val>
                                        </p:tav>
                                      </p:tavLst>
                                    </p:anim>
                                    <p:anim calcmode="lin" valueType="num">
                                      <p:cBhvr>
                                        <p:cTn id="127" dur="60" accel="100000" fill="hold">
                                          <p:stCondLst>
                                            <p:cond delay="540"/>
                                          </p:stCondLst>
                                        </p:cTn>
                                        <p:tgtEl>
                                          <p:spTgt spid="22"/>
                                        </p:tgtEl>
                                        <p:attrNameLst>
                                          <p:attrName>ppt_y</p:attrName>
                                        </p:attrNameLst>
                                      </p:cBhvr>
                                      <p:tavLst>
                                        <p:tav tm="0">
                                          <p:val>
                                            <p:strVal val="#ppt_y-.03"/>
                                          </p:val>
                                        </p:tav>
                                        <p:tav tm="100000">
                                          <p:val>
                                            <p:strVal val="#ppt_y"/>
                                          </p:val>
                                        </p:tav>
                                      </p:tavLst>
                                    </p:anim>
                                  </p:childTnLst>
                                </p:cTn>
                              </p:par>
                              <p:par>
                                <p:cTn id="128" presetID="37" presetClass="entr" presetSubtype="0" fill="hold" nodeType="withEffect">
                                  <p:stCondLst>
                                    <p:cond delay="1120"/>
                                  </p:stCondLst>
                                  <p:childTnLst>
                                    <p:set>
                                      <p:cBhvr>
                                        <p:cTn id="129" dur="1" fill="hold">
                                          <p:stCondLst>
                                            <p:cond delay="0"/>
                                          </p:stCondLst>
                                        </p:cTn>
                                        <p:tgtEl>
                                          <p:spTgt spid="23"/>
                                        </p:tgtEl>
                                        <p:attrNameLst>
                                          <p:attrName>style.visibility</p:attrName>
                                        </p:attrNameLst>
                                      </p:cBhvr>
                                      <p:to>
                                        <p:strVal val="visible"/>
                                      </p:to>
                                    </p:set>
                                    <p:animEffect transition="in" filter="fade">
                                      <p:cBhvr>
                                        <p:cTn id="130" dur="600"/>
                                        <p:tgtEl>
                                          <p:spTgt spid="23"/>
                                        </p:tgtEl>
                                      </p:cBhvr>
                                    </p:animEffect>
                                    <p:anim calcmode="lin" valueType="num">
                                      <p:cBhvr>
                                        <p:cTn id="131" dur="600" fill="hold"/>
                                        <p:tgtEl>
                                          <p:spTgt spid="23"/>
                                        </p:tgtEl>
                                        <p:attrNameLst>
                                          <p:attrName>ppt_x</p:attrName>
                                        </p:attrNameLst>
                                      </p:cBhvr>
                                      <p:tavLst>
                                        <p:tav tm="0">
                                          <p:val>
                                            <p:strVal val="#ppt_x"/>
                                          </p:val>
                                        </p:tav>
                                        <p:tav tm="100000">
                                          <p:val>
                                            <p:strVal val="#ppt_x"/>
                                          </p:val>
                                        </p:tav>
                                      </p:tavLst>
                                    </p:anim>
                                    <p:anim calcmode="lin" valueType="num">
                                      <p:cBhvr>
                                        <p:cTn id="132" dur="540" decel="100000" fill="hold"/>
                                        <p:tgtEl>
                                          <p:spTgt spid="23"/>
                                        </p:tgtEl>
                                        <p:attrNameLst>
                                          <p:attrName>ppt_y</p:attrName>
                                        </p:attrNameLst>
                                      </p:cBhvr>
                                      <p:tavLst>
                                        <p:tav tm="0">
                                          <p:val>
                                            <p:strVal val="#ppt_y+1"/>
                                          </p:val>
                                        </p:tav>
                                        <p:tav tm="100000">
                                          <p:val>
                                            <p:strVal val="#ppt_y-.03"/>
                                          </p:val>
                                        </p:tav>
                                      </p:tavLst>
                                    </p:anim>
                                    <p:anim calcmode="lin" valueType="num">
                                      <p:cBhvr>
                                        <p:cTn id="133" dur="60" accel="100000" fill="hold">
                                          <p:stCondLst>
                                            <p:cond delay="540"/>
                                          </p:stCondLst>
                                        </p:cTn>
                                        <p:tgtEl>
                                          <p:spTgt spid="23"/>
                                        </p:tgtEl>
                                        <p:attrNameLst>
                                          <p:attrName>ppt_y</p:attrName>
                                        </p:attrNameLst>
                                      </p:cBhvr>
                                      <p:tavLst>
                                        <p:tav tm="0">
                                          <p:val>
                                            <p:strVal val="#ppt_y-.03"/>
                                          </p:val>
                                        </p:tav>
                                        <p:tav tm="100000">
                                          <p:val>
                                            <p:strVal val="#ppt_y"/>
                                          </p:val>
                                        </p:tav>
                                      </p:tavLst>
                                    </p:anim>
                                  </p:childTnLst>
                                </p:cTn>
                              </p:par>
                              <p:par>
                                <p:cTn id="134" presetID="37" presetClass="entr" presetSubtype="0" fill="hold" grpId="0" nodeType="withEffect">
                                  <p:stCondLst>
                                    <p:cond delay="1120"/>
                                  </p:stCondLst>
                                  <p:childTnLst>
                                    <p:set>
                                      <p:cBhvr>
                                        <p:cTn id="135" dur="1" fill="hold">
                                          <p:stCondLst>
                                            <p:cond delay="0"/>
                                          </p:stCondLst>
                                        </p:cTn>
                                        <p:tgtEl>
                                          <p:spTgt spid="24"/>
                                        </p:tgtEl>
                                        <p:attrNameLst>
                                          <p:attrName>style.visibility</p:attrName>
                                        </p:attrNameLst>
                                      </p:cBhvr>
                                      <p:to>
                                        <p:strVal val="visible"/>
                                      </p:to>
                                    </p:set>
                                    <p:animEffect transition="in" filter="fade">
                                      <p:cBhvr>
                                        <p:cTn id="136" dur="600"/>
                                        <p:tgtEl>
                                          <p:spTgt spid="24"/>
                                        </p:tgtEl>
                                      </p:cBhvr>
                                    </p:animEffect>
                                    <p:anim calcmode="lin" valueType="num">
                                      <p:cBhvr>
                                        <p:cTn id="137" dur="600" fill="hold"/>
                                        <p:tgtEl>
                                          <p:spTgt spid="24"/>
                                        </p:tgtEl>
                                        <p:attrNameLst>
                                          <p:attrName>ppt_x</p:attrName>
                                        </p:attrNameLst>
                                      </p:cBhvr>
                                      <p:tavLst>
                                        <p:tav tm="0">
                                          <p:val>
                                            <p:strVal val="#ppt_x"/>
                                          </p:val>
                                        </p:tav>
                                        <p:tav tm="100000">
                                          <p:val>
                                            <p:strVal val="#ppt_x"/>
                                          </p:val>
                                        </p:tav>
                                      </p:tavLst>
                                    </p:anim>
                                    <p:anim calcmode="lin" valueType="num">
                                      <p:cBhvr>
                                        <p:cTn id="138" dur="540" decel="100000" fill="hold"/>
                                        <p:tgtEl>
                                          <p:spTgt spid="24"/>
                                        </p:tgtEl>
                                        <p:attrNameLst>
                                          <p:attrName>ppt_y</p:attrName>
                                        </p:attrNameLst>
                                      </p:cBhvr>
                                      <p:tavLst>
                                        <p:tav tm="0">
                                          <p:val>
                                            <p:strVal val="#ppt_y+1"/>
                                          </p:val>
                                        </p:tav>
                                        <p:tav tm="100000">
                                          <p:val>
                                            <p:strVal val="#ppt_y-.03"/>
                                          </p:val>
                                        </p:tav>
                                      </p:tavLst>
                                    </p:anim>
                                    <p:anim calcmode="lin" valueType="num">
                                      <p:cBhvr>
                                        <p:cTn id="139" dur="60" accel="100000" fill="hold">
                                          <p:stCondLst>
                                            <p:cond delay="540"/>
                                          </p:stCondLst>
                                        </p:cTn>
                                        <p:tgtEl>
                                          <p:spTgt spid="24"/>
                                        </p:tgtEl>
                                        <p:attrNameLst>
                                          <p:attrName>ppt_y</p:attrName>
                                        </p:attrNameLst>
                                      </p:cBhvr>
                                      <p:tavLst>
                                        <p:tav tm="0">
                                          <p:val>
                                            <p:strVal val="#ppt_y-.03"/>
                                          </p:val>
                                        </p:tav>
                                        <p:tav tm="100000">
                                          <p:val>
                                            <p:strVal val="#ppt_y"/>
                                          </p:val>
                                        </p:tav>
                                      </p:tavLst>
                                    </p:anim>
                                  </p:childTnLst>
                                </p:cTn>
                              </p:par>
                              <p:par>
                                <p:cTn id="140" presetID="37" presetClass="entr" presetSubtype="0" fill="hold" grpId="0" nodeType="withEffect">
                                  <p:stCondLst>
                                    <p:cond delay="1120"/>
                                  </p:stCondLst>
                                  <p:childTnLst>
                                    <p:set>
                                      <p:cBhvr>
                                        <p:cTn id="141" dur="1" fill="hold">
                                          <p:stCondLst>
                                            <p:cond delay="0"/>
                                          </p:stCondLst>
                                        </p:cTn>
                                        <p:tgtEl>
                                          <p:spTgt spid="25"/>
                                        </p:tgtEl>
                                        <p:attrNameLst>
                                          <p:attrName>style.visibility</p:attrName>
                                        </p:attrNameLst>
                                      </p:cBhvr>
                                      <p:to>
                                        <p:strVal val="visible"/>
                                      </p:to>
                                    </p:set>
                                    <p:animEffect transition="in" filter="fade">
                                      <p:cBhvr>
                                        <p:cTn id="142" dur="600"/>
                                        <p:tgtEl>
                                          <p:spTgt spid="25"/>
                                        </p:tgtEl>
                                      </p:cBhvr>
                                    </p:animEffect>
                                    <p:anim calcmode="lin" valueType="num">
                                      <p:cBhvr>
                                        <p:cTn id="143" dur="600" fill="hold"/>
                                        <p:tgtEl>
                                          <p:spTgt spid="25"/>
                                        </p:tgtEl>
                                        <p:attrNameLst>
                                          <p:attrName>ppt_x</p:attrName>
                                        </p:attrNameLst>
                                      </p:cBhvr>
                                      <p:tavLst>
                                        <p:tav tm="0">
                                          <p:val>
                                            <p:strVal val="#ppt_x"/>
                                          </p:val>
                                        </p:tav>
                                        <p:tav tm="100000">
                                          <p:val>
                                            <p:strVal val="#ppt_x"/>
                                          </p:val>
                                        </p:tav>
                                      </p:tavLst>
                                    </p:anim>
                                    <p:anim calcmode="lin" valueType="num">
                                      <p:cBhvr>
                                        <p:cTn id="144" dur="540" decel="100000" fill="hold"/>
                                        <p:tgtEl>
                                          <p:spTgt spid="25"/>
                                        </p:tgtEl>
                                        <p:attrNameLst>
                                          <p:attrName>ppt_y</p:attrName>
                                        </p:attrNameLst>
                                      </p:cBhvr>
                                      <p:tavLst>
                                        <p:tav tm="0">
                                          <p:val>
                                            <p:strVal val="#ppt_y+1"/>
                                          </p:val>
                                        </p:tav>
                                        <p:tav tm="100000">
                                          <p:val>
                                            <p:strVal val="#ppt_y-.03"/>
                                          </p:val>
                                        </p:tav>
                                      </p:tavLst>
                                    </p:anim>
                                    <p:anim calcmode="lin" valueType="num">
                                      <p:cBhvr>
                                        <p:cTn id="145" dur="60" accel="100000" fill="hold">
                                          <p:stCondLst>
                                            <p:cond delay="540"/>
                                          </p:stCondLst>
                                        </p:cTn>
                                        <p:tgtEl>
                                          <p:spTgt spid="25"/>
                                        </p:tgtEl>
                                        <p:attrNameLst>
                                          <p:attrName>ppt_y</p:attrName>
                                        </p:attrNameLst>
                                      </p:cBhvr>
                                      <p:tavLst>
                                        <p:tav tm="0">
                                          <p:val>
                                            <p:strVal val="#ppt_y-.03"/>
                                          </p:val>
                                        </p:tav>
                                        <p:tav tm="100000">
                                          <p:val>
                                            <p:strVal val="#ppt_y"/>
                                          </p:val>
                                        </p:tav>
                                      </p:tavLst>
                                    </p:anim>
                                  </p:childTnLst>
                                </p:cTn>
                              </p:par>
                              <p:par>
                                <p:cTn id="146" presetID="37" presetClass="entr" presetSubtype="0" fill="hold" grpId="0" nodeType="withEffect">
                                  <p:stCondLst>
                                    <p:cond delay="1120"/>
                                  </p:stCondLst>
                                  <p:childTnLst>
                                    <p:set>
                                      <p:cBhvr>
                                        <p:cTn id="147" dur="1" fill="hold">
                                          <p:stCondLst>
                                            <p:cond delay="0"/>
                                          </p:stCondLst>
                                        </p:cTn>
                                        <p:tgtEl>
                                          <p:spTgt spid="26"/>
                                        </p:tgtEl>
                                        <p:attrNameLst>
                                          <p:attrName>style.visibility</p:attrName>
                                        </p:attrNameLst>
                                      </p:cBhvr>
                                      <p:to>
                                        <p:strVal val="visible"/>
                                      </p:to>
                                    </p:set>
                                    <p:animEffect transition="in" filter="fade">
                                      <p:cBhvr>
                                        <p:cTn id="148" dur="600"/>
                                        <p:tgtEl>
                                          <p:spTgt spid="26"/>
                                        </p:tgtEl>
                                      </p:cBhvr>
                                    </p:animEffect>
                                    <p:anim calcmode="lin" valueType="num">
                                      <p:cBhvr>
                                        <p:cTn id="149" dur="600" fill="hold"/>
                                        <p:tgtEl>
                                          <p:spTgt spid="26"/>
                                        </p:tgtEl>
                                        <p:attrNameLst>
                                          <p:attrName>ppt_x</p:attrName>
                                        </p:attrNameLst>
                                      </p:cBhvr>
                                      <p:tavLst>
                                        <p:tav tm="0">
                                          <p:val>
                                            <p:strVal val="#ppt_x"/>
                                          </p:val>
                                        </p:tav>
                                        <p:tav tm="100000">
                                          <p:val>
                                            <p:strVal val="#ppt_x"/>
                                          </p:val>
                                        </p:tav>
                                      </p:tavLst>
                                    </p:anim>
                                    <p:anim calcmode="lin" valueType="num">
                                      <p:cBhvr>
                                        <p:cTn id="150" dur="540" decel="100000" fill="hold"/>
                                        <p:tgtEl>
                                          <p:spTgt spid="26"/>
                                        </p:tgtEl>
                                        <p:attrNameLst>
                                          <p:attrName>ppt_y</p:attrName>
                                        </p:attrNameLst>
                                      </p:cBhvr>
                                      <p:tavLst>
                                        <p:tav tm="0">
                                          <p:val>
                                            <p:strVal val="#ppt_y+1"/>
                                          </p:val>
                                        </p:tav>
                                        <p:tav tm="100000">
                                          <p:val>
                                            <p:strVal val="#ppt_y-.03"/>
                                          </p:val>
                                        </p:tav>
                                      </p:tavLst>
                                    </p:anim>
                                    <p:anim calcmode="lin" valueType="num">
                                      <p:cBhvr>
                                        <p:cTn id="151" dur="60" accel="100000" fill="hold">
                                          <p:stCondLst>
                                            <p:cond delay="540"/>
                                          </p:stCondLst>
                                        </p:cTn>
                                        <p:tgtEl>
                                          <p:spTgt spid="2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12" grpId="0" animBg="1"/>
      <p:bldP spid="13" grpId="0" animBg="1"/>
      <p:bldP spid="14" grpId="0" animBg="1"/>
      <p:bldP spid="18" grpId="0" animBg="1"/>
      <p:bldP spid="19" grpId="0" animBg="1"/>
      <p:bldP spid="20" grpId="0" animBg="1"/>
      <p:bldP spid="24" grpId="0" animBg="1"/>
      <p:bldP spid="25"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431"/>
          <p:cNvSpPr txBox="1"/>
          <p:nvPr/>
        </p:nvSpPr>
        <p:spPr>
          <a:xfrm>
            <a:off x="548640" y="502920"/>
            <a:ext cx="11094415"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السوق والفرصة</a:t>
            </a:r>
            <a:endParaRPr lang="ar-IQ" sz="1400" dirty="0"/>
          </a:p>
        </p:txBody>
      </p:sp>
      <p:sp>
        <p:nvSpPr>
          <p:cNvPr id="3" name="anim|1|fade|432"/>
          <p:cNvSpPr txBox="1"/>
          <p:nvPr/>
        </p:nvSpPr>
        <p:spPr>
          <a:xfrm>
            <a:off x="548640" y="822960"/>
            <a:ext cx="11094415" cy="822960"/>
          </a:xfrm>
          <a:prstGeom prst="rect">
            <a:avLst/>
          </a:prstGeom>
          <a:noFill/>
          <a:ln/>
        </p:spPr>
        <p:txBody>
          <a:bodyPr wrap="square" lIns="0" tIns="0" rIns="0" bIns="0" rtlCol="0" anchor="t"/>
          <a:lstStyle/>
          <a:p>
            <a:pPr marL="0" indent="0" algn="r" rtl="1">
              <a:buNone/>
            </a:pPr>
            <a:r>
              <a:rPr lang="ar-IQ" altLang="en-US" sz="3800" b="1" dirty="0">
                <a:solidFill>
                  <a:srgbClr val="221C1B"/>
                </a:solidFill>
                <a:latin typeface="Segoe UI" pitchFamily="34" charset="0"/>
                <a:ea typeface="Segoe UI" pitchFamily="34" charset="-122"/>
                <a:cs typeface="Segoe UI" pitchFamily="34" charset="-120"/>
              </a:rPr>
              <a:t>السوق موجود... لكن التجربة مجزأة</a:t>
            </a:r>
            <a:endParaRPr lang="ar-IQ" sz="3800" dirty="0"/>
          </a:p>
        </p:txBody>
      </p:sp>
      <p:sp>
        <p:nvSpPr>
          <p:cNvPr id="4" name="anim|2|fade|433"/>
          <p:cNvSpPr txBox="1"/>
          <p:nvPr/>
        </p:nvSpPr>
        <p:spPr>
          <a:xfrm>
            <a:off x="8412480" y="1828800"/>
            <a:ext cx="3200400" cy="411480"/>
          </a:xfrm>
          <a:prstGeom prst="rect">
            <a:avLst/>
          </a:prstGeom>
          <a:noFill/>
          <a:ln/>
        </p:spPr>
        <p:txBody>
          <a:bodyPr wrap="square" lIns="0" tIns="0" rIns="0" bIns="0" rtlCol="0" anchor="t"/>
          <a:lstStyle/>
          <a:p>
            <a:pPr marL="0" indent="0" algn="r" rtl="1">
              <a:buNone/>
            </a:pPr>
            <a:r>
              <a:rPr lang="ar-IQ" altLang="en-US" sz="1800" b="1" dirty="0">
                <a:solidFill>
                  <a:srgbClr val="6E1E33"/>
                </a:solidFill>
                <a:latin typeface="Segoe UI" pitchFamily="34" charset="0"/>
                <a:ea typeface="Segoe UI" pitchFamily="34" charset="-122"/>
                <a:cs typeface="Segoe UI" pitchFamily="34" charset="-120"/>
              </a:rPr>
              <a:t>العميل يحتاج</a:t>
            </a:r>
            <a:endParaRPr lang="ar-IQ" sz="1800" dirty="0"/>
          </a:p>
        </p:txBody>
      </p:sp>
      <p:sp>
        <p:nvSpPr>
          <p:cNvPr id="5" name="anim|3|rise|434"/>
          <p:cNvSpPr/>
          <p:nvPr/>
        </p:nvSpPr>
        <p:spPr>
          <a:xfrm>
            <a:off x="8412480" y="2377440"/>
            <a:ext cx="3200400" cy="566928"/>
          </a:xfrm>
          <a:prstGeom prst="roundRect">
            <a:avLst>
              <a:gd name="adj" fmla="val 50000"/>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6" name="anim|3|rise|435" descr="C:\Users\AL-NOOR\Downloads\app-research-lab\app-research-lab\presentation\assets\icons\hall_maroon.png"/>
          <p:cNvPicPr>
            <a:picLocks noChangeAspect="1"/>
          </p:cNvPicPr>
          <p:nvPr/>
        </p:nvPicPr>
        <p:blipFill>
          <a:blip r:embed="rId4"/>
          <a:stretch>
            <a:fillRect/>
          </a:stretch>
        </p:blipFill>
        <p:spPr>
          <a:xfrm>
            <a:off x="11155680" y="2523744"/>
            <a:ext cx="274320" cy="274320"/>
          </a:xfrm>
          <a:prstGeom prst="rect">
            <a:avLst/>
          </a:prstGeom>
        </p:spPr>
      </p:pic>
      <p:sp>
        <p:nvSpPr>
          <p:cNvPr id="7" name="anim|3|rise|436"/>
          <p:cNvSpPr txBox="1"/>
          <p:nvPr/>
        </p:nvSpPr>
        <p:spPr>
          <a:xfrm>
            <a:off x="9601200" y="2377440"/>
            <a:ext cx="1463040" cy="566928"/>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قاعة</a:t>
            </a:r>
            <a:endParaRPr lang="ar-IQ" sz="1600" dirty="0"/>
          </a:p>
        </p:txBody>
      </p:sp>
      <p:sp>
        <p:nvSpPr>
          <p:cNvPr id="8" name="anim|3|rise|437"/>
          <p:cNvSpPr txBox="1"/>
          <p:nvPr/>
        </p:nvSpPr>
        <p:spPr>
          <a:xfrm>
            <a:off x="8549640" y="2377440"/>
            <a:ext cx="1188720" cy="566928"/>
          </a:xfrm>
          <a:prstGeom prst="rect">
            <a:avLst/>
          </a:prstGeom>
          <a:noFill/>
          <a:ln/>
        </p:spPr>
        <p:txBody>
          <a:bodyPr wrap="square" lIns="0" tIns="0" rIns="0" bIns="0" rtlCol="0" anchor="ctr"/>
          <a:lstStyle/>
          <a:p>
            <a:pPr marL="0" indent="0" algn="l">
              <a:buNone/>
            </a:pPr>
            <a:r>
              <a:rPr lang="en-US" altLang="en-US" sz="1100" dirty="0">
                <a:solidFill>
                  <a:srgbClr val="B08D57"/>
                </a:solidFill>
                <a:latin typeface="Segoe UI" pitchFamily="34" charset="0"/>
                <a:ea typeface="Segoe UI" pitchFamily="34" charset="-122"/>
                <a:cs typeface="Segoe UI" pitchFamily="34" charset="-120"/>
              </a:rPr>
              <a:t>Venue</a:t>
            </a:r>
            <a:endParaRPr lang="en-US" sz="1100" dirty="0"/>
          </a:p>
        </p:txBody>
      </p:sp>
      <p:sp>
        <p:nvSpPr>
          <p:cNvPr id="9" name="anim|4|rise|438"/>
          <p:cNvSpPr/>
          <p:nvPr/>
        </p:nvSpPr>
        <p:spPr>
          <a:xfrm>
            <a:off x="8412480" y="3090672"/>
            <a:ext cx="3200400" cy="566928"/>
          </a:xfrm>
          <a:prstGeom prst="roundRect">
            <a:avLst>
              <a:gd name="adj" fmla="val 50000"/>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10" name="anim|4|rise|439" descr="C:\Users\AL-NOOR\Downloads\app-research-lab\app-research-lab\presentation\assets\icons\rose_maroon.png"/>
          <p:cNvPicPr>
            <a:picLocks noChangeAspect="1"/>
          </p:cNvPicPr>
          <p:nvPr/>
        </p:nvPicPr>
        <p:blipFill>
          <a:blip r:embed="rId5"/>
          <a:stretch>
            <a:fillRect/>
          </a:stretch>
        </p:blipFill>
        <p:spPr>
          <a:xfrm>
            <a:off x="11155680" y="3236976"/>
            <a:ext cx="274320" cy="274320"/>
          </a:xfrm>
          <a:prstGeom prst="rect">
            <a:avLst/>
          </a:prstGeom>
        </p:spPr>
      </p:pic>
      <p:sp>
        <p:nvSpPr>
          <p:cNvPr id="11" name="anim|4|rise|440"/>
          <p:cNvSpPr txBox="1"/>
          <p:nvPr/>
        </p:nvSpPr>
        <p:spPr>
          <a:xfrm>
            <a:off x="9601200" y="3090672"/>
            <a:ext cx="1463040" cy="566928"/>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ورد</a:t>
            </a:r>
            <a:endParaRPr lang="ar-IQ" sz="1600" dirty="0"/>
          </a:p>
        </p:txBody>
      </p:sp>
      <p:sp>
        <p:nvSpPr>
          <p:cNvPr id="12" name="anim|4|rise|441"/>
          <p:cNvSpPr txBox="1"/>
          <p:nvPr/>
        </p:nvSpPr>
        <p:spPr>
          <a:xfrm>
            <a:off x="8549640" y="3090672"/>
            <a:ext cx="1188720" cy="566928"/>
          </a:xfrm>
          <a:prstGeom prst="rect">
            <a:avLst/>
          </a:prstGeom>
          <a:noFill/>
          <a:ln/>
        </p:spPr>
        <p:txBody>
          <a:bodyPr wrap="square" lIns="0" tIns="0" rIns="0" bIns="0" rtlCol="0" anchor="ctr"/>
          <a:lstStyle/>
          <a:p>
            <a:pPr marL="0" indent="0" algn="l">
              <a:buNone/>
            </a:pPr>
            <a:r>
              <a:rPr lang="en-US" altLang="en-US" sz="1100" dirty="0">
                <a:solidFill>
                  <a:srgbClr val="B08D57"/>
                </a:solidFill>
                <a:latin typeface="Segoe UI" pitchFamily="34" charset="0"/>
                <a:ea typeface="Segoe UI" pitchFamily="34" charset="-122"/>
                <a:cs typeface="Segoe UI" pitchFamily="34" charset="-120"/>
              </a:rPr>
              <a:t>Flowers</a:t>
            </a:r>
            <a:endParaRPr lang="en-US" sz="1100" dirty="0"/>
          </a:p>
        </p:txBody>
      </p:sp>
      <p:sp>
        <p:nvSpPr>
          <p:cNvPr id="13" name="anim|5|rise|442"/>
          <p:cNvSpPr/>
          <p:nvPr/>
        </p:nvSpPr>
        <p:spPr>
          <a:xfrm>
            <a:off x="8412480" y="3803904"/>
            <a:ext cx="3200400" cy="566928"/>
          </a:xfrm>
          <a:prstGeom prst="roundRect">
            <a:avLst>
              <a:gd name="adj" fmla="val 50000"/>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14" name="anim|5|rise|443" descr="C:\Users\AL-NOOR\Downloads\app-research-lab\app-research-lab\presentation\assets\icons\camera_maroon.png"/>
          <p:cNvPicPr>
            <a:picLocks noChangeAspect="1"/>
          </p:cNvPicPr>
          <p:nvPr/>
        </p:nvPicPr>
        <p:blipFill>
          <a:blip r:embed="rId6"/>
          <a:stretch>
            <a:fillRect/>
          </a:stretch>
        </p:blipFill>
        <p:spPr>
          <a:xfrm>
            <a:off x="11155680" y="3950208"/>
            <a:ext cx="274320" cy="274320"/>
          </a:xfrm>
          <a:prstGeom prst="rect">
            <a:avLst/>
          </a:prstGeom>
        </p:spPr>
      </p:pic>
      <p:sp>
        <p:nvSpPr>
          <p:cNvPr id="15" name="anim|5|rise|444"/>
          <p:cNvSpPr txBox="1"/>
          <p:nvPr/>
        </p:nvSpPr>
        <p:spPr>
          <a:xfrm>
            <a:off x="9601200" y="3803904"/>
            <a:ext cx="1463040" cy="566928"/>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تصوير</a:t>
            </a:r>
            <a:endParaRPr lang="ar-IQ" sz="1600" dirty="0"/>
          </a:p>
        </p:txBody>
      </p:sp>
      <p:sp>
        <p:nvSpPr>
          <p:cNvPr id="16" name="anim|5|rise|445"/>
          <p:cNvSpPr txBox="1"/>
          <p:nvPr/>
        </p:nvSpPr>
        <p:spPr>
          <a:xfrm>
            <a:off x="8549640" y="3803904"/>
            <a:ext cx="1188720" cy="566928"/>
          </a:xfrm>
          <a:prstGeom prst="rect">
            <a:avLst/>
          </a:prstGeom>
          <a:noFill/>
          <a:ln/>
        </p:spPr>
        <p:txBody>
          <a:bodyPr wrap="square" lIns="0" tIns="0" rIns="0" bIns="0" rtlCol="0" anchor="ctr"/>
          <a:lstStyle/>
          <a:p>
            <a:pPr marL="0" indent="0" algn="l">
              <a:buNone/>
            </a:pPr>
            <a:r>
              <a:rPr lang="en-US" altLang="en-US" sz="1100" dirty="0">
                <a:solidFill>
                  <a:srgbClr val="B08D57"/>
                </a:solidFill>
                <a:latin typeface="Segoe UI" pitchFamily="34" charset="0"/>
                <a:ea typeface="Segoe UI" pitchFamily="34" charset="-122"/>
                <a:cs typeface="Segoe UI" pitchFamily="34" charset="-120"/>
              </a:rPr>
              <a:t>Photography</a:t>
            </a:r>
            <a:endParaRPr lang="en-US" sz="1100" dirty="0"/>
          </a:p>
        </p:txBody>
      </p:sp>
      <p:sp>
        <p:nvSpPr>
          <p:cNvPr id="17" name="anim|6|rise|446"/>
          <p:cNvSpPr/>
          <p:nvPr/>
        </p:nvSpPr>
        <p:spPr>
          <a:xfrm>
            <a:off x="8412480" y="4517136"/>
            <a:ext cx="3200400" cy="566928"/>
          </a:xfrm>
          <a:prstGeom prst="roundRect">
            <a:avLst>
              <a:gd name="adj" fmla="val 50000"/>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18" name="anim|6|rise|447" descr="C:\Users\AL-NOOR\Downloads\app-research-lab\app-research-lab\presentation\assets\icons\car_maroon.png"/>
          <p:cNvPicPr>
            <a:picLocks noChangeAspect="1"/>
          </p:cNvPicPr>
          <p:nvPr/>
        </p:nvPicPr>
        <p:blipFill>
          <a:blip r:embed="rId7"/>
          <a:stretch>
            <a:fillRect/>
          </a:stretch>
        </p:blipFill>
        <p:spPr>
          <a:xfrm>
            <a:off x="11155680" y="4663440"/>
            <a:ext cx="274320" cy="274320"/>
          </a:xfrm>
          <a:prstGeom prst="rect">
            <a:avLst/>
          </a:prstGeom>
        </p:spPr>
      </p:pic>
      <p:sp>
        <p:nvSpPr>
          <p:cNvPr id="19" name="anim|6|rise|448"/>
          <p:cNvSpPr txBox="1"/>
          <p:nvPr/>
        </p:nvSpPr>
        <p:spPr>
          <a:xfrm>
            <a:off x="9601200" y="4517136"/>
            <a:ext cx="1463040" cy="566928"/>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سيارات</a:t>
            </a:r>
            <a:endParaRPr lang="ar-IQ" sz="1600" dirty="0"/>
          </a:p>
        </p:txBody>
      </p:sp>
      <p:sp>
        <p:nvSpPr>
          <p:cNvPr id="20" name="anim|6|rise|449"/>
          <p:cNvSpPr txBox="1"/>
          <p:nvPr/>
        </p:nvSpPr>
        <p:spPr>
          <a:xfrm>
            <a:off x="8549640" y="4517136"/>
            <a:ext cx="1188720" cy="566928"/>
          </a:xfrm>
          <a:prstGeom prst="rect">
            <a:avLst/>
          </a:prstGeom>
          <a:noFill/>
          <a:ln/>
        </p:spPr>
        <p:txBody>
          <a:bodyPr wrap="square" lIns="0" tIns="0" rIns="0" bIns="0" rtlCol="0" anchor="ctr"/>
          <a:lstStyle/>
          <a:p>
            <a:pPr marL="0" indent="0" algn="l">
              <a:buNone/>
            </a:pPr>
            <a:r>
              <a:rPr lang="en-US" altLang="en-US" sz="1100" dirty="0">
                <a:solidFill>
                  <a:srgbClr val="B08D57"/>
                </a:solidFill>
                <a:latin typeface="Segoe UI" pitchFamily="34" charset="0"/>
                <a:ea typeface="Segoe UI" pitchFamily="34" charset="-122"/>
                <a:cs typeface="Segoe UI" pitchFamily="34" charset="-120"/>
              </a:rPr>
              <a:t>Cars</a:t>
            </a:r>
            <a:endParaRPr lang="en-US" sz="1100" dirty="0"/>
          </a:p>
        </p:txBody>
      </p:sp>
      <p:sp>
        <p:nvSpPr>
          <p:cNvPr id="21" name="anim|7|rise|450"/>
          <p:cNvSpPr/>
          <p:nvPr/>
        </p:nvSpPr>
        <p:spPr>
          <a:xfrm>
            <a:off x="8412480" y="5230368"/>
            <a:ext cx="3200400" cy="566928"/>
          </a:xfrm>
          <a:prstGeom prst="roundRect">
            <a:avLst>
              <a:gd name="adj" fmla="val 50000"/>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22" name="anim|7|rise|451" descr="C:\Users\AL-NOOR\Downloads\app-research-lab\app-research-lab\presentation\assets\icons\sparkle_maroon.png"/>
          <p:cNvPicPr>
            <a:picLocks noChangeAspect="1"/>
          </p:cNvPicPr>
          <p:nvPr/>
        </p:nvPicPr>
        <p:blipFill>
          <a:blip r:embed="rId8"/>
          <a:stretch>
            <a:fillRect/>
          </a:stretch>
        </p:blipFill>
        <p:spPr>
          <a:xfrm>
            <a:off x="11155680" y="5376672"/>
            <a:ext cx="274320" cy="274320"/>
          </a:xfrm>
          <a:prstGeom prst="rect">
            <a:avLst/>
          </a:prstGeom>
        </p:spPr>
      </p:pic>
      <p:sp>
        <p:nvSpPr>
          <p:cNvPr id="23" name="anim|7|rise|452"/>
          <p:cNvSpPr txBox="1"/>
          <p:nvPr/>
        </p:nvSpPr>
        <p:spPr>
          <a:xfrm>
            <a:off x="9601200" y="5230368"/>
            <a:ext cx="1463040" cy="566928"/>
          </a:xfrm>
          <a:prstGeom prst="rect">
            <a:avLst/>
          </a:prstGeom>
          <a:noFill/>
          <a:ln/>
        </p:spPr>
        <p:txBody>
          <a:bodyPr wrap="square" lIns="0" tIns="0" rIns="0" bIns="0" rtlCol="0" anchor="ctr"/>
          <a:lstStyle/>
          <a:p>
            <a:pPr marL="0" indent="0" algn="r" rtl="1">
              <a:buNone/>
            </a:pPr>
            <a:r>
              <a:rPr lang="ar-IQ" altLang="en-US" sz="1600" b="1" dirty="0">
                <a:solidFill>
                  <a:srgbClr val="221C1B"/>
                </a:solidFill>
                <a:latin typeface="Segoe UI" pitchFamily="34" charset="0"/>
                <a:ea typeface="Segoe UI" pitchFamily="34" charset="-122"/>
                <a:cs typeface="Segoe UI" pitchFamily="34" charset="-120"/>
              </a:rPr>
              <a:t>خدمات أخرى</a:t>
            </a:r>
            <a:endParaRPr lang="ar-IQ" sz="1600" dirty="0"/>
          </a:p>
        </p:txBody>
      </p:sp>
      <p:sp>
        <p:nvSpPr>
          <p:cNvPr id="24" name="anim|7|rise|453"/>
          <p:cNvSpPr txBox="1"/>
          <p:nvPr/>
        </p:nvSpPr>
        <p:spPr>
          <a:xfrm>
            <a:off x="8549640" y="5230368"/>
            <a:ext cx="1188720" cy="566928"/>
          </a:xfrm>
          <a:prstGeom prst="rect">
            <a:avLst/>
          </a:prstGeom>
          <a:noFill/>
          <a:ln/>
        </p:spPr>
        <p:txBody>
          <a:bodyPr wrap="square" lIns="0" tIns="0" rIns="0" bIns="0" rtlCol="0" anchor="ctr"/>
          <a:lstStyle/>
          <a:p>
            <a:pPr marL="0" indent="0" algn="l">
              <a:buNone/>
            </a:pPr>
            <a:r>
              <a:rPr lang="en-US" altLang="en-US" sz="1100" dirty="0">
                <a:solidFill>
                  <a:srgbClr val="B08D57"/>
                </a:solidFill>
                <a:latin typeface="Segoe UI" pitchFamily="34" charset="0"/>
                <a:ea typeface="Segoe UI" pitchFamily="34" charset="-122"/>
                <a:cs typeface="Segoe UI" pitchFamily="34" charset="-120"/>
              </a:rPr>
              <a:t>Event Services</a:t>
            </a:r>
            <a:endParaRPr lang="en-US" sz="1100" dirty="0"/>
          </a:p>
        </p:txBody>
      </p:sp>
      <p:sp>
        <p:nvSpPr>
          <p:cNvPr id="25" name="anim|8|fade|454"/>
          <p:cNvSpPr txBox="1"/>
          <p:nvPr/>
        </p:nvSpPr>
        <p:spPr>
          <a:xfrm>
            <a:off x="4480560" y="1828800"/>
            <a:ext cx="3474720" cy="411480"/>
          </a:xfrm>
          <a:prstGeom prst="rect">
            <a:avLst/>
          </a:prstGeom>
          <a:noFill/>
          <a:ln/>
        </p:spPr>
        <p:txBody>
          <a:bodyPr wrap="square" lIns="0" tIns="0" rIns="0" bIns="0" rtlCol="0" anchor="t"/>
          <a:lstStyle/>
          <a:p>
            <a:pPr marL="0" indent="0" algn="ctr" rtl="1">
              <a:buNone/>
            </a:pPr>
            <a:r>
              <a:rPr lang="ar-IQ" altLang="en-US" sz="1800" b="1" dirty="0">
                <a:solidFill>
                  <a:srgbClr val="6E6461"/>
                </a:solidFill>
                <a:latin typeface="Segoe UI" pitchFamily="34" charset="0"/>
                <a:ea typeface="Segoe UI" pitchFamily="34" charset="-122"/>
                <a:cs typeface="Segoe UI" pitchFamily="34" charset="-120"/>
              </a:rPr>
              <a:t>المعلومات موزعة بين</a:t>
            </a:r>
            <a:endParaRPr lang="ar-IQ" sz="1800" dirty="0"/>
          </a:p>
        </p:txBody>
      </p:sp>
      <p:sp>
        <p:nvSpPr>
          <p:cNvPr id="26" name="anim|9|zoom|455"/>
          <p:cNvSpPr/>
          <p:nvPr/>
        </p:nvSpPr>
        <p:spPr>
          <a:xfrm>
            <a:off x="4846320" y="2514600"/>
            <a:ext cx="640080" cy="640080"/>
          </a:xfrm>
          <a:prstGeom prst="ellipse">
            <a:avLst/>
          </a:prstGeom>
          <a:solidFill>
            <a:srgbClr val="EFEAE3"/>
          </a:solidFill>
          <a:ln w="12700">
            <a:solidFill>
              <a:srgbClr val="EFEAE3"/>
            </a:solidFill>
            <a:prstDash val="solid"/>
          </a:ln>
        </p:spPr>
      </p:sp>
      <p:pic>
        <p:nvPicPr>
          <p:cNvPr id="27" name="anim|9|zoom|456" descr="C:\Users\AL-NOOR\Downloads\app-research-lab\app-research-lab\presentation\assets\icons\instagram_grey.png"/>
          <p:cNvPicPr>
            <a:picLocks noChangeAspect="1"/>
          </p:cNvPicPr>
          <p:nvPr/>
        </p:nvPicPr>
        <p:blipFill>
          <a:blip r:embed="rId9"/>
          <a:stretch>
            <a:fillRect/>
          </a:stretch>
        </p:blipFill>
        <p:spPr>
          <a:xfrm>
            <a:off x="5006340" y="2674620"/>
            <a:ext cx="320040" cy="320040"/>
          </a:xfrm>
          <a:prstGeom prst="rect">
            <a:avLst/>
          </a:prstGeom>
        </p:spPr>
      </p:pic>
      <p:sp>
        <p:nvSpPr>
          <p:cNvPr id="28" name="anim|9|zoom|457"/>
          <p:cNvSpPr txBox="1"/>
          <p:nvPr/>
        </p:nvSpPr>
        <p:spPr>
          <a:xfrm>
            <a:off x="4526280" y="3172968"/>
            <a:ext cx="1280160" cy="320040"/>
          </a:xfrm>
          <a:prstGeom prst="rect">
            <a:avLst/>
          </a:prstGeom>
          <a:noFill/>
          <a:ln/>
        </p:spPr>
        <p:txBody>
          <a:bodyPr wrap="square" lIns="0" tIns="0" rIns="0" bIns="0" rtlCol="0" anchor="t"/>
          <a:lstStyle/>
          <a:p>
            <a:pPr marL="0" indent="0" algn="ctr">
              <a:buNone/>
            </a:pPr>
            <a:r>
              <a:rPr lang="en-US" altLang="en-US" sz="1200" dirty="0">
                <a:solidFill>
                  <a:srgbClr val="6E6461"/>
                </a:solidFill>
                <a:latin typeface="Segoe UI" pitchFamily="34" charset="0"/>
                <a:ea typeface="Segoe UI" pitchFamily="34" charset="-122"/>
                <a:cs typeface="Segoe UI" pitchFamily="34" charset="-120"/>
              </a:rPr>
              <a:t>Instagram</a:t>
            </a:r>
            <a:endParaRPr lang="en-US" sz="1200" dirty="0"/>
          </a:p>
        </p:txBody>
      </p:sp>
      <p:sp>
        <p:nvSpPr>
          <p:cNvPr id="29" name="anim|10|zoom|458"/>
          <p:cNvSpPr/>
          <p:nvPr/>
        </p:nvSpPr>
        <p:spPr>
          <a:xfrm>
            <a:off x="6583680" y="2880360"/>
            <a:ext cx="640080" cy="640080"/>
          </a:xfrm>
          <a:prstGeom prst="ellipse">
            <a:avLst/>
          </a:prstGeom>
          <a:solidFill>
            <a:srgbClr val="EFEAE3"/>
          </a:solidFill>
          <a:ln w="12700">
            <a:solidFill>
              <a:srgbClr val="EFEAE3"/>
            </a:solidFill>
            <a:prstDash val="solid"/>
          </a:ln>
        </p:spPr>
      </p:sp>
      <p:pic>
        <p:nvPicPr>
          <p:cNvPr id="30" name="anim|10|zoom|459" descr="C:\Users\AL-NOOR\Downloads\app-research-lab\app-research-lab\presentation\assets\icons\facebook_grey.png"/>
          <p:cNvPicPr>
            <a:picLocks noChangeAspect="1"/>
          </p:cNvPicPr>
          <p:nvPr/>
        </p:nvPicPr>
        <p:blipFill>
          <a:blip r:embed="rId10"/>
          <a:stretch>
            <a:fillRect/>
          </a:stretch>
        </p:blipFill>
        <p:spPr>
          <a:xfrm>
            <a:off x="6743700" y="3040380"/>
            <a:ext cx="320040" cy="320040"/>
          </a:xfrm>
          <a:prstGeom prst="rect">
            <a:avLst/>
          </a:prstGeom>
        </p:spPr>
      </p:pic>
      <p:sp>
        <p:nvSpPr>
          <p:cNvPr id="31" name="anim|10|zoom|460"/>
          <p:cNvSpPr txBox="1"/>
          <p:nvPr/>
        </p:nvSpPr>
        <p:spPr>
          <a:xfrm>
            <a:off x="6263640" y="3538728"/>
            <a:ext cx="1280160" cy="320040"/>
          </a:xfrm>
          <a:prstGeom prst="rect">
            <a:avLst/>
          </a:prstGeom>
          <a:noFill/>
          <a:ln/>
        </p:spPr>
        <p:txBody>
          <a:bodyPr wrap="square" lIns="0" tIns="0" rIns="0" bIns="0" rtlCol="0" anchor="t"/>
          <a:lstStyle/>
          <a:p>
            <a:pPr marL="0" indent="0" algn="ctr">
              <a:buNone/>
            </a:pPr>
            <a:r>
              <a:rPr lang="en-US" altLang="en-US" sz="1200" dirty="0">
                <a:solidFill>
                  <a:srgbClr val="6E6461"/>
                </a:solidFill>
                <a:latin typeface="Segoe UI" pitchFamily="34" charset="0"/>
                <a:ea typeface="Segoe UI" pitchFamily="34" charset="-122"/>
                <a:cs typeface="Segoe UI" pitchFamily="34" charset="-120"/>
              </a:rPr>
              <a:t>Facebook</a:t>
            </a:r>
            <a:endParaRPr lang="en-US" sz="1200" dirty="0"/>
          </a:p>
        </p:txBody>
      </p:sp>
      <p:sp>
        <p:nvSpPr>
          <p:cNvPr id="32" name="anim|11|zoom|461"/>
          <p:cNvSpPr/>
          <p:nvPr/>
        </p:nvSpPr>
        <p:spPr>
          <a:xfrm>
            <a:off x="4572000" y="3703320"/>
            <a:ext cx="640080" cy="640080"/>
          </a:xfrm>
          <a:prstGeom prst="ellipse">
            <a:avLst/>
          </a:prstGeom>
          <a:solidFill>
            <a:srgbClr val="EFEAE3"/>
          </a:solidFill>
          <a:ln w="12700">
            <a:solidFill>
              <a:srgbClr val="EFEAE3"/>
            </a:solidFill>
            <a:prstDash val="solid"/>
          </a:ln>
        </p:spPr>
      </p:sp>
      <p:pic>
        <p:nvPicPr>
          <p:cNvPr id="33" name="anim|11|zoom|462" descr="C:\Users\AL-NOOR\Downloads\app-research-lab\app-research-lab\presentation\assets\icons\whatsapp_grey.png"/>
          <p:cNvPicPr>
            <a:picLocks noChangeAspect="1"/>
          </p:cNvPicPr>
          <p:nvPr/>
        </p:nvPicPr>
        <p:blipFill>
          <a:blip r:embed="rId11"/>
          <a:stretch>
            <a:fillRect/>
          </a:stretch>
        </p:blipFill>
        <p:spPr>
          <a:xfrm>
            <a:off x="4732020" y="3863340"/>
            <a:ext cx="320040" cy="320040"/>
          </a:xfrm>
          <a:prstGeom prst="rect">
            <a:avLst/>
          </a:prstGeom>
        </p:spPr>
      </p:pic>
      <p:sp>
        <p:nvSpPr>
          <p:cNvPr id="34" name="anim|11|zoom|463"/>
          <p:cNvSpPr txBox="1"/>
          <p:nvPr/>
        </p:nvSpPr>
        <p:spPr>
          <a:xfrm>
            <a:off x="4251960" y="4361688"/>
            <a:ext cx="1280160" cy="320040"/>
          </a:xfrm>
          <a:prstGeom prst="rect">
            <a:avLst/>
          </a:prstGeom>
          <a:noFill/>
          <a:ln/>
        </p:spPr>
        <p:txBody>
          <a:bodyPr wrap="square" lIns="0" tIns="0" rIns="0" bIns="0" rtlCol="0" anchor="t"/>
          <a:lstStyle/>
          <a:p>
            <a:pPr marL="0" indent="0" algn="ctr">
              <a:buNone/>
            </a:pPr>
            <a:r>
              <a:rPr lang="en-US" altLang="en-US" sz="1200" dirty="0">
                <a:solidFill>
                  <a:srgbClr val="6E6461"/>
                </a:solidFill>
                <a:latin typeface="Segoe UI" pitchFamily="34" charset="0"/>
                <a:ea typeface="Segoe UI" pitchFamily="34" charset="-122"/>
                <a:cs typeface="Segoe UI" pitchFamily="34" charset="-120"/>
              </a:rPr>
              <a:t>WhatsApp</a:t>
            </a:r>
            <a:endParaRPr lang="en-US" sz="1200" dirty="0"/>
          </a:p>
        </p:txBody>
      </p:sp>
      <p:sp>
        <p:nvSpPr>
          <p:cNvPr id="35" name="anim|12|zoom|464"/>
          <p:cNvSpPr/>
          <p:nvPr/>
        </p:nvSpPr>
        <p:spPr>
          <a:xfrm>
            <a:off x="6492240" y="4160520"/>
            <a:ext cx="640080" cy="640080"/>
          </a:xfrm>
          <a:prstGeom prst="ellipse">
            <a:avLst/>
          </a:prstGeom>
          <a:solidFill>
            <a:srgbClr val="EFEAE3"/>
          </a:solidFill>
          <a:ln w="12700">
            <a:solidFill>
              <a:srgbClr val="EFEAE3"/>
            </a:solidFill>
            <a:prstDash val="solid"/>
          </a:ln>
        </p:spPr>
      </p:sp>
      <p:pic>
        <p:nvPicPr>
          <p:cNvPr id="36" name="anim|12|zoom|465" descr="C:\Users\AL-NOOR\Downloads\app-research-lab\app-research-lab\presentation\assets\icons\phone_grey.png"/>
          <p:cNvPicPr>
            <a:picLocks noChangeAspect="1"/>
          </p:cNvPicPr>
          <p:nvPr/>
        </p:nvPicPr>
        <p:blipFill>
          <a:blip r:embed="rId12"/>
          <a:stretch>
            <a:fillRect/>
          </a:stretch>
        </p:blipFill>
        <p:spPr>
          <a:xfrm>
            <a:off x="6652260" y="4320540"/>
            <a:ext cx="320040" cy="320040"/>
          </a:xfrm>
          <a:prstGeom prst="rect">
            <a:avLst/>
          </a:prstGeom>
        </p:spPr>
      </p:pic>
      <p:sp>
        <p:nvSpPr>
          <p:cNvPr id="37" name="anim|12|zoom|466"/>
          <p:cNvSpPr txBox="1"/>
          <p:nvPr/>
        </p:nvSpPr>
        <p:spPr>
          <a:xfrm>
            <a:off x="6172200" y="4818888"/>
            <a:ext cx="1280160" cy="320040"/>
          </a:xfrm>
          <a:prstGeom prst="rect">
            <a:avLst/>
          </a:prstGeom>
          <a:noFill/>
          <a:ln/>
        </p:spPr>
        <p:txBody>
          <a:bodyPr wrap="square" lIns="0" tIns="0" rIns="0" bIns="0" rtlCol="0" anchor="t"/>
          <a:lstStyle/>
          <a:p>
            <a:pPr marL="0" indent="0" algn="ctr" rtl="1">
              <a:buNone/>
            </a:pPr>
            <a:r>
              <a:rPr lang="ar-IQ" altLang="en-US" sz="1200" dirty="0">
                <a:solidFill>
                  <a:srgbClr val="6E6461"/>
                </a:solidFill>
                <a:latin typeface="Segoe UI" pitchFamily="34" charset="0"/>
                <a:ea typeface="Segoe UI" pitchFamily="34" charset="-122"/>
                <a:cs typeface="Segoe UI" pitchFamily="34" charset="-120"/>
              </a:rPr>
              <a:t>اتصالات</a:t>
            </a:r>
            <a:endParaRPr lang="ar-IQ" sz="1200" dirty="0"/>
          </a:p>
        </p:txBody>
      </p:sp>
      <p:sp>
        <p:nvSpPr>
          <p:cNvPr id="38" name="anim|13|zoom|467"/>
          <p:cNvSpPr/>
          <p:nvPr/>
        </p:nvSpPr>
        <p:spPr>
          <a:xfrm>
            <a:off x="5303520" y="4892040"/>
            <a:ext cx="640080" cy="640080"/>
          </a:xfrm>
          <a:prstGeom prst="ellipse">
            <a:avLst/>
          </a:prstGeom>
          <a:solidFill>
            <a:srgbClr val="EFEAE3"/>
          </a:solidFill>
          <a:ln w="12700">
            <a:solidFill>
              <a:srgbClr val="EFEAE3"/>
            </a:solidFill>
            <a:prstDash val="solid"/>
          </a:ln>
        </p:spPr>
      </p:sp>
      <p:pic>
        <p:nvPicPr>
          <p:cNvPr id="39" name="anim|13|zoom|468" descr="C:\Users\AL-NOOR\Downloads\app-research-lab\app-research-lab\presentation\assets\icons\users_grey.png"/>
          <p:cNvPicPr>
            <a:picLocks noChangeAspect="1"/>
          </p:cNvPicPr>
          <p:nvPr/>
        </p:nvPicPr>
        <p:blipFill>
          <a:blip r:embed="rId13"/>
          <a:stretch>
            <a:fillRect/>
          </a:stretch>
        </p:blipFill>
        <p:spPr>
          <a:xfrm>
            <a:off x="5463540" y="5052060"/>
            <a:ext cx="320040" cy="320040"/>
          </a:xfrm>
          <a:prstGeom prst="rect">
            <a:avLst/>
          </a:prstGeom>
        </p:spPr>
      </p:pic>
      <p:sp>
        <p:nvSpPr>
          <p:cNvPr id="40" name="anim|13|zoom|469"/>
          <p:cNvSpPr txBox="1"/>
          <p:nvPr/>
        </p:nvSpPr>
        <p:spPr>
          <a:xfrm>
            <a:off x="4983480" y="5550408"/>
            <a:ext cx="1280160" cy="320040"/>
          </a:xfrm>
          <a:prstGeom prst="rect">
            <a:avLst/>
          </a:prstGeom>
          <a:noFill/>
          <a:ln/>
        </p:spPr>
        <p:txBody>
          <a:bodyPr wrap="square" lIns="0" tIns="0" rIns="0" bIns="0" rtlCol="0" anchor="t"/>
          <a:lstStyle/>
          <a:p>
            <a:pPr marL="0" indent="0" algn="ctr" rtl="1">
              <a:buNone/>
            </a:pPr>
            <a:r>
              <a:rPr lang="ar-IQ" altLang="en-US" sz="1200" dirty="0">
                <a:solidFill>
                  <a:srgbClr val="6E6461"/>
                </a:solidFill>
                <a:latin typeface="Segoe UI" pitchFamily="34" charset="0"/>
                <a:ea typeface="Segoe UI" pitchFamily="34" charset="-122"/>
                <a:cs typeface="Segoe UI" pitchFamily="34" charset="-120"/>
              </a:rPr>
              <a:t>معارف</a:t>
            </a:r>
            <a:endParaRPr lang="ar-IQ" sz="1200" dirty="0"/>
          </a:p>
        </p:txBody>
      </p:sp>
      <p:pic>
        <p:nvPicPr>
          <p:cNvPr id="41" name="anim|14|fade|470" descr="C:\Users\AL-NOOR\Downloads\app-research-lab\app-research-lab\presentation\assets\icons\arrow_gold.png"/>
          <p:cNvPicPr>
            <a:picLocks noChangeAspect="1"/>
          </p:cNvPicPr>
          <p:nvPr/>
        </p:nvPicPr>
        <p:blipFill>
          <a:blip r:embed="rId14"/>
          <a:stretch>
            <a:fillRect/>
          </a:stretch>
        </p:blipFill>
        <p:spPr>
          <a:xfrm>
            <a:off x="3703320" y="3657600"/>
            <a:ext cx="411480" cy="411480"/>
          </a:xfrm>
          <a:prstGeom prst="rect">
            <a:avLst/>
          </a:prstGeom>
        </p:spPr>
      </p:pic>
      <p:sp>
        <p:nvSpPr>
          <p:cNvPr id="42" name="anim|15|zoom|471"/>
          <p:cNvSpPr/>
          <p:nvPr/>
        </p:nvSpPr>
        <p:spPr>
          <a:xfrm>
            <a:off x="822960" y="2514600"/>
            <a:ext cx="2651760" cy="2651760"/>
          </a:xfrm>
          <a:prstGeom prst="ellipse">
            <a:avLst/>
          </a:prstGeom>
          <a:solidFill>
            <a:srgbClr val="6E1E33"/>
          </a:solidFill>
          <a:ln w="12700">
            <a:solidFill>
              <a:srgbClr val="6E1E33"/>
            </a:solidFill>
            <a:prstDash val="solid"/>
          </a:ln>
          <a:effectLst>
            <a:outerShdw blurRad="203200" dist="63500" dir="5400000" algn="bl" rotWithShape="0">
              <a:srgbClr val="000000">
                <a:alpha val="25000"/>
              </a:srgbClr>
            </a:outerShdw>
          </a:effectLst>
        </p:spPr>
      </p:sp>
      <p:sp>
        <p:nvSpPr>
          <p:cNvPr id="43" name="anim|15|zoom|472"/>
          <p:cNvSpPr txBox="1"/>
          <p:nvPr/>
        </p:nvSpPr>
        <p:spPr>
          <a:xfrm>
            <a:off x="822960" y="3246120"/>
            <a:ext cx="2651760" cy="685800"/>
          </a:xfrm>
          <a:prstGeom prst="rect">
            <a:avLst/>
          </a:prstGeom>
          <a:noFill/>
          <a:ln/>
        </p:spPr>
        <p:txBody>
          <a:bodyPr wrap="square" lIns="0" tIns="0" rIns="0" bIns="0" rtlCol="0" anchor="t"/>
          <a:lstStyle/>
          <a:p>
            <a:pPr marL="0" indent="0" algn="ctr">
              <a:buNone/>
            </a:pPr>
            <a:r>
              <a:rPr lang="en-US" altLang="en-US" sz="3200" b="1" kern="0" spc="300" dirty="0">
                <a:solidFill>
                  <a:srgbClr val="FFFFFF"/>
                </a:solidFill>
                <a:latin typeface="Segoe UI" pitchFamily="34" charset="0"/>
                <a:ea typeface="Segoe UI" pitchFamily="34" charset="-122"/>
                <a:cs typeface="Segoe UI" pitchFamily="34" charset="-120"/>
              </a:rPr>
              <a:t>SAWA</a:t>
            </a:r>
            <a:endParaRPr lang="en-US" sz="3200" dirty="0"/>
          </a:p>
        </p:txBody>
      </p:sp>
      <p:sp>
        <p:nvSpPr>
          <p:cNvPr id="44" name="anim|15|zoom|473"/>
          <p:cNvSpPr txBox="1"/>
          <p:nvPr/>
        </p:nvSpPr>
        <p:spPr>
          <a:xfrm>
            <a:off x="822960" y="3931920"/>
            <a:ext cx="2651760" cy="457200"/>
          </a:xfrm>
          <a:prstGeom prst="rect">
            <a:avLst/>
          </a:prstGeom>
          <a:noFill/>
          <a:ln/>
        </p:spPr>
        <p:txBody>
          <a:bodyPr wrap="square" lIns="0" tIns="0" rIns="0" bIns="0" rtlCol="0" anchor="t"/>
          <a:lstStyle/>
          <a:p>
            <a:pPr marL="0" indent="0" algn="ctr" rtl="1">
              <a:buNone/>
            </a:pPr>
            <a:r>
              <a:rPr lang="ar-IQ" altLang="en-US" sz="1700" dirty="0">
                <a:solidFill>
                  <a:srgbClr val="E8D8BD"/>
                </a:solidFill>
                <a:latin typeface="Segoe UI" pitchFamily="34" charset="0"/>
                <a:ea typeface="Segoe UI" pitchFamily="34" charset="-122"/>
                <a:cs typeface="Segoe UI" pitchFamily="34" charset="-120"/>
              </a:rPr>
              <a:t>تجربة واحدة</a:t>
            </a:r>
            <a:endParaRPr lang="ar-IQ" sz="1700" dirty="0"/>
          </a:p>
        </p:txBody>
      </p:sp>
      <p:sp>
        <p:nvSpPr>
          <p:cNvPr id="45" name="Text 32"/>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18</a:t>
            </a:r>
            <a:endParaRPr lang="en-US" sz="1000" dirty="0"/>
          </a:p>
        </p:txBody>
      </p:sp>
      <p:sp>
        <p:nvSpPr>
          <p:cNvPr id="46" name="Text 33"/>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157"/>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childTnLst>
                                </p:cTn>
                              </p:par>
                              <p:par>
                                <p:cTn id="14" presetID="37" presetClass="entr" presetSubtype="0" fill="hold" nodeType="withEffect">
                                  <p:stCondLst>
                                    <p:cond delay="314"/>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anim calcmode="lin" valueType="num">
                                      <p:cBhvr>
                                        <p:cTn id="17" dur="600" fill="hold"/>
                                        <p:tgtEl>
                                          <p:spTgt spid="5"/>
                                        </p:tgtEl>
                                        <p:attrNameLst>
                                          <p:attrName>ppt_x</p:attrName>
                                        </p:attrNameLst>
                                      </p:cBhvr>
                                      <p:tavLst>
                                        <p:tav tm="0">
                                          <p:val>
                                            <p:strVal val="#ppt_x"/>
                                          </p:val>
                                        </p:tav>
                                        <p:tav tm="100000">
                                          <p:val>
                                            <p:strVal val="#ppt_x"/>
                                          </p:val>
                                        </p:tav>
                                      </p:tavLst>
                                    </p:anim>
                                    <p:anim calcmode="lin" valueType="num">
                                      <p:cBhvr>
                                        <p:cTn id="18" dur="540" decel="100000" fill="hold"/>
                                        <p:tgtEl>
                                          <p:spTgt spid="5"/>
                                        </p:tgtEl>
                                        <p:attrNameLst>
                                          <p:attrName>ppt_y</p:attrName>
                                        </p:attrNameLst>
                                      </p:cBhvr>
                                      <p:tavLst>
                                        <p:tav tm="0">
                                          <p:val>
                                            <p:strVal val="#ppt_y+1"/>
                                          </p:val>
                                        </p:tav>
                                        <p:tav tm="100000">
                                          <p:val>
                                            <p:strVal val="#ppt_y-.03"/>
                                          </p:val>
                                        </p:tav>
                                      </p:tavLst>
                                    </p:anim>
                                    <p:anim calcmode="lin" valueType="num">
                                      <p:cBhvr>
                                        <p:cTn id="19" dur="60" accel="100000" fill="hold">
                                          <p:stCondLst>
                                            <p:cond delay="540"/>
                                          </p:stCondLst>
                                        </p:cTn>
                                        <p:tgtEl>
                                          <p:spTgt spid="5"/>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314"/>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anim calcmode="lin" valueType="num">
                                      <p:cBhvr>
                                        <p:cTn id="23" dur="600" fill="hold"/>
                                        <p:tgtEl>
                                          <p:spTgt spid="6"/>
                                        </p:tgtEl>
                                        <p:attrNameLst>
                                          <p:attrName>ppt_x</p:attrName>
                                        </p:attrNameLst>
                                      </p:cBhvr>
                                      <p:tavLst>
                                        <p:tav tm="0">
                                          <p:val>
                                            <p:strVal val="#ppt_x"/>
                                          </p:val>
                                        </p:tav>
                                        <p:tav tm="100000">
                                          <p:val>
                                            <p:strVal val="#ppt_x"/>
                                          </p:val>
                                        </p:tav>
                                      </p:tavLst>
                                    </p:anim>
                                    <p:anim calcmode="lin" valueType="num">
                                      <p:cBhvr>
                                        <p:cTn id="24" dur="540" decel="100000" fill="hold"/>
                                        <p:tgtEl>
                                          <p:spTgt spid="6"/>
                                        </p:tgtEl>
                                        <p:attrNameLst>
                                          <p:attrName>ppt_y</p:attrName>
                                        </p:attrNameLst>
                                      </p:cBhvr>
                                      <p:tavLst>
                                        <p:tav tm="0">
                                          <p:val>
                                            <p:strVal val="#ppt_y+1"/>
                                          </p:val>
                                        </p:tav>
                                        <p:tav tm="100000">
                                          <p:val>
                                            <p:strVal val="#ppt_y-.03"/>
                                          </p:val>
                                        </p:tav>
                                      </p:tavLst>
                                    </p:anim>
                                    <p:anim calcmode="lin" valueType="num">
                                      <p:cBhvr>
                                        <p:cTn id="25" dur="60" accel="100000" fill="hold">
                                          <p:stCondLst>
                                            <p:cond delay="540"/>
                                          </p:stCondLst>
                                        </p:cTn>
                                        <p:tgtEl>
                                          <p:spTgt spid="6"/>
                                        </p:tgtEl>
                                        <p:attrNameLst>
                                          <p:attrName>ppt_y</p:attrName>
                                        </p:attrNameLst>
                                      </p:cBhvr>
                                      <p:tavLst>
                                        <p:tav tm="0">
                                          <p:val>
                                            <p:strVal val="#ppt_y-.03"/>
                                          </p:val>
                                        </p:tav>
                                        <p:tav tm="100000">
                                          <p:val>
                                            <p:strVal val="#ppt_y"/>
                                          </p:val>
                                        </p:tav>
                                      </p:tavLst>
                                    </p:anim>
                                  </p:childTnLst>
                                </p:cTn>
                              </p:par>
                              <p:par>
                                <p:cTn id="26" presetID="37" presetClass="entr" presetSubtype="0" fill="hold" grpId="0" nodeType="withEffect">
                                  <p:stCondLst>
                                    <p:cond delay="314"/>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fill="hold"/>
                                        <p:tgtEl>
                                          <p:spTgt spid="7"/>
                                        </p:tgtEl>
                                        <p:attrNameLst>
                                          <p:attrName>ppt_x</p:attrName>
                                        </p:attrNameLst>
                                      </p:cBhvr>
                                      <p:tavLst>
                                        <p:tav tm="0">
                                          <p:val>
                                            <p:strVal val="#ppt_x"/>
                                          </p:val>
                                        </p:tav>
                                        <p:tav tm="100000">
                                          <p:val>
                                            <p:strVal val="#ppt_x"/>
                                          </p:val>
                                        </p:tav>
                                      </p:tavLst>
                                    </p:anim>
                                    <p:anim calcmode="lin" valueType="num">
                                      <p:cBhvr>
                                        <p:cTn id="30" dur="540" decel="100000" fill="hold"/>
                                        <p:tgtEl>
                                          <p:spTgt spid="7"/>
                                        </p:tgtEl>
                                        <p:attrNameLst>
                                          <p:attrName>ppt_y</p:attrName>
                                        </p:attrNameLst>
                                      </p:cBhvr>
                                      <p:tavLst>
                                        <p:tav tm="0">
                                          <p:val>
                                            <p:strVal val="#ppt_y+1"/>
                                          </p:val>
                                        </p:tav>
                                        <p:tav tm="100000">
                                          <p:val>
                                            <p:strVal val="#ppt_y-.03"/>
                                          </p:val>
                                        </p:tav>
                                      </p:tavLst>
                                    </p:anim>
                                    <p:anim calcmode="lin" valueType="num">
                                      <p:cBhvr>
                                        <p:cTn id="31" dur="60" accel="100000" fill="hold">
                                          <p:stCondLst>
                                            <p:cond delay="540"/>
                                          </p:stCondLst>
                                        </p:cTn>
                                        <p:tgtEl>
                                          <p:spTgt spid="7"/>
                                        </p:tgtEl>
                                        <p:attrNameLst>
                                          <p:attrName>ppt_y</p:attrName>
                                        </p:attrNameLst>
                                      </p:cBhvr>
                                      <p:tavLst>
                                        <p:tav tm="0">
                                          <p:val>
                                            <p:strVal val="#ppt_y-.03"/>
                                          </p:val>
                                        </p:tav>
                                        <p:tav tm="100000">
                                          <p:val>
                                            <p:strVal val="#ppt_y"/>
                                          </p:val>
                                        </p:tav>
                                      </p:tavLst>
                                    </p:anim>
                                  </p:childTnLst>
                                </p:cTn>
                              </p:par>
                              <p:par>
                                <p:cTn id="32" presetID="37" presetClass="entr" presetSubtype="0" fill="hold" grpId="0" nodeType="withEffect">
                                  <p:stCondLst>
                                    <p:cond delay="314"/>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00"/>
                                        <p:tgtEl>
                                          <p:spTgt spid="8"/>
                                        </p:tgtEl>
                                      </p:cBhvr>
                                    </p:animEffect>
                                    <p:anim calcmode="lin" valueType="num">
                                      <p:cBhvr>
                                        <p:cTn id="35" dur="600" fill="hold"/>
                                        <p:tgtEl>
                                          <p:spTgt spid="8"/>
                                        </p:tgtEl>
                                        <p:attrNameLst>
                                          <p:attrName>ppt_x</p:attrName>
                                        </p:attrNameLst>
                                      </p:cBhvr>
                                      <p:tavLst>
                                        <p:tav tm="0">
                                          <p:val>
                                            <p:strVal val="#ppt_x"/>
                                          </p:val>
                                        </p:tav>
                                        <p:tav tm="100000">
                                          <p:val>
                                            <p:strVal val="#ppt_x"/>
                                          </p:val>
                                        </p:tav>
                                      </p:tavLst>
                                    </p:anim>
                                    <p:anim calcmode="lin" valueType="num">
                                      <p:cBhvr>
                                        <p:cTn id="36" dur="540" decel="100000" fill="hold"/>
                                        <p:tgtEl>
                                          <p:spTgt spid="8"/>
                                        </p:tgtEl>
                                        <p:attrNameLst>
                                          <p:attrName>ppt_y</p:attrName>
                                        </p:attrNameLst>
                                      </p:cBhvr>
                                      <p:tavLst>
                                        <p:tav tm="0">
                                          <p:val>
                                            <p:strVal val="#ppt_y+1"/>
                                          </p:val>
                                        </p:tav>
                                        <p:tav tm="100000">
                                          <p:val>
                                            <p:strVal val="#ppt_y-.03"/>
                                          </p:val>
                                        </p:tav>
                                      </p:tavLst>
                                    </p:anim>
                                    <p:anim calcmode="lin" valueType="num">
                                      <p:cBhvr>
                                        <p:cTn id="37" dur="60" accel="100000" fill="hold">
                                          <p:stCondLst>
                                            <p:cond delay="540"/>
                                          </p:stCondLst>
                                        </p:cTn>
                                        <p:tgtEl>
                                          <p:spTgt spid="8"/>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471"/>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600"/>
                                        <p:tgtEl>
                                          <p:spTgt spid="9"/>
                                        </p:tgtEl>
                                      </p:cBhvr>
                                    </p:animEffect>
                                    <p:anim calcmode="lin" valueType="num">
                                      <p:cBhvr>
                                        <p:cTn id="41" dur="600" fill="hold"/>
                                        <p:tgtEl>
                                          <p:spTgt spid="9"/>
                                        </p:tgtEl>
                                        <p:attrNameLst>
                                          <p:attrName>ppt_x</p:attrName>
                                        </p:attrNameLst>
                                      </p:cBhvr>
                                      <p:tavLst>
                                        <p:tav tm="0">
                                          <p:val>
                                            <p:strVal val="#ppt_x"/>
                                          </p:val>
                                        </p:tav>
                                        <p:tav tm="100000">
                                          <p:val>
                                            <p:strVal val="#ppt_x"/>
                                          </p:val>
                                        </p:tav>
                                      </p:tavLst>
                                    </p:anim>
                                    <p:anim calcmode="lin" valueType="num">
                                      <p:cBhvr>
                                        <p:cTn id="42" dur="540" decel="100000" fill="hold"/>
                                        <p:tgtEl>
                                          <p:spTgt spid="9"/>
                                        </p:tgtEl>
                                        <p:attrNameLst>
                                          <p:attrName>ppt_y</p:attrName>
                                        </p:attrNameLst>
                                      </p:cBhvr>
                                      <p:tavLst>
                                        <p:tav tm="0">
                                          <p:val>
                                            <p:strVal val="#ppt_y+1"/>
                                          </p:val>
                                        </p:tav>
                                        <p:tav tm="100000">
                                          <p:val>
                                            <p:strVal val="#ppt_y-.03"/>
                                          </p:val>
                                        </p:tav>
                                      </p:tavLst>
                                    </p:anim>
                                    <p:anim calcmode="lin" valueType="num">
                                      <p:cBhvr>
                                        <p:cTn id="43" dur="60" accel="100000" fill="hold">
                                          <p:stCondLst>
                                            <p:cond delay="540"/>
                                          </p:stCondLst>
                                        </p:cTn>
                                        <p:tgtEl>
                                          <p:spTgt spid="9"/>
                                        </p:tgtEl>
                                        <p:attrNameLst>
                                          <p:attrName>ppt_y</p:attrName>
                                        </p:attrNameLst>
                                      </p:cBhvr>
                                      <p:tavLst>
                                        <p:tav tm="0">
                                          <p:val>
                                            <p:strVal val="#ppt_y-.03"/>
                                          </p:val>
                                        </p:tav>
                                        <p:tav tm="100000">
                                          <p:val>
                                            <p:strVal val="#ppt_y"/>
                                          </p:val>
                                        </p:tav>
                                      </p:tavLst>
                                    </p:anim>
                                  </p:childTnLst>
                                </p:cTn>
                              </p:par>
                              <p:par>
                                <p:cTn id="44" presetID="37" presetClass="entr" presetSubtype="0" fill="hold" nodeType="withEffect">
                                  <p:stCondLst>
                                    <p:cond delay="471"/>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fill="hold"/>
                                        <p:tgtEl>
                                          <p:spTgt spid="10"/>
                                        </p:tgtEl>
                                        <p:attrNameLst>
                                          <p:attrName>ppt_x</p:attrName>
                                        </p:attrNameLst>
                                      </p:cBhvr>
                                      <p:tavLst>
                                        <p:tav tm="0">
                                          <p:val>
                                            <p:strVal val="#ppt_x"/>
                                          </p:val>
                                        </p:tav>
                                        <p:tav tm="100000">
                                          <p:val>
                                            <p:strVal val="#ppt_x"/>
                                          </p:val>
                                        </p:tav>
                                      </p:tavLst>
                                    </p:anim>
                                    <p:anim calcmode="lin" valueType="num">
                                      <p:cBhvr>
                                        <p:cTn id="48" dur="540" decel="100000" fill="hold"/>
                                        <p:tgtEl>
                                          <p:spTgt spid="10"/>
                                        </p:tgtEl>
                                        <p:attrNameLst>
                                          <p:attrName>ppt_y</p:attrName>
                                        </p:attrNameLst>
                                      </p:cBhvr>
                                      <p:tavLst>
                                        <p:tav tm="0">
                                          <p:val>
                                            <p:strVal val="#ppt_y+1"/>
                                          </p:val>
                                        </p:tav>
                                        <p:tav tm="100000">
                                          <p:val>
                                            <p:strVal val="#ppt_y-.03"/>
                                          </p:val>
                                        </p:tav>
                                      </p:tavLst>
                                    </p:anim>
                                    <p:anim calcmode="lin" valueType="num">
                                      <p:cBhvr>
                                        <p:cTn id="49" dur="60" accel="100000" fill="hold">
                                          <p:stCondLst>
                                            <p:cond delay="540"/>
                                          </p:stCondLst>
                                        </p:cTn>
                                        <p:tgtEl>
                                          <p:spTgt spid="10"/>
                                        </p:tgtEl>
                                        <p:attrNameLst>
                                          <p:attrName>ppt_y</p:attrName>
                                        </p:attrNameLst>
                                      </p:cBhvr>
                                      <p:tavLst>
                                        <p:tav tm="0">
                                          <p:val>
                                            <p:strVal val="#ppt_y-.03"/>
                                          </p:val>
                                        </p:tav>
                                        <p:tav tm="100000">
                                          <p:val>
                                            <p:strVal val="#ppt_y"/>
                                          </p:val>
                                        </p:tav>
                                      </p:tavLst>
                                    </p:anim>
                                  </p:childTnLst>
                                </p:cTn>
                              </p:par>
                              <p:par>
                                <p:cTn id="50" presetID="37" presetClass="entr" presetSubtype="0" fill="hold" grpId="0" nodeType="withEffect">
                                  <p:stCondLst>
                                    <p:cond delay="471"/>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540" decel="100000" fill="hold"/>
                                        <p:tgtEl>
                                          <p:spTgt spid="11"/>
                                        </p:tgtEl>
                                        <p:attrNameLst>
                                          <p:attrName>ppt_y</p:attrName>
                                        </p:attrNameLst>
                                      </p:cBhvr>
                                      <p:tavLst>
                                        <p:tav tm="0">
                                          <p:val>
                                            <p:strVal val="#ppt_y+1"/>
                                          </p:val>
                                        </p:tav>
                                        <p:tav tm="100000">
                                          <p:val>
                                            <p:strVal val="#ppt_y-.03"/>
                                          </p:val>
                                        </p:tav>
                                      </p:tavLst>
                                    </p:anim>
                                    <p:anim calcmode="lin" valueType="num">
                                      <p:cBhvr>
                                        <p:cTn id="55" dur="60" accel="100000" fill="hold">
                                          <p:stCondLst>
                                            <p:cond delay="540"/>
                                          </p:stCondLst>
                                        </p:cTn>
                                        <p:tgtEl>
                                          <p:spTgt spid="11"/>
                                        </p:tgtEl>
                                        <p:attrNameLst>
                                          <p:attrName>ppt_y</p:attrName>
                                        </p:attrNameLst>
                                      </p:cBhvr>
                                      <p:tavLst>
                                        <p:tav tm="0">
                                          <p:val>
                                            <p:strVal val="#ppt_y-.03"/>
                                          </p:val>
                                        </p:tav>
                                        <p:tav tm="100000">
                                          <p:val>
                                            <p:strVal val="#ppt_y"/>
                                          </p:val>
                                        </p:tav>
                                      </p:tavLst>
                                    </p:anim>
                                  </p:childTnLst>
                                </p:cTn>
                              </p:par>
                              <p:par>
                                <p:cTn id="56" presetID="37" presetClass="entr" presetSubtype="0" fill="hold" grpId="0" nodeType="withEffect">
                                  <p:stCondLst>
                                    <p:cond delay="471"/>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600"/>
                                        <p:tgtEl>
                                          <p:spTgt spid="12"/>
                                        </p:tgtEl>
                                      </p:cBhvr>
                                    </p:animEffect>
                                    <p:anim calcmode="lin" valueType="num">
                                      <p:cBhvr>
                                        <p:cTn id="59" dur="600" fill="hold"/>
                                        <p:tgtEl>
                                          <p:spTgt spid="12"/>
                                        </p:tgtEl>
                                        <p:attrNameLst>
                                          <p:attrName>ppt_x</p:attrName>
                                        </p:attrNameLst>
                                      </p:cBhvr>
                                      <p:tavLst>
                                        <p:tav tm="0">
                                          <p:val>
                                            <p:strVal val="#ppt_x"/>
                                          </p:val>
                                        </p:tav>
                                        <p:tav tm="100000">
                                          <p:val>
                                            <p:strVal val="#ppt_x"/>
                                          </p:val>
                                        </p:tav>
                                      </p:tavLst>
                                    </p:anim>
                                    <p:anim calcmode="lin" valueType="num">
                                      <p:cBhvr>
                                        <p:cTn id="60" dur="540" decel="100000" fill="hold"/>
                                        <p:tgtEl>
                                          <p:spTgt spid="12"/>
                                        </p:tgtEl>
                                        <p:attrNameLst>
                                          <p:attrName>ppt_y</p:attrName>
                                        </p:attrNameLst>
                                      </p:cBhvr>
                                      <p:tavLst>
                                        <p:tav tm="0">
                                          <p:val>
                                            <p:strVal val="#ppt_y+1"/>
                                          </p:val>
                                        </p:tav>
                                        <p:tav tm="100000">
                                          <p:val>
                                            <p:strVal val="#ppt_y-.03"/>
                                          </p:val>
                                        </p:tav>
                                      </p:tavLst>
                                    </p:anim>
                                    <p:anim calcmode="lin" valueType="num">
                                      <p:cBhvr>
                                        <p:cTn id="61" dur="60" accel="100000" fill="hold">
                                          <p:stCondLst>
                                            <p:cond delay="540"/>
                                          </p:stCondLst>
                                        </p:cTn>
                                        <p:tgtEl>
                                          <p:spTgt spid="12"/>
                                        </p:tgtEl>
                                        <p:attrNameLst>
                                          <p:attrName>ppt_y</p:attrName>
                                        </p:attrNameLst>
                                      </p:cBhvr>
                                      <p:tavLst>
                                        <p:tav tm="0">
                                          <p:val>
                                            <p:strVal val="#ppt_y-.03"/>
                                          </p:val>
                                        </p:tav>
                                        <p:tav tm="100000">
                                          <p:val>
                                            <p:strVal val="#ppt_y"/>
                                          </p:val>
                                        </p:tav>
                                      </p:tavLst>
                                    </p:anim>
                                  </p:childTnLst>
                                </p:cTn>
                              </p:par>
                              <p:par>
                                <p:cTn id="62" presetID="37" presetClass="entr" presetSubtype="0" fill="hold" nodeType="withEffect">
                                  <p:stCondLst>
                                    <p:cond delay="629"/>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600"/>
                                        <p:tgtEl>
                                          <p:spTgt spid="13"/>
                                        </p:tgtEl>
                                      </p:cBhvr>
                                    </p:animEffect>
                                    <p:anim calcmode="lin" valueType="num">
                                      <p:cBhvr>
                                        <p:cTn id="65" dur="600" fill="hold"/>
                                        <p:tgtEl>
                                          <p:spTgt spid="13"/>
                                        </p:tgtEl>
                                        <p:attrNameLst>
                                          <p:attrName>ppt_x</p:attrName>
                                        </p:attrNameLst>
                                      </p:cBhvr>
                                      <p:tavLst>
                                        <p:tav tm="0">
                                          <p:val>
                                            <p:strVal val="#ppt_x"/>
                                          </p:val>
                                        </p:tav>
                                        <p:tav tm="100000">
                                          <p:val>
                                            <p:strVal val="#ppt_x"/>
                                          </p:val>
                                        </p:tav>
                                      </p:tavLst>
                                    </p:anim>
                                    <p:anim calcmode="lin" valueType="num">
                                      <p:cBhvr>
                                        <p:cTn id="66" dur="540" decel="100000" fill="hold"/>
                                        <p:tgtEl>
                                          <p:spTgt spid="13"/>
                                        </p:tgtEl>
                                        <p:attrNameLst>
                                          <p:attrName>ppt_y</p:attrName>
                                        </p:attrNameLst>
                                      </p:cBhvr>
                                      <p:tavLst>
                                        <p:tav tm="0">
                                          <p:val>
                                            <p:strVal val="#ppt_y+1"/>
                                          </p:val>
                                        </p:tav>
                                        <p:tav tm="100000">
                                          <p:val>
                                            <p:strVal val="#ppt_y-.03"/>
                                          </p:val>
                                        </p:tav>
                                      </p:tavLst>
                                    </p:anim>
                                    <p:anim calcmode="lin" valueType="num">
                                      <p:cBhvr>
                                        <p:cTn id="67" dur="60" accel="100000" fill="hold">
                                          <p:stCondLst>
                                            <p:cond delay="540"/>
                                          </p:stCondLst>
                                        </p:cTn>
                                        <p:tgtEl>
                                          <p:spTgt spid="13"/>
                                        </p:tgtEl>
                                        <p:attrNameLst>
                                          <p:attrName>ppt_y</p:attrName>
                                        </p:attrNameLst>
                                      </p:cBhvr>
                                      <p:tavLst>
                                        <p:tav tm="0">
                                          <p:val>
                                            <p:strVal val="#ppt_y-.03"/>
                                          </p:val>
                                        </p:tav>
                                        <p:tav tm="100000">
                                          <p:val>
                                            <p:strVal val="#ppt_y"/>
                                          </p:val>
                                        </p:tav>
                                      </p:tavLst>
                                    </p:anim>
                                  </p:childTnLst>
                                </p:cTn>
                              </p:par>
                              <p:par>
                                <p:cTn id="68" presetID="37" presetClass="entr" presetSubtype="0" fill="hold" nodeType="withEffect">
                                  <p:stCondLst>
                                    <p:cond delay="629"/>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600"/>
                                        <p:tgtEl>
                                          <p:spTgt spid="14"/>
                                        </p:tgtEl>
                                      </p:cBhvr>
                                    </p:animEffect>
                                    <p:anim calcmode="lin" valueType="num">
                                      <p:cBhvr>
                                        <p:cTn id="71" dur="600" fill="hold"/>
                                        <p:tgtEl>
                                          <p:spTgt spid="14"/>
                                        </p:tgtEl>
                                        <p:attrNameLst>
                                          <p:attrName>ppt_x</p:attrName>
                                        </p:attrNameLst>
                                      </p:cBhvr>
                                      <p:tavLst>
                                        <p:tav tm="0">
                                          <p:val>
                                            <p:strVal val="#ppt_x"/>
                                          </p:val>
                                        </p:tav>
                                        <p:tav tm="100000">
                                          <p:val>
                                            <p:strVal val="#ppt_x"/>
                                          </p:val>
                                        </p:tav>
                                      </p:tavLst>
                                    </p:anim>
                                    <p:anim calcmode="lin" valueType="num">
                                      <p:cBhvr>
                                        <p:cTn id="72" dur="540" decel="100000" fill="hold"/>
                                        <p:tgtEl>
                                          <p:spTgt spid="14"/>
                                        </p:tgtEl>
                                        <p:attrNameLst>
                                          <p:attrName>ppt_y</p:attrName>
                                        </p:attrNameLst>
                                      </p:cBhvr>
                                      <p:tavLst>
                                        <p:tav tm="0">
                                          <p:val>
                                            <p:strVal val="#ppt_y+1"/>
                                          </p:val>
                                        </p:tav>
                                        <p:tav tm="100000">
                                          <p:val>
                                            <p:strVal val="#ppt_y-.03"/>
                                          </p:val>
                                        </p:tav>
                                      </p:tavLst>
                                    </p:anim>
                                    <p:anim calcmode="lin" valueType="num">
                                      <p:cBhvr>
                                        <p:cTn id="73"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par>
                                <p:cTn id="74" presetID="37" presetClass="entr" presetSubtype="0" fill="hold" grpId="0" nodeType="withEffect">
                                  <p:stCondLst>
                                    <p:cond delay="629"/>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600"/>
                                        <p:tgtEl>
                                          <p:spTgt spid="15"/>
                                        </p:tgtEl>
                                      </p:cBhvr>
                                    </p:animEffect>
                                    <p:anim calcmode="lin" valueType="num">
                                      <p:cBhvr>
                                        <p:cTn id="77" dur="600" fill="hold"/>
                                        <p:tgtEl>
                                          <p:spTgt spid="15"/>
                                        </p:tgtEl>
                                        <p:attrNameLst>
                                          <p:attrName>ppt_x</p:attrName>
                                        </p:attrNameLst>
                                      </p:cBhvr>
                                      <p:tavLst>
                                        <p:tav tm="0">
                                          <p:val>
                                            <p:strVal val="#ppt_x"/>
                                          </p:val>
                                        </p:tav>
                                        <p:tav tm="100000">
                                          <p:val>
                                            <p:strVal val="#ppt_x"/>
                                          </p:val>
                                        </p:tav>
                                      </p:tavLst>
                                    </p:anim>
                                    <p:anim calcmode="lin" valueType="num">
                                      <p:cBhvr>
                                        <p:cTn id="78" dur="540" decel="100000" fill="hold"/>
                                        <p:tgtEl>
                                          <p:spTgt spid="15"/>
                                        </p:tgtEl>
                                        <p:attrNameLst>
                                          <p:attrName>ppt_y</p:attrName>
                                        </p:attrNameLst>
                                      </p:cBhvr>
                                      <p:tavLst>
                                        <p:tav tm="0">
                                          <p:val>
                                            <p:strVal val="#ppt_y+1"/>
                                          </p:val>
                                        </p:tav>
                                        <p:tav tm="100000">
                                          <p:val>
                                            <p:strVal val="#ppt_y-.03"/>
                                          </p:val>
                                        </p:tav>
                                      </p:tavLst>
                                    </p:anim>
                                    <p:anim calcmode="lin" valueType="num">
                                      <p:cBhvr>
                                        <p:cTn id="79"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par>
                                <p:cTn id="80" presetID="37" presetClass="entr" presetSubtype="0" fill="hold" grpId="0" nodeType="withEffect">
                                  <p:stCondLst>
                                    <p:cond delay="629"/>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600"/>
                                        <p:tgtEl>
                                          <p:spTgt spid="16"/>
                                        </p:tgtEl>
                                      </p:cBhvr>
                                    </p:animEffect>
                                    <p:anim calcmode="lin" valueType="num">
                                      <p:cBhvr>
                                        <p:cTn id="83" dur="600" fill="hold"/>
                                        <p:tgtEl>
                                          <p:spTgt spid="16"/>
                                        </p:tgtEl>
                                        <p:attrNameLst>
                                          <p:attrName>ppt_x</p:attrName>
                                        </p:attrNameLst>
                                      </p:cBhvr>
                                      <p:tavLst>
                                        <p:tav tm="0">
                                          <p:val>
                                            <p:strVal val="#ppt_x"/>
                                          </p:val>
                                        </p:tav>
                                        <p:tav tm="100000">
                                          <p:val>
                                            <p:strVal val="#ppt_x"/>
                                          </p:val>
                                        </p:tav>
                                      </p:tavLst>
                                    </p:anim>
                                    <p:anim calcmode="lin" valueType="num">
                                      <p:cBhvr>
                                        <p:cTn id="84" dur="540" decel="100000" fill="hold"/>
                                        <p:tgtEl>
                                          <p:spTgt spid="16"/>
                                        </p:tgtEl>
                                        <p:attrNameLst>
                                          <p:attrName>ppt_y</p:attrName>
                                        </p:attrNameLst>
                                      </p:cBhvr>
                                      <p:tavLst>
                                        <p:tav tm="0">
                                          <p:val>
                                            <p:strVal val="#ppt_y+1"/>
                                          </p:val>
                                        </p:tav>
                                        <p:tav tm="100000">
                                          <p:val>
                                            <p:strVal val="#ppt_y-.03"/>
                                          </p:val>
                                        </p:tav>
                                      </p:tavLst>
                                    </p:anim>
                                    <p:anim calcmode="lin" valueType="num">
                                      <p:cBhvr>
                                        <p:cTn id="85"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86" presetID="37" presetClass="entr" presetSubtype="0" fill="hold" nodeType="withEffect">
                                  <p:stCondLst>
                                    <p:cond delay="786"/>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600"/>
                                        <p:tgtEl>
                                          <p:spTgt spid="17"/>
                                        </p:tgtEl>
                                      </p:cBhvr>
                                    </p:animEffect>
                                    <p:anim calcmode="lin" valueType="num">
                                      <p:cBhvr>
                                        <p:cTn id="89" dur="600" fill="hold"/>
                                        <p:tgtEl>
                                          <p:spTgt spid="17"/>
                                        </p:tgtEl>
                                        <p:attrNameLst>
                                          <p:attrName>ppt_x</p:attrName>
                                        </p:attrNameLst>
                                      </p:cBhvr>
                                      <p:tavLst>
                                        <p:tav tm="0">
                                          <p:val>
                                            <p:strVal val="#ppt_x"/>
                                          </p:val>
                                        </p:tav>
                                        <p:tav tm="100000">
                                          <p:val>
                                            <p:strVal val="#ppt_x"/>
                                          </p:val>
                                        </p:tav>
                                      </p:tavLst>
                                    </p:anim>
                                    <p:anim calcmode="lin" valueType="num">
                                      <p:cBhvr>
                                        <p:cTn id="90" dur="540" decel="100000" fill="hold"/>
                                        <p:tgtEl>
                                          <p:spTgt spid="17"/>
                                        </p:tgtEl>
                                        <p:attrNameLst>
                                          <p:attrName>ppt_y</p:attrName>
                                        </p:attrNameLst>
                                      </p:cBhvr>
                                      <p:tavLst>
                                        <p:tav tm="0">
                                          <p:val>
                                            <p:strVal val="#ppt_y+1"/>
                                          </p:val>
                                        </p:tav>
                                        <p:tav tm="100000">
                                          <p:val>
                                            <p:strVal val="#ppt_y-.03"/>
                                          </p:val>
                                        </p:tav>
                                      </p:tavLst>
                                    </p:anim>
                                    <p:anim calcmode="lin" valueType="num">
                                      <p:cBhvr>
                                        <p:cTn id="91"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92" presetID="37" presetClass="entr" presetSubtype="0" fill="hold" nodeType="withEffect">
                                  <p:stCondLst>
                                    <p:cond delay="786"/>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600"/>
                                        <p:tgtEl>
                                          <p:spTgt spid="18"/>
                                        </p:tgtEl>
                                      </p:cBhvr>
                                    </p:animEffect>
                                    <p:anim calcmode="lin" valueType="num">
                                      <p:cBhvr>
                                        <p:cTn id="95" dur="600" fill="hold"/>
                                        <p:tgtEl>
                                          <p:spTgt spid="18"/>
                                        </p:tgtEl>
                                        <p:attrNameLst>
                                          <p:attrName>ppt_x</p:attrName>
                                        </p:attrNameLst>
                                      </p:cBhvr>
                                      <p:tavLst>
                                        <p:tav tm="0">
                                          <p:val>
                                            <p:strVal val="#ppt_x"/>
                                          </p:val>
                                        </p:tav>
                                        <p:tav tm="100000">
                                          <p:val>
                                            <p:strVal val="#ppt_x"/>
                                          </p:val>
                                        </p:tav>
                                      </p:tavLst>
                                    </p:anim>
                                    <p:anim calcmode="lin" valueType="num">
                                      <p:cBhvr>
                                        <p:cTn id="96" dur="540" decel="100000" fill="hold"/>
                                        <p:tgtEl>
                                          <p:spTgt spid="18"/>
                                        </p:tgtEl>
                                        <p:attrNameLst>
                                          <p:attrName>ppt_y</p:attrName>
                                        </p:attrNameLst>
                                      </p:cBhvr>
                                      <p:tavLst>
                                        <p:tav tm="0">
                                          <p:val>
                                            <p:strVal val="#ppt_y+1"/>
                                          </p:val>
                                        </p:tav>
                                        <p:tav tm="100000">
                                          <p:val>
                                            <p:strVal val="#ppt_y-.03"/>
                                          </p:val>
                                        </p:tav>
                                      </p:tavLst>
                                    </p:anim>
                                    <p:anim calcmode="lin" valueType="num">
                                      <p:cBhvr>
                                        <p:cTn id="97"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par>
                                <p:cTn id="98" presetID="37" presetClass="entr" presetSubtype="0" fill="hold" grpId="0" nodeType="withEffect">
                                  <p:stCondLst>
                                    <p:cond delay="786"/>
                                  </p:stCondLst>
                                  <p:childTnLst>
                                    <p:set>
                                      <p:cBhvr>
                                        <p:cTn id="99" dur="1" fill="hold">
                                          <p:stCondLst>
                                            <p:cond delay="0"/>
                                          </p:stCondLst>
                                        </p:cTn>
                                        <p:tgtEl>
                                          <p:spTgt spid="19"/>
                                        </p:tgtEl>
                                        <p:attrNameLst>
                                          <p:attrName>style.visibility</p:attrName>
                                        </p:attrNameLst>
                                      </p:cBhvr>
                                      <p:to>
                                        <p:strVal val="visible"/>
                                      </p:to>
                                    </p:set>
                                    <p:animEffect transition="in" filter="fade">
                                      <p:cBhvr>
                                        <p:cTn id="100" dur="600"/>
                                        <p:tgtEl>
                                          <p:spTgt spid="19"/>
                                        </p:tgtEl>
                                      </p:cBhvr>
                                    </p:animEffect>
                                    <p:anim calcmode="lin" valueType="num">
                                      <p:cBhvr>
                                        <p:cTn id="101" dur="600" fill="hold"/>
                                        <p:tgtEl>
                                          <p:spTgt spid="19"/>
                                        </p:tgtEl>
                                        <p:attrNameLst>
                                          <p:attrName>ppt_x</p:attrName>
                                        </p:attrNameLst>
                                      </p:cBhvr>
                                      <p:tavLst>
                                        <p:tav tm="0">
                                          <p:val>
                                            <p:strVal val="#ppt_x"/>
                                          </p:val>
                                        </p:tav>
                                        <p:tav tm="100000">
                                          <p:val>
                                            <p:strVal val="#ppt_x"/>
                                          </p:val>
                                        </p:tav>
                                      </p:tavLst>
                                    </p:anim>
                                    <p:anim calcmode="lin" valueType="num">
                                      <p:cBhvr>
                                        <p:cTn id="102" dur="540" decel="100000" fill="hold"/>
                                        <p:tgtEl>
                                          <p:spTgt spid="19"/>
                                        </p:tgtEl>
                                        <p:attrNameLst>
                                          <p:attrName>ppt_y</p:attrName>
                                        </p:attrNameLst>
                                      </p:cBhvr>
                                      <p:tavLst>
                                        <p:tav tm="0">
                                          <p:val>
                                            <p:strVal val="#ppt_y+1"/>
                                          </p:val>
                                        </p:tav>
                                        <p:tav tm="100000">
                                          <p:val>
                                            <p:strVal val="#ppt_y-.03"/>
                                          </p:val>
                                        </p:tav>
                                      </p:tavLst>
                                    </p:anim>
                                    <p:anim calcmode="lin" valueType="num">
                                      <p:cBhvr>
                                        <p:cTn id="103" dur="60" accel="100000" fill="hold">
                                          <p:stCondLst>
                                            <p:cond delay="540"/>
                                          </p:stCondLst>
                                        </p:cTn>
                                        <p:tgtEl>
                                          <p:spTgt spid="19"/>
                                        </p:tgtEl>
                                        <p:attrNameLst>
                                          <p:attrName>ppt_y</p:attrName>
                                        </p:attrNameLst>
                                      </p:cBhvr>
                                      <p:tavLst>
                                        <p:tav tm="0">
                                          <p:val>
                                            <p:strVal val="#ppt_y-.03"/>
                                          </p:val>
                                        </p:tav>
                                        <p:tav tm="100000">
                                          <p:val>
                                            <p:strVal val="#ppt_y"/>
                                          </p:val>
                                        </p:tav>
                                      </p:tavLst>
                                    </p:anim>
                                  </p:childTnLst>
                                </p:cTn>
                              </p:par>
                              <p:par>
                                <p:cTn id="104" presetID="37" presetClass="entr" presetSubtype="0" fill="hold" grpId="0" nodeType="withEffect">
                                  <p:stCondLst>
                                    <p:cond delay="786"/>
                                  </p:stCondLst>
                                  <p:childTnLst>
                                    <p:set>
                                      <p:cBhvr>
                                        <p:cTn id="105" dur="1" fill="hold">
                                          <p:stCondLst>
                                            <p:cond delay="0"/>
                                          </p:stCondLst>
                                        </p:cTn>
                                        <p:tgtEl>
                                          <p:spTgt spid="20"/>
                                        </p:tgtEl>
                                        <p:attrNameLst>
                                          <p:attrName>style.visibility</p:attrName>
                                        </p:attrNameLst>
                                      </p:cBhvr>
                                      <p:to>
                                        <p:strVal val="visible"/>
                                      </p:to>
                                    </p:set>
                                    <p:animEffect transition="in" filter="fade">
                                      <p:cBhvr>
                                        <p:cTn id="106" dur="600"/>
                                        <p:tgtEl>
                                          <p:spTgt spid="20"/>
                                        </p:tgtEl>
                                      </p:cBhvr>
                                    </p:animEffect>
                                    <p:anim calcmode="lin" valueType="num">
                                      <p:cBhvr>
                                        <p:cTn id="107" dur="600" fill="hold"/>
                                        <p:tgtEl>
                                          <p:spTgt spid="20"/>
                                        </p:tgtEl>
                                        <p:attrNameLst>
                                          <p:attrName>ppt_x</p:attrName>
                                        </p:attrNameLst>
                                      </p:cBhvr>
                                      <p:tavLst>
                                        <p:tav tm="0">
                                          <p:val>
                                            <p:strVal val="#ppt_x"/>
                                          </p:val>
                                        </p:tav>
                                        <p:tav tm="100000">
                                          <p:val>
                                            <p:strVal val="#ppt_x"/>
                                          </p:val>
                                        </p:tav>
                                      </p:tavLst>
                                    </p:anim>
                                    <p:anim calcmode="lin" valueType="num">
                                      <p:cBhvr>
                                        <p:cTn id="108" dur="540" decel="100000" fill="hold"/>
                                        <p:tgtEl>
                                          <p:spTgt spid="20"/>
                                        </p:tgtEl>
                                        <p:attrNameLst>
                                          <p:attrName>ppt_y</p:attrName>
                                        </p:attrNameLst>
                                      </p:cBhvr>
                                      <p:tavLst>
                                        <p:tav tm="0">
                                          <p:val>
                                            <p:strVal val="#ppt_y+1"/>
                                          </p:val>
                                        </p:tav>
                                        <p:tav tm="100000">
                                          <p:val>
                                            <p:strVal val="#ppt_y-.03"/>
                                          </p:val>
                                        </p:tav>
                                      </p:tavLst>
                                    </p:anim>
                                    <p:anim calcmode="lin" valueType="num">
                                      <p:cBhvr>
                                        <p:cTn id="109" dur="60" accel="100000" fill="hold">
                                          <p:stCondLst>
                                            <p:cond delay="540"/>
                                          </p:stCondLst>
                                        </p:cTn>
                                        <p:tgtEl>
                                          <p:spTgt spid="20"/>
                                        </p:tgtEl>
                                        <p:attrNameLst>
                                          <p:attrName>ppt_y</p:attrName>
                                        </p:attrNameLst>
                                      </p:cBhvr>
                                      <p:tavLst>
                                        <p:tav tm="0">
                                          <p:val>
                                            <p:strVal val="#ppt_y-.03"/>
                                          </p:val>
                                        </p:tav>
                                        <p:tav tm="100000">
                                          <p:val>
                                            <p:strVal val="#ppt_y"/>
                                          </p:val>
                                        </p:tav>
                                      </p:tavLst>
                                    </p:anim>
                                  </p:childTnLst>
                                </p:cTn>
                              </p:par>
                              <p:par>
                                <p:cTn id="110" presetID="37" presetClass="entr" presetSubtype="0" fill="hold" nodeType="withEffect">
                                  <p:stCondLst>
                                    <p:cond delay="943"/>
                                  </p:stCondLst>
                                  <p:childTnLst>
                                    <p:set>
                                      <p:cBhvr>
                                        <p:cTn id="111" dur="1" fill="hold">
                                          <p:stCondLst>
                                            <p:cond delay="0"/>
                                          </p:stCondLst>
                                        </p:cTn>
                                        <p:tgtEl>
                                          <p:spTgt spid="21"/>
                                        </p:tgtEl>
                                        <p:attrNameLst>
                                          <p:attrName>style.visibility</p:attrName>
                                        </p:attrNameLst>
                                      </p:cBhvr>
                                      <p:to>
                                        <p:strVal val="visible"/>
                                      </p:to>
                                    </p:set>
                                    <p:animEffect transition="in" filter="fade">
                                      <p:cBhvr>
                                        <p:cTn id="112" dur="600"/>
                                        <p:tgtEl>
                                          <p:spTgt spid="21"/>
                                        </p:tgtEl>
                                      </p:cBhvr>
                                    </p:animEffect>
                                    <p:anim calcmode="lin" valueType="num">
                                      <p:cBhvr>
                                        <p:cTn id="113" dur="600" fill="hold"/>
                                        <p:tgtEl>
                                          <p:spTgt spid="21"/>
                                        </p:tgtEl>
                                        <p:attrNameLst>
                                          <p:attrName>ppt_x</p:attrName>
                                        </p:attrNameLst>
                                      </p:cBhvr>
                                      <p:tavLst>
                                        <p:tav tm="0">
                                          <p:val>
                                            <p:strVal val="#ppt_x"/>
                                          </p:val>
                                        </p:tav>
                                        <p:tav tm="100000">
                                          <p:val>
                                            <p:strVal val="#ppt_x"/>
                                          </p:val>
                                        </p:tav>
                                      </p:tavLst>
                                    </p:anim>
                                    <p:anim calcmode="lin" valueType="num">
                                      <p:cBhvr>
                                        <p:cTn id="114" dur="540" decel="100000" fill="hold"/>
                                        <p:tgtEl>
                                          <p:spTgt spid="21"/>
                                        </p:tgtEl>
                                        <p:attrNameLst>
                                          <p:attrName>ppt_y</p:attrName>
                                        </p:attrNameLst>
                                      </p:cBhvr>
                                      <p:tavLst>
                                        <p:tav tm="0">
                                          <p:val>
                                            <p:strVal val="#ppt_y+1"/>
                                          </p:val>
                                        </p:tav>
                                        <p:tav tm="100000">
                                          <p:val>
                                            <p:strVal val="#ppt_y-.03"/>
                                          </p:val>
                                        </p:tav>
                                      </p:tavLst>
                                    </p:anim>
                                    <p:anim calcmode="lin" valueType="num">
                                      <p:cBhvr>
                                        <p:cTn id="115" dur="60" accel="100000" fill="hold">
                                          <p:stCondLst>
                                            <p:cond delay="540"/>
                                          </p:stCondLst>
                                        </p:cTn>
                                        <p:tgtEl>
                                          <p:spTgt spid="21"/>
                                        </p:tgtEl>
                                        <p:attrNameLst>
                                          <p:attrName>ppt_y</p:attrName>
                                        </p:attrNameLst>
                                      </p:cBhvr>
                                      <p:tavLst>
                                        <p:tav tm="0">
                                          <p:val>
                                            <p:strVal val="#ppt_y-.03"/>
                                          </p:val>
                                        </p:tav>
                                        <p:tav tm="100000">
                                          <p:val>
                                            <p:strVal val="#ppt_y"/>
                                          </p:val>
                                        </p:tav>
                                      </p:tavLst>
                                    </p:anim>
                                  </p:childTnLst>
                                </p:cTn>
                              </p:par>
                              <p:par>
                                <p:cTn id="116" presetID="37" presetClass="entr" presetSubtype="0" fill="hold" nodeType="withEffect">
                                  <p:stCondLst>
                                    <p:cond delay="943"/>
                                  </p:stCondLst>
                                  <p:childTnLst>
                                    <p:set>
                                      <p:cBhvr>
                                        <p:cTn id="117" dur="1" fill="hold">
                                          <p:stCondLst>
                                            <p:cond delay="0"/>
                                          </p:stCondLst>
                                        </p:cTn>
                                        <p:tgtEl>
                                          <p:spTgt spid="22"/>
                                        </p:tgtEl>
                                        <p:attrNameLst>
                                          <p:attrName>style.visibility</p:attrName>
                                        </p:attrNameLst>
                                      </p:cBhvr>
                                      <p:to>
                                        <p:strVal val="visible"/>
                                      </p:to>
                                    </p:set>
                                    <p:animEffect transition="in" filter="fade">
                                      <p:cBhvr>
                                        <p:cTn id="118" dur="600"/>
                                        <p:tgtEl>
                                          <p:spTgt spid="22"/>
                                        </p:tgtEl>
                                      </p:cBhvr>
                                    </p:animEffect>
                                    <p:anim calcmode="lin" valueType="num">
                                      <p:cBhvr>
                                        <p:cTn id="119" dur="600" fill="hold"/>
                                        <p:tgtEl>
                                          <p:spTgt spid="22"/>
                                        </p:tgtEl>
                                        <p:attrNameLst>
                                          <p:attrName>ppt_x</p:attrName>
                                        </p:attrNameLst>
                                      </p:cBhvr>
                                      <p:tavLst>
                                        <p:tav tm="0">
                                          <p:val>
                                            <p:strVal val="#ppt_x"/>
                                          </p:val>
                                        </p:tav>
                                        <p:tav tm="100000">
                                          <p:val>
                                            <p:strVal val="#ppt_x"/>
                                          </p:val>
                                        </p:tav>
                                      </p:tavLst>
                                    </p:anim>
                                    <p:anim calcmode="lin" valueType="num">
                                      <p:cBhvr>
                                        <p:cTn id="120" dur="540" decel="100000" fill="hold"/>
                                        <p:tgtEl>
                                          <p:spTgt spid="22"/>
                                        </p:tgtEl>
                                        <p:attrNameLst>
                                          <p:attrName>ppt_y</p:attrName>
                                        </p:attrNameLst>
                                      </p:cBhvr>
                                      <p:tavLst>
                                        <p:tav tm="0">
                                          <p:val>
                                            <p:strVal val="#ppt_y+1"/>
                                          </p:val>
                                        </p:tav>
                                        <p:tav tm="100000">
                                          <p:val>
                                            <p:strVal val="#ppt_y-.03"/>
                                          </p:val>
                                        </p:tav>
                                      </p:tavLst>
                                    </p:anim>
                                    <p:anim calcmode="lin" valueType="num">
                                      <p:cBhvr>
                                        <p:cTn id="121" dur="60" accel="100000" fill="hold">
                                          <p:stCondLst>
                                            <p:cond delay="540"/>
                                          </p:stCondLst>
                                        </p:cTn>
                                        <p:tgtEl>
                                          <p:spTgt spid="22"/>
                                        </p:tgtEl>
                                        <p:attrNameLst>
                                          <p:attrName>ppt_y</p:attrName>
                                        </p:attrNameLst>
                                      </p:cBhvr>
                                      <p:tavLst>
                                        <p:tav tm="0">
                                          <p:val>
                                            <p:strVal val="#ppt_y-.03"/>
                                          </p:val>
                                        </p:tav>
                                        <p:tav tm="100000">
                                          <p:val>
                                            <p:strVal val="#ppt_y"/>
                                          </p:val>
                                        </p:tav>
                                      </p:tavLst>
                                    </p:anim>
                                  </p:childTnLst>
                                </p:cTn>
                              </p:par>
                              <p:par>
                                <p:cTn id="122" presetID="37" presetClass="entr" presetSubtype="0" fill="hold" grpId="0" nodeType="withEffect">
                                  <p:stCondLst>
                                    <p:cond delay="943"/>
                                  </p:stCondLst>
                                  <p:childTnLst>
                                    <p:set>
                                      <p:cBhvr>
                                        <p:cTn id="123" dur="1" fill="hold">
                                          <p:stCondLst>
                                            <p:cond delay="0"/>
                                          </p:stCondLst>
                                        </p:cTn>
                                        <p:tgtEl>
                                          <p:spTgt spid="23"/>
                                        </p:tgtEl>
                                        <p:attrNameLst>
                                          <p:attrName>style.visibility</p:attrName>
                                        </p:attrNameLst>
                                      </p:cBhvr>
                                      <p:to>
                                        <p:strVal val="visible"/>
                                      </p:to>
                                    </p:set>
                                    <p:animEffect transition="in" filter="fade">
                                      <p:cBhvr>
                                        <p:cTn id="124" dur="600"/>
                                        <p:tgtEl>
                                          <p:spTgt spid="23"/>
                                        </p:tgtEl>
                                      </p:cBhvr>
                                    </p:animEffect>
                                    <p:anim calcmode="lin" valueType="num">
                                      <p:cBhvr>
                                        <p:cTn id="125" dur="600" fill="hold"/>
                                        <p:tgtEl>
                                          <p:spTgt spid="23"/>
                                        </p:tgtEl>
                                        <p:attrNameLst>
                                          <p:attrName>ppt_x</p:attrName>
                                        </p:attrNameLst>
                                      </p:cBhvr>
                                      <p:tavLst>
                                        <p:tav tm="0">
                                          <p:val>
                                            <p:strVal val="#ppt_x"/>
                                          </p:val>
                                        </p:tav>
                                        <p:tav tm="100000">
                                          <p:val>
                                            <p:strVal val="#ppt_x"/>
                                          </p:val>
                                        </p:tav>
                                      </p:tavLst>
                                    </p:anim>
                                    <p:anim calcmode="lin" valueType="num">
                                      <p:cBhvr>
                                        <p:cTn id="126" dur="540" decel="100000" fill="hold"/>
                                        <p:tgtEl>
                                          <p:spTgt spid="23"/>
                                        </p:tgtEl>
                                        <p:attrNameLst>
                                          <p:attrName>ppt_y</p:attrName>
                                        </p:attrNameLst>
                                      </p:cBhvr>
                                      <p:tavLst>
                                        <p:tav tm="0">
                                          <p:val>
                                            <p:strVal val="#ppt_y+1"/>
                                          </p:val>
                                        </p:tav>
                                        <p:tav tm="100000">
                                          <p:val>
                                            <p:strVal val="#ppt_y-.03"/>
                                          </p:val>
                                        </p:tav>
                                      </p:tavLst>
                                    </p:anim>
                                    <p:anim calcmode="lin" valueType="num">
                                      <p:cBhvr>
                                        <p:cTn id="127" dur="60" accel="100000" fill="hold">
                                          <p:stCondLst>
                                            <p:cond delay="540"/>
                                          </p:stCondLst>
                                        </p:cTn>
                                        <p:tgtEl>
                                          <p:spTgt spid="23"/>
                                        </p:tgtEl>
                                        <p:attrNameLst>
                                          <p:attrName>ppt_y</p:attrName>
                                        </p:attrNameLst>
                                      </p:cBhvr>
                                      <p:tavLst>
                                        <p:tav tm="0">
                                          <p:val>
                                            <p:strVal val="#ppt_y-.03"/>
                                          </p:val>
                                        </p:tav>
                                        <p:tav tm="100000">
                                          <p:val>
                                            <p:strVal val="#ppt_y"/>
                                          </p:val>
                                        </p:tav>
                                      </p:tavLst>
                                    </p:anim>
                                  </p:childTnLst>
                                </p:cTn>
                              </p:par>
                              <p:par>
                                <p:cTn id="128" presetID="37" presetClass="entr" presetSubtype="0" fill="hold" grpId="0" nodeType="withEffect">
                                  <p:stCondLst>
                                    <p:cond delay="943"/>
                                  </p:stCondLst>
                                  <p:childTnLst>
                                    <p:set>
                                      <p:cBhvr>
                                        <p:cTn id="129" dur="1" fill="hold">
                                          <p:stCondLst>
                                            <p:cond delay="0"/>
                                          </p:stCondLst>
                                        </p:cTn>
                                        <p:tgtEl>
                                          <p:spTgt spid="24"/>
                                        </p:tgtEl>
                                        <p:attrNameLst>
                                          <p:attrName>style.visibility</p:attrName>
                                        </p:attrNameLst>
                                      </p:cBhvr>
                                      <p:to>
                                        <p:strVal val="visible"/>
                                      </p:to>
                                    </p:set>
                                    <p:animEffect transition="in" filter="fade">
                                      <p:cBhvr>
                                        <p:cTn id="130" dur="600"/>
                                        <p:tgtEl>
                                          <p:spTgt spid="24"/>
                                        </p:tgtEl>
                                      </p:cBhvr>
                                    </p:animEffect>
                                    <p:anim calcmode="lin" valueType="num">
                                      <p:cBhvr>
                                        <p:cTn id="131" dur="600" fill="hold"/>
                                        <p:tgtEl>
                                          <p:spTgt spid="24"/>
                                        </p:tgtEl>
                                        <p:attrNameLst>
                                          <p:attrName>ppt_x</p:attrName>
                                        </p:attrNameLst>
                                      </p:cBhvr>
                                      <p:tavLst>
                                        <p:tav tm="0">
                                          <p:val>
                                            <p:strVal val="#ppt_x"/>
                                          </p:val>
                                        </p:tav>
                                        <p:tav tm="100000">
                                          <p:val>
                                            <p:strVal val="#ppt_x"/>
                                          </p:val>
                                        </p:tav>
                                      </p:tavLst>
                                    </p:anim>
                                    <p:anim calcmode="lin" valueType="num">
                                      <p:cBhvr>
                                        <p:cTn id="132" dur="540" decel="100000" fill="hold"/>
                                        <p:tgtEl>
                                          <p:spTgt spid="24"/>
                                        </p:tgtEl>
                                        <p:attrNameLst>
                                          <p:attrName>ppt_y</p:attrName>
                                        </p:attrNameLst>
                                      </p:cBhvr>
                                      <p:tavLst>
                                        <p:tav tm="0">
                                          <p:val>
                                            <p:strVal val="#ppt_y+1"/>
                                          </p:val>
                                        </p:tav>
                                        <p:tav tm="100000">
                                          <p:val>
                                            <p:strVal val="#ppt_y-.03"/>
                                          </p:val>
                                        </p:tav>
                                      </p:tavLst>
                                    </p:anim>
                                    <p:anim calcmode="lin" valueType="num">
                                      <p:cBhvr>
                                        <p:cTn id="133" dur="60" accel="100000" fill="hold">
                                          <p:stCondLst>
                                            <p:cond delay="540"/>
                                          </p:stCondLst>
                                        </p:cTn>
                                        <p:tgtEl>
                                          <p:spTgt spid="24"/>
                                        </p:tgtEl>
                                        <p:attrNameLst>
                                          <p:attrName>ppt_y</p:attrName>
                                        </p:attrNameLst>
                                      </p:cBhvr>
                                      <p:tavLst>
                                        <p:tav tm="0">
                                          <p:val>
                                            <p:strVal val="#ppt_y-.03"/>
                                          </p:val>
                                        </p:tav>
                                        <p:tav tm="100000">
                                          <p:val>
                                            <p:strVal val="#ppt_y"/>
                                          </p:val>
                                        </p:tav>
                                      </p:tavLst>
                                    </p:anim>
                                  </p:childTnLst>
                                </p:cTn>
                              </p:par>
                              <p:par>
                                <p:cTn id="134" presetID="10" presetClass="entr" presetSubtype="0" fill="hold" grpId="0" nodeType="withEffect">
                                  <p:stCondLst>
                                    <p:cond delay="1100"/>
                                  </p:stCondLst>
                                  <p:childTnLst>
                                    <p:set>
                                      <p:cBhvr>
                                        <p:cTn id="135" dur="1" fill="hold">
                                          <p:stCondLst>
                                            <p:cond delay="0"/>
                                          </p:stCondLst>
                                        </p:cTn>
                                        <p:tgtEl>
                                          <p:spTgt spid="25"/>
                                        </p:tgtEl>
                                        <p:attrNameLst>
                                          <p:attrName>style.visibility</p:attrName>
                                        </p:attrNameLst>
                                      </p:cBhvr>
                                      <p:to>
                                        <p:strVal val="visible"/>
                                      </p:to>
                                    </p:set>
                                    <p:animEffect transition="in" filter="fade">
                                      <p:cBhvr>
                                        <p:cTn id="136" dur="600"/>
                                        <p:tgtEl>
                                          <p:spTgt spid="25"/>
                                        </p:tgtEl>
                                      </p:cBhvr>
                                    </p:animEffect>
                                  </p:childTnLst>
                                </p:cTn>
                              </p:par>
                              <p:par>
                                <p:cTn id="137" presetID="53" presetClass="entr" presetSubtype="16" fill="hold" nodeType="withEffect">
                                  <p:stCondLst>
                                    <p:cond delay="1257"/>
                                  </p:stCondLst>
                                  <p:childTnLst>
                                    <p:set>
                                      <p:cBhvr>
                                        <p:cTn id="138" dur="1" fill="hold">
                                          <p:stCondLst>
                                            <p:cond delay="0"/>
                                          </p:stCondLst>
                                        </p:cTn>
                                        <p:tgtEl>
                                          <p:spTgt spid="26"/>
                                        </p:tgtEl>
                                        <p:attrNameLst>
                                          <p:attrName>style.visibility</p:attrName>
                                        </p:attrNameLst>
                                      </p:cBhvr>
                                      <p:to>
                                        <p:strVal val="visible"/>
                                      </p:to>
                                    </p:set>
                                    <p:anim calcmode="lin" valueType="num">
                                      <p:cBhvr>
                                        <p:cTn id="139" dur="500" fill="hold"/>
                                        <p:tgtEl>
                                          <p:spTgt spid="26"/>
                                        </p:tgtEl>
                                        <p:attrNameLst>
                                          <p:attrName>ppt_w</p:attrName>
                                        </p:attrNameLst>
                                      </p:cBhvr>
                                      <p:tavLst>
                                        <p:tav tm="0">
                                          <p:val>
                                            <p:fltVal val="0"/>
                                          </p:val>
                                        </p:tav>
                                        <p:tav tm="100000">
                                          <p:val>
                                            <p:strVal val="#ppt_w"/>
                                          </p:val>
                                        </p:tav>
                                      </p:tavLst>
                                    </p:anim>
                                    <p:anim calcmode="lin" valueType="num">
                                      <p:cBhvr>
                                        <p:cTn id="140" dur="500" fill="hold"/>
                                        <p:tgtEl>
                                          <p:spTgt spid="26"/>
                                        </p:tgtEl>
                                        <p:attrNameLst>
                                          <p:attrName>ppt_h</p:attrName>
                                        </p:attrNameLst>
                                      </p:cBhvr>
                                      <p:tavLst>
                                        <p:tav tm="0">
                                          <p:val>
                                            <p:fltVal val="0"/>
                                          </p:val>
                                        </p:tav>
                                        <p:tav tm="100000">
                                          <p:val>
                                            <p:strVal val="#ppt_h"/>
                                          </p:val>
                                        </p:tav>
                                      </p:tavLst>
                                    </p:anim>
                                    <p:animEffect transition="in" filter="fade">
                                      <p:cBhvr>
                                        <p:cTn id="141" dur="500"/>
                                        <p:tgtEl>
                                          <p:spTgt spid="26"/>
                                        </p:tgtEl>
                                      </p:cBhvr>
                                    </p:animEffect>
                                  </p:childTnLst>
                                </p:cTn>
                              </p:par>
                              <p:par>
                                <p:cTn id="142" presetID="53" presetClass="entr" presetSubtype="16" fill="hold" nodeType="withEffect">
                                  <p:stCondLst>
                                    <p:cond delay="1257"/>
                                  </p:stCondLst>
                                  <p:childTnLst>
                                    <p:set>
                                      <p:cBhvr>
                                        <p:cTn id="143" dur="1" fill="hold">
                                          <p:stCondLst>
                                            <p:cond delay="0"/>
                                          </p:stCondLst>
                                        </p:cTn>
                                        <p:tgtEl>
                                          <p:spTgt spid="27"/>
                                        </p:tgtEl>
                                        <p:attrNameLst>
                                          <p:attrName>style.visibility</p:attrName>
                                        </p:attrNameLst>
                                      </p:cBhvr>
                                      <p:to>
                                        <p:strVal val="visible"/>
                                      </p:to>
                                    </p:set>
                                    <p:anim calcmode="lin" valueType="num">
                                      <p:cBhvr>
                                        <p:cTn id="144" dur="500" fill="hold"/>
                                        <p:tgtEl>
                                          <p:spTgt spid="27"/>
                                        </p:tgtEl>
                                        <p:attrNameLst>
                                          <p:attrName>ppt_w</p:attrName>
                                        </p:attrNameLst>
                                      </p:cBhvr>
                                      <p:tavLst>
                                        <p:tav tm="0">
                                          <p:val>
                                            <p:fltVal val="0"/>
                                          </p:val>
                                        </p:tav>
                                        <p:tav tm="100000">
                                          <p:val>
                                            <p:strVal val="#ppt_w"/>
                                          </p:val>
                                        </p:tav>
                                      </p:tavLst>
                                    </p:anim>
                                    <p:anim calcmode="lin" valueType="num">
                                      <p:cBhvr>
                                        <p:cTn id="145" dur="500" fill="hold"/>
                                        <p:tgtEl>
                                          <p:spTgt spid="27"/>
                                        </p:tgtEl>
                                        <p:attrNameLst>
                                          <p:attrName>ppt_h</p:attrName>
                                        </p:attrNameLst>
                                      </p:cBhvr>
                                      <p:tavLst>
                                        <p:tav tm="0">
                                          <p:val>
                                            <p:fltVal val="0"/>
                                          </p:val>
                                        </p:tav>
                                        <p:tav tm="100000">
                                          <p:val>
                                            <p:strVal val="#ppt_h"/>
                                          </p:val>
                                        </p:tav>
                                      </p:tavLst>
                                    </p:anim>
                                    <p:animEffect transition="in" filter="fade">
                                      <p:cBhvr>
                                        <p:cTn id="146" dur="500"/>
                                        <p:tgtEl>
                                          <p:spTgt spid="27"/>
                                        </p:tgtEl>
                                      </p:cBhvr>
                                    </p:animEffect>
                                  </p:childTnLst>
                                </p:cTn>
                              </p:par>
                              <p:par>
                                <p:cTn id="147" presetID="53" presetClass="entr" presetSubtype="16" fill="hold" grpId="0" nodeType="withEffect">
                                  <p:stCondLst>
                                    <p:cond delay="1257"/>
                                  </p:stCondLst>
                                  <p:childTnLst>
                                    <p:set>
                                      <p:cBhvr>
                                        <p:cTn id="148" dur="1" fill="hold">
                                          <p:stCondLst>
                                            <p:cond delay="0"/>
                                          </p:stCondLst>
                                        </p:cTn>
                                        <p:tgtEl>
                                          <p:spTgt spid="28"/>
                                        </p:tgtEl>
                                        <p:attrNameLst>
                                          <p:attrName>style.visibility</p:attrName>
                                        </p:attrNameLst>
                                      </p:cBhvr>
                                      <p:to>
                                        <p:strVal val="visible"/>
                                      </p:to>
                                    </p:set>
                                    <p:anim calcmode="lin" valueType="num">
                                      <p:cBhvr>
                                        <p:cTn id="149" dur="500" fill="hold"/>
                                        <p:tgtEl>
                                          <p:spTgt spid="28"/>
                                        </p:tgtEl>
                                        <p:attrNameLst>
                                          <p:attrName>ppt_w</p:attrName>
                                        </p:attrNameLst>
                                      </p:cBhvr>
                                      <p:tavLst>
                                        <p:tav tm="0">
                                          <p:val>
                                            <p:fltVal val="0"/>
                                          </p:val>
                                        </p:tav>
                                        <p:tav tm="100000">
                                          <p:val>
                                            <p:strVal val="#ppt_w"/>
                                          </p:val>
                                        </p:tav>
                                      </p:tavLst>
                                    </p:anim>
                                    <p:anim calcmode="lin" valueType="num">
                                      <p:cBhvr>
                                        <p:cTn id="150" dur="500" fill="hold"/>
                                        <p:tgtEl>
                                          <p:spTgt spid="28"/>
                                        </p:tgtEl>
                                        <p:attrNameLst>
                                          <p:attrName>ppt_h</p:attrName>
                                        </p:attrNameLst>
                                      </p:cBhvr>
                                      <p:tavLst>
                                        <p:tav tm="0">
                                          <p:val>
                                            <p:fltVal val="0"/>
                                          </p:val>
                                        </p:tav>
                                        <p:tav tm="100000">
                                          <p:val>
                                            <p:strVal val="#ppt_h"/>
                                          </p:val>
                                        </p:tav>
                                      </p:tavLst>
                                    </p:anim>
                                    <p:animEffect transition="in" filter="fade">
                                      <p:cBhvr>
                                        <p:cTn id="151" dur="500"/>
                                        <p:tgtEl>
                                          <p:spTgt spid="28"/>
                                        </p:tgtEl>
                                      </p:cBhvr>
                                    </p:animEffect>
                                  </p:childTnLst>
                                </p:cTn>
                              </p:par>
                              <p:par>
                                <p:cTn id="152" presetID="53" presetClass="entr" presetSubtype="16" fill="hold" nodeType="withEffect">
                                  <p:stCondLst>
                                    <p:cond delay="1414"/>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500" fill="hold"/>
                                        <p:tgtEl>
                                          <p:spTgt spid="29"/>
                                        </p:tgtEl>
                                        <p:attrNameLst>
                                          <p:attrName>ppt_w</p:attrName>
                                        </p:attrNameLst>
                                      </p:cBhvr>
                                      <p:tavLst>
                                        <p:tav tm="0">
                                          <p:val>
                                            <p:fltVal val="0"/>
                                          </p:val>
                                        </p:tav>
                                        <p:tav tm="100000">
                                          <p:val>
                                            <p:strVal val="#ppt_w"/>
                                          </p:val>
                                        </p:tav>
                                      </p:tavLst>
                                    </p:anim>
                                    <p:anim calcmode="lin" valueType="num">
                                      <p:cBhvr>
                                        <p:cTn id="155" dur="500" fill="hold"/>
                                        <p:tgtEl>
                                          <p:spTgt spid="29"/>
                                        </p:tgtEl>
                                        <p:attrNameLst>
                                          <p:attrName>ppt_h</p:attrName>
                                        </p:attrNameLst>
                                      </p:cBhvr>
                                      <p:tavLst>
                                        <p:tav tm="0">
                                          <p:val>
                                            <p:fltVal val="0"/>
                                          </p:val>
                                        </p:tav>
                                        <p:tav tm="100000">
                                          <p:val>
                                            <p:strVal val="#ppt_h"/>
                                          </p:val>
                                        </p:tav>
                                      </p:tavLst>
                                    </p:anim>
                                    <p:animEffect transition="in" filter="fade">
                                      <p:cBhvr>
                                        <p:cTn id="156" dur="500"/>
                                        <p:tgtEl>
                                          <p:spTgt spid="29"/>
                                        </p:tgtEl>
                                      </p:cBhvr>
                                    </p:animEffect>
                                  </p:childTnLst>
                                </p:cTn>
                              </p:par>
                              <p:par>
                                <p:cTn id="157" presetID="53" presetClass="entr" presetSubtype="16" fill="hold" nodeType="withEffect">
                                  <p:stCondLst>
                                    <p:cond delay="1414"/>
                                  </p:stCondLst>
                                  <p:childTnLst>
                                    <p:set>
                                      <p:cBhvr>
                                        <p:cTn id="158" dur="1" fill="hold">
                                          <p:stCondLst>
                                            <p:cond delay="0"/>
                                          </p:stCondLst>
                                        </p:cTn>
                                        <p:tgtEl>
                                          <p:spTgt spid="30"/>
                                        </p:tgtEl>
                                        <p:attrNameLst>
                                          <p:attrName>style.visibility</p:attrName>
                                        </p:attrNameLst>
                                      </p:cBhvr>
                                      <p:to>
                                        <p:strVal val="visible"/>
                                      </p:to>
                                    </p:set>
                                    <p:anim calcmode="lin" valueType="num">
                                      <p:cBhvr>
                                        <p:cTn id="159" dur="500" fill="hold"/>
                                        <p:tgtEl>
                                          <p:spTgt spid="30"/>
                                        </p:tgtEl>
                                        <p:attrNameLst>
                                          <p:attrName>ppt_w</p:attrName>
                                        </p:attrNameLst>
                                      </p:cBhvr>
                                      <p:tavLst>
                                        <p:tav tm="0">
                                          <p:val>
                                            <p:fltVal val="0"/>
                                          </p:val>
                                        </p:tav>
                                        <p:tav tm="100000">
                                          <p:val>
                                            <p:strVal val="#ppt_w"/>
                                          </p:val>
                                        </p:tav>
                                      </p:tavLst>
                                    </p:anim>
                                    <p:anim calcmode="lin" valueType="num">
                                      <p:cBhvr>
                                        <p:cTn id="160" dur="500" fill="hold"/>
                                        <p:tgtEl>
                                          <p:spTgt spid="30"/>
                                        </p:tgtEl>
                                        <p:attrNameLst>
                                          <p:attrName>ppt_h</p:attrName>
                                        </p:attrNameLst>
                                      </p:cBhvr>
                                      <p:tavLst>
                                        <p:tav tm="0">
                                          <p:val>
                                            <p:fltVal val="0"/>
                                          </p:val>
                                        </p:tav>
                                        <p:tav tm="100000">
                                          <p:val>
                                            <p:strVal val="#ppt_h"/>
                                          </p:val>
                                        </p:tav>
                                      </p:tavLst>
                                    </p:anim>
                                    <p:animEffect transition="in" filter="fade">
                                      <p:cBhvr>
                                        <p:cTn id="161" dur="500"/>
                                        <p:tgtEl>
                                          <p:spTgt spid="30"/>
                                        </p:tgtEl>
                                      </p:cBhvr>
                                    </p:animEffect>
                                  </p:childTnLst>
                                </p:cTn>
                              </p:par>
                              <p:par>
                                <p:cTn id="162" presetID="53" presetClass="entr" presetSubtype="16" fill="hold" grpId="0" nodeType="withEffect">
                                  <p:stCondLst>
                                    <p:cond delay="1414"/>
                                  </p:stCondLst>
                                  <p:childTnLst>
                                    <p:set>
                                      <p:cBhvr>
                                        <p:cTn id="163" dur="1" fill="hold">
                                          <p:stCondLst>
                                            <p:cond delay="0"/>
                                          </p:stCondLst>
                                        </p:cTn>
                                        <p:tgtEl>
                                          <p:spTgt spid="31"/>
                                        </p:tgtEl>
                                        <p:attrNameLst>
                                          <p:attrName>style.visibility</p:attrName>
                                        </p:attrNameLst>
                                      </p:cBhvr>
                                      <p:to>
                                        <p:strVal val="visible"/>
                                      </p:to>
                                    </p:set>
                                    <p:anim calcmode="lin" valueType="num">
                                      <p:cBhvr>
                                        <p:cTn id="164" dur="500" fill="hold"/>
                                        <p:tgtEl>
                                          <p:spTgt spid="31"/>
                                        </p:tgtEl>
                                        <p:attrNameLst>
                                          <p:attrName>ppt_w</p:attrName>
                                        </p:attrNameLst>
                                      </p:cBhvr>
                                      <p:tavLst>
                                        <p:tav tm="0">
                                          <p:val>
                                            <p:fltVal val="0"/>
                                          </p:val>
                                        </p:tav>
                                        <p:tav tm="100000">
                                          <p:val>
                                            <p:strVal val="#ppt_w"/>
                                          </p:val>
                                        </p:tav>
                                      </p:tavLst>
                                    </p:anim>
                                    <p:anim calcmode="lin" valueType="num">
                                      <p:cBhvr>
                                        <p:cTn id="165" dur="500" fill="hold"/>
                                        <p:tgtEl>
                                          <p:spTgt spid="31"/>
                                        </p:tgtEl>
                                        <p:attrNameLst>
                                          <p:attrName>ppt_h</p:attrName>
                                        </p:attrNameLst>
                                      </p:cBhvr>
                                      <p:tavLst>
                                        <p:tav tm="0">
                                          <p:val>
                                            <p:fltVal val="0"/>
                                          </p:val>
                                        </p:tav>
                                        <p:tav tm="100000">
                                          <p:val>
                                            <p:strVal val="#ppt_h"/>
                                          </p:val>
                                        </p:tav>
                                      </p:tavLst>
                                    </p:anim>
                                    <p:animEffect transition="in" filter="fade">
                                      <p:cBhvr>
                                        <p:cTn id="166" dur="500"/>
                                        <p:tgtEl>
                                          <p:spTgt spid="31"/>
                                        </p:tgtEl>
                                      </p:cBhvr>
                                    </p:animEffect>
                                  </p:childTnLst>
                                </p:cTn>
                              </p:par>
                              <p:par>
                                <p:cTn id="167" presetID="53" presetClass="entr" presetSubtype="16" fill="hold" nodeType="withEffect">
                                  <p:stCondLst>
                                    <p:cond delay="1571"/>
                                  </p:stCondLst>
                                  <p:childTnLst>
                                    <p:set>
                                      <p:cBhvr>
                                        <p:cTn id="168" dur="1" fill="hold">
                                          <p:stCondLst>
                                            <p:cond delay="0"/>
                                          </p:stCondLst>
                                        </p:cTn>
                                        <p:tgtEl>
                                          <p:spTgt spid="32"/>
                                        </p:tgtEl>
                                        <p:attrNameLst>
                                          <p:attrName>style.visibility</p:attrName>
                                        </p:attrNameLst>
                                      </p:cBhvr>
                                      <p:to>
                                        <p:strVal val="visible"/>
                                      </p:to>
                                    </p:set>
                                    <p:anim calcmode="lin" valueType="num">
                                      <p:cBhvr>
                                        <p:cTn id="169" dur="500" fill="hold"/>
                                        <p:tgtEl>
                                          <p:spTgt spid="32"/>
                                        </p:tgtEl>
                                        <p:attrNameLst>
                                          <p:attrName>ppt_w</p:attrName>
                                        </p:attrNameLst>
                                      </p:cBhvr>
                                      <p:tavLst>
                                        <p:tav tm="0">
                                          <p:val>
                                            <p:fltVal val="0"/>
                                          </p:val>
                                        </p:tav>
                                        <p:tav tm="100000">
                                          <p:val>
                                            <p:strVal val="#ppt_w"/>
                                          </p:val>
                                        </p:tav>
                                      </p:tavLst>
                                    </p:anim>
                                    <p:anim calcmode="lin" valueType="num">
                                      <p:cBhvr>
                                        <p:cTn id="170" dur="500" fill="hold"/>
                                        <p:tgtEl>
                                          <p:spTgt spid="32"/>
                                        </p:tgtEl>
                                        <p:attrNameLst>
                                          <p:attrName>ppt_h</p:attrName>
                                        </p:attrNameLst>
                                      </p:cBhvr>
                                      <p:tavLst>
                                        <p:tav tm="0">
                                          <p:val>
                                            <p:fltVal val="0"/>
                                          </p:val>
                                        </p:tav>
                                        <p:tav tm="100000">
                                          <p:val>
                                            <p:strVal val="#ppt_h"/>
                                          </p:val>
                                        </p:tav>
                                      </p:tavLst>
                                    </p:anim>
                                    <p:animEffect transition="in" filter="fade">
                                      <p:cBhvr>
                                        <p:cTn id="171" dur="500"/>
                                        <p:tgtEl>
                                          <p:spTgt spid="32"/>
                                        </p:tgtEl>
                                      </p:cBhvr>
                                    </p:animEffect>
                                  </p:childTnLst>
                                </p:cTn>
                              </p:par>
                              <p:par>
                                <p:cTn id="172" presetID="53" presetClass="entr" presetSubtype="16" fill="hold" nodeType="withEffect">
                                  <p:stCondLst>
                                    <p:cond delay="1571"/>
                                  </p:stCondLst>
                                  <p:childTnLst>
                                    <p:set>
                                      <p:cBhvr>
                                        <p:cTn id="173" dur="1" fill="hold">
                                          <p:stCondLst>
                                            <p:cond delay="0"/>
                                          </p:stCondLst>
                                        </p:cTn>
                                        <p:tgtEl>
                                          <p:spTgt spid="33"/>
                                        </p:tgtEl>
                                        <p:attrNameLst>
                                          <p:attrName>style.visibility</p:attrName>
                                        </p:attrNameLst>
                                      </p:cBhvr>
                                      <p:to>
                                        <p:strVal val="visible"/>
                                      </p:to>
                                    </p:set>
                                    <p:anim calcmode="lin" valueType="num">
                                      <p:cBhvr>
                                        <p:cTn id="174" dur="500" fill="hold"/>
                                        <p:tgtEl>
                                          <p:spTgt spid="33"/>
                                        </p:tgtEl>
                                        <p:attrNameLst>
                                          <p:attrName>ppt_w</p:attrName>
                                        </p:attrNameLst>
                                      </p:cBhvr>
                                      <p:tavLst>
                                        <p:tav tm="0">
                                          <p:val>
                                            <p:fltVal val="0"/>
                                          </p:val>
                                        </p:tav>
                                        <p:tav tm="100000">
                                          <p:val>
                                            <p:strVal val="#ppt_w"/>
                                          </p:val>
                                        </p:tav>
                                      </p:tavLst>
                                    </p:anim>
                                    <p:anim calcmode="lin" valueType="num">
                                      <p:cBhvr>
                                        <p:cTn id="175" dur="500" fill="hold"/>
                                        <p:tgtEl>
                                          <p:spTgt spid="33"/>
                                        </p:tgtEl>
                                        <p:attrNameLst>
                                          <p:attrName>ppt_h</p:attrName>
                                        </p:attrNameLst>
                                      </p:cBhvr>
                                      <p:tavLst>
                                        <p:tav tm="0">
                                          <p:val>
                                            <p:fltVal val="0"/>
                                          </p:val>
                                        </p:tav>
                                        <p:tav tm="100000">
                                          <p:val>
                                            <p:strVal val="#ppt_h"/>
                                          </p:val>
                                        </p:tav>
                                      </p:tavLst>
                                    </p:anim>
                                    <p:animEffect transition="in" filter="fade">
                                      <p:cBhvr>
                                        <p:cTn id="176" dur="500"/>
                                        <p:tgtEl>
                                          <p:spTgt spid="33"/>
                                        </p:tgtEl>
                                      </p:cBhvr>
                                    </p:animEffect>
                                  </p:childTnLst>
                                </p:cTn>
                              </p:par>
                              <p:par>
                                <p:cTn id="177" presetID="53" presetClass="entr" presetSubtype="16" fill="hold" grpId="0" nodeType="withEffect">
                                  <p:stCondLst>
                                    <p:cond delay="1571"/>
                                  </p:stCondLst>
                                  <p:childTnLst>
                                    <p:set>
                                      <p:cBhvr>
                                        <p:cTn id="178" dur="1" fill="hold">
                                          <p:stCondLst>
                                            <p:cond delay="0"/>
                                          </p:stCondLst>
                                        </p:cTn>
                                        <p:tgtEl>
                                          <p:spTgt spid="34"/>
                                        </p:tgtEl>
                                        <p:attrNameLst>
                                          <p:attrName>style.visibility</p:attrName>
                                        </p:attrNameLst>
                                      </p:cBhvr>
                                      <p:to>
                                        <p:strVal val="visible"/>
                                      </p:to>
                                    </p:set>
                                    <p:anim calcmode="lin" valueType="num">
                                      <p:cBhvr>
                                        <p:cTn id="179" dur="500" fill="hold"/>
                                        <p:tgtEl>
                                          <p:spTgt spid="34"/>
                                        </p:tgtEl>
                                        <p:attrNameLst>
                                          <p:attrName>ppt_w</p:attrName>
                                        </p:attrNameLst>
                                      </p:cBhvr>
                                      <p:tavLst>
                                        <p:tav tm="0">
                                          <p:val>
                                            <p:fltVal val="0"/>
                                          </p:val>
                                        </p:tav>
                                        <p:tav tm="100000">
                                          <p:val>
                                            <p:strVal val="#ppt_w"/>
                                          </p:val>
                                        </p:tav>
                                      </p:tavLst>
                                    </p:anim>
                                    <p:anim calcmode="lin" valueType="num">
                                      <p:cBhvr>
                                        <p:cTn id="180" dur="500" fill="hold"/>
                                        <p:tgtEl>
                                          <p:spTgt spid="34"/>
                                        </p:tgtEl>
                                        <p:attrNameLst>
                                          <p:attrName>ppt_h</p:attrName>
                                        </p:attrNameLst>
                                      </p:cBhvr>
                                      <p:tavLst>
                                        <p:tav tm="0">
                                          <p:val>
                                            <p:fltVal val="0"/>
                                          </p:val>
                                        </p:tav>
                                        <p:tav tm="100000">
                                          <p:val>
                                            <p:strVal val="#ppt_h"/>
                                          </p:val>
                                        </p:tav>
                                      </p:tavLst>
                                    </p:anim>
                                    <p:animEffect transition="in" filter="fade">
                                      <p:cBhvr>
                                        <p:cTn id="181" dur="500"/>
                                        <p:tgtEl>
                                          <p:spTgt spid="34"/>
                                        </p:tgtEl>
                                      </p:cBhvr>
                                    </p:animEffect>
                                  </p:childTnLst>
                                </p:cTn>
                              </p:par>
                              <p:par>
                                <p:cTn id="182" presetID="53" presetClass="entr" presetSubtype="16" fill="hold" nodeType="withEffect">
                                  <p:stCondLst>
                                    <p:cond delay="1729"/>
                                  </p:stCondLst>
                                  <p:childTnLst>
                                    <p:set>
                                      <p:cBhvr>
                                        <p:cTn id="183" dur="1" fill="hold">
                                          <p:stCondLst>
                                            <p:cond delay="0"/>
                                          </p:stCondLst>
                                        </p:cTn>
                                        <p:tgtEl>
                                          <p:spTgt spid="35"/>
                                        </p:tgtEl>
                                        <p:attrNameLst>
                                          <p:attrName>style.visibility</p:attrName>
                                        </p:attrNameLst>
                                      </p:cBhvr>
                                      <p:to>
                                        <p:strVal val="visible"/>
                                      </p:to>
                                    </p:set>
                                    <p:anim calcmode="lin" valueType="num">
                                      <p:cBhvr>
                                        <p:cTn id="184" dur="500" fill="hold"/>
                                        <p:tgtEl>
                                          <p:spTgt spid="35"/>
                                        </p:tgtEl>
                                        <p:attrNameLst>
                                          <p:attrName>ppt_w</p:attrName>
                                        </p:attrNameLst>
                                      </p:cBhvr>
                                      <p:tavLst>
                                        <p:tav tm="0">
                                          <p:val>
                                            <p:fltVal val="0"/>
                                          </p:val>
                                        </p:tav>
                                        <p:tav tm="100000">
                                          <p:val>
                                            <p:strVal val="#ppt_w"/>
                                          </p:val>
                                        </p:tav>
                                      </p:tavLst>
                                    </p:anim>
                                    <p:anim calcmode="lin" valueType="num">
                                      <p:cBhvr>
                                        <p:cTn id="185" dur="500" fill="hold"/>
                                        <p:tgtEl>
                                          <p:spTgt spid="35"/>
                                        </p:tgtEl>
                                        <p:attrNameLst>
                                          <p:attrName>ppt_h</p:attrName>
                                        </p:attrNameLst>
                                      </p:cBhvr>
                                      <p:tavLst>
                                        <p:tav tm="0">
                                          <p:val>
                                            <p:fltVal val="0"/>
                                          </p:val>
                                        </p:tav>
                                        <p:tav tm="100000">
                                          <p:val>
                                            <p:strVal val="#ppt_h"/>
                                          </p:val>
                                        </p:tav>
                                      </p:tavLst>
                                    </p:anim>
                                    <p:animEffect transition="in" filter="fade">
                                      <p:cBhvr>
                                        <p:cTn id="186" dur="500"/>
                                        <p:tgtEl>
                                          <p:spTgt spid="35"/>
                                        </p:tgtEl>
                                      </p:cBhvr>
                                    </p:animEffect>
                                  </p:childTnLst>
                                </p:cTn>
                              </p:par>
                              <p:par>
                                <p:cTn id="187" presetID="53" presetClass="entr" presetSubtype="16" fill="hold" nodeType="withEffect">
                                  <p:stCondLst>
                                    <p:cond delay="1729"/>
                                  </p:stCondLst>
                                  <p:childTnLst>
                                    <p:set>
                                      <p:cBhvr>
                                        <p:cTn id="188" dur="1" fill="hold">
                                          <p:stCondLst>
                                            <p:cond delay="0"/>
                                          </p:stCondLst>
                                        </p:cTn>
                                        <p:tgtEl>
                                          <p:spTgt spid="36"/>
                                        </p:tgtEl>
                                        <p:attrNameLst>
                                          <p:attrName>style.visibility</p:attrName>
                                        </p:attrNameLst>
                                      </p:cBhvr>
                                      <p:to>
                                        <p:strVal val="visible"/>
                                      </p:to>
                                    </p:set>
                                    <p:anim calcmode="lin" valueType="num">
                                      <p:cBhvr>
                                        <p:cTn id="189" dur="500" fill="hold"/>
                                        <p:tgtEl>
                                          <p:spTgt spid="36"/>
                                        </p:tgtEl>
                                        <p:attrNameLst>
                                          <p:attrName>ppt_w</p:attrName>
                                        </p:attrNameLst>
                                      </p:cBhvr>
                                      <p:tavLst>
                                        <p:tav tm="0">
                                          <p:val>
                                            <p:fltVal val="0"/>
                                          </p:val>
                                        </p:tav>
                                        <p:tav tm="100000">
                                          <p:val>
                                            <p:strVal val="#ppt_w"/>
                                          </p:val>
                                        </p:tav>
                                      </p:tavLst>
                                    </p:anim>
                                    <p:anim calcmode="lin" valueType="num">
                                      <p:cBhvr>
                                        <p:cTn id="190" dur="500" fill="hold"/>
                                        <p:tgtEl>
                                          <p:spTgt spid="36"/>
                                        </p:tgtEl>
                                        <p:attrNameLst>
                                          <p:attrName>ppt_h</p:attrName>
                                        </p:attrNameLst>
                                      </p:cBhvr>
                                      <p:tavLst>
                                        <p:tav tm="0">
                                          <p:val>
                                            <p:fltVal val="0"/>
                                          </p:val>
                                        </p:tav>
                                        <p:tav tm="100000">
                                          <p:val>
                                            <p:strVal val="#ppt_h"/>
                                          </p:val>
                                        </p:tav>
                                      </p:tavLst>
                                    </p:anim>
                                    <p:animEffect transition="in" filter="fade">
                                      <p:cBhvr>
                                        <p:cTn id="191" dur="500"/>
                                        <p:tgtEl>
                                          <p:spTgt spid="36"/>
                                        </p:tgtEl>
                                      </p:cBhvr>
                                    </p:animEffect>
                                  </p:childTnLst>
                                </p:cTn>
                              </p:par>
                              <p:par>
                                <p:cTn id="192" presetID="53" presetClass="entr" presetSubtype="16" fill="hold" grpId="0" nodeType="withEffect">
                                  <p:stCondLst>
                                    <p:cond delay="1729"/>
                                  </p:stCondLst>
                                  <p:childTnLst>
                                    <p:set>
                                      <p:cBhvr>
                                        <p:cTn id="193" dur="1" fill="hold">
                                          <p:stCondLst>
                                            <p:cond delay="0"/>
                                          </p:stCondLst>
                                        </p:cTn>
                                        <p:tgtEl>
                                          <p:spTgt spid="37"/>
                                        </p:tgtEl>
                                        <p:attrNameLst>
                                          <p:attrName>style.visibility</p:attrName>
                                        </p:attrNameLst>
                                      </p:cBhvr>
                                      <p:to>
                                        <p:strVal val="visible"/>
                                      </p:to>
                                    </p:set>
                                    <p:anim calcmode="lin" valueType="num">
                                      <p:cBhvr>
                                        <p:cTn id="194" dur="500" fill="hold"/>
                                        <p:tgtEl>
                                          <p:spTgt spid="37"/>
                                        </p:tgtEl>
                                        <p:attrNameLst>
                                          <p:attrName>ppt_w</p:attrName>
                                        </p:attrNameLst>
                                      </p:cBhvr>
                                      <p:tavLst>
                                        <p:tav tm="0">
                                          <p:val>
                                            <p:fltVal val="0"/>
                                          </p:val>
                                        </p:tav>
                                        <p:tav tm="100000">
                                          <p:val>
                                            <p:strVal val="#ppt_w"/>
                                          </p:val>
                                        </p:tav>
                                      </p:tavLst>
                                    </p:anim>
                                    <p:anim calcmode="lin" valueType="num">
                                      <p:cBhvr>
                                        <p:cTn id="195" dur="500" fill="hold"/>
                                        <p:tgtEl>
                                          <p:spTgt spid="37"/>
                                        </p:tgtEl>
                                        <p:attrNameLst>
                                          <p:attrName>ppt_h</p:attrName>
                                        </p:attrNameLst>
                                      </p:cBhvr>
                                      <p:tavLst>
                                        <p:tav tm="0">
                                          <p:val>
                                            <p:fltVal val="0"/>
                                          </p:val>
                                        </p:tav>
                                        <p:tav tm="100000">
                                          <p:val>
                                            <p:strVal val="#ppt_h"/>
                                          </p:val>
                                        </p:tav>
                                      </p:tavLst>
                                    </p:anim>
                                    <p:animEffect transition="in" filter="fade">
                                      <p:cBhvr>
                                        <p:cTn id="196" dur="500"/>
                                        <p:tgtEl>
                                          <p:spTgt spid="37"/>
                                        </p:tgtEl>
                                      </p:cBhvr>
                                    </p:animEffect>
                                  </p:childTnLst>
                                </p:cTn>
                              </p:par>
                              <p:par>
                                <p:cTn id="197" presetID="53" presetClass="entr" presetSubtype="16" fill="hold" nodeType="withEffect">
                                  <p:stCondLst>
                                    <p:cond delay="1886"/>
                                  </p:stCondLst>
                                  <p:childTnLst>
                                    <p:set>
                                      <p:cBhvr>
                                        <p:cTn id="198" dur="1" fill="hold">
                                          <p:stCondLst>
                                            <p:cond delay="0"/>
                                          </p:stCondLst>
                                        </p:cTn>
                                        <p:tgtEl>
                                          <p:spTgt spid="38"/>
                                        </p:tgtEl>
                                        <p:attrNameLst>
                                          <p:attrName>style.visibility</p:attrName>
                                        </p:attrNameLst>
                                      </p:cBhvr>
                                      <p:to>
                                        <p:strVal val="visible"/>
                                      </p:to>
                                    </p:set>
                                    <p:anim calcmode="lin" valueType="num">
                                      <p:cBhvr>
                                        <p:cTn id="199" dur="500" fill="hold"/>
                                        <p:tgtEl>
                                          <p:spTgt spid="38"/>
                                        </p:tgtEl>
                                        <p:attrNameLst>
                                          <p:attrName>ppt_w</p:attrName>
                                        </p:attrNameLst>
                                      </p:cBhvr>
                                      <p:tavLst>
                                        <p:tav tm="0">
                                          <p:val>
                                            <p:fltVal val="0"/>
                                          </p:val>
                                        </p:tav>
                                        <p:tav tm="100000">
                                          <p:val>
                                            <p:strVal val="#ppt_w"/>
                                          </p:val>
                                        </p:tav>
                                      </p:tavLst>
                                    </p:anim>
                                    <p:anim calcmode="lin" valueType="num">
                                      <p:cBhvr>
                                        <p:cTn id="200" dur="500" fill="hold"/>
                                        <p:tgtEl>
                                          <p:spTgt spid="38"/>
                                        </p:tgtEl>
                                        <p:attrNameLst>
                                          <p:attrName>ppt_h</p:attrName>
                                        </p:attrNameLst>
                                      </p:cBhvr>
                                      <p:tavLst>
                                        <p:tav tm="0">
                                          <p:val>
                                            <p:fltVal val="0"/>
                                          </p:val>
                                        </p:tav>
                                        <p:tav tm="100000">
                                          <p:val>
                                            <p:strVal val="#ppt_h"/>
                                          </p:val>
                                        </p:tav>
                                      </p:tavLst>
                                    </p:anim>
                                    <p:animEffect transition="in" filter="fade">
                                      <p:cBhvr>
                                        <p:cTn id="201" dur="500"/>
                                        <p:tgtEl>
                                          <p:spTgt spid="38"/>
                                        </p:tgtEl>
                                      </p:cBhvr>
                                    </p:animEffect>
                                  </p:childTnLst>
                                </p:cTn>
                              </p:par>
                              <p:par>
                                <p:cTn id="202" presetID="53" presetClass="entr" presetSubtype="16" fill="hold" nodeType="withEffect">
                                  <p:stCondLst>
                                    <p:cond delay="1886"/>
                                  </p:stCondLst>
                                  <p:childTnLst>
                                    <p:set>
                                      <p:cBhvr>
                                        <p:cTn id="203" dur="1" fill="hold">
                                          <p:stCondLst>
                                            <p:cond delay="0"/>
                                          </p:stCondLst>
                                        </p:cTn>
                                        <p:tgtEl>
                                          <p:spTgt spid="39"/>
                                        </p:tgtEl>
                                        <p:attrNameLst>
                                          <p:attrName>style.visibility</p:attrName>
                                        </p:attrNameLst>
                                      </p:cBhvr>
                                      <p:to>
                                        <p:strVal val="visible"/>
                                      </p:to>
                                    </p:set>
                                    <p:anim calcmode="lin" valueType="num">
                                      <p:cBhvr>
                                        <p:cTn id="204" dur="500" fill="hold"/>
                                        <p:tgtEl>
                                          <p:spTgt spid="39"/>
                                        </p:tgtEl>
                                        <p:attrNameLst>
                                          <p:attrName>ppt_w</p:attrName>
                                        </p:attrNameLst>
                                      </p:cBhvr>
                                      <p:tavLst>
                                        <p:tav tm="0">
                                          <p:val>
                                            <p:fltVal val="0"/>
                                          </p:val>
                                        </p:tav>
                                        <p:tav tm="100000">
                                          <p:val>
                                            <p:strVal val="#ppt_w"/>
                                          </p:val>
                                        </p:tav>
                                      </p:tavLst>
                                    </p:anim>
                                    <p:anim calcmode="lin" valueType="num">
                                      <p:cBhvr>
                                        <p:cTn id="205" dur="500" fill="hold"/>
                                        <p:tgtEl>
                                          <p:spTgt spid="39"/>
                                        </p:tgtEl>
                                        <p:attrNameLst>
                                          <p:attrName>ppt_h</p:attrName>
                                        </p:attrNameLst>
                                      </p:cBhvr>
                                      <p:tavLst>
                                        <p:tav tm="0">
                                          <p:val>
                                            <p:fltVal val="0"/>
                                          </p:val>
                                        </p:tav>
                                        <p:tav tm="100000">
                                          <p:val>
                                            <p:strVal val="#ppt_h"/>
                                          </p:val>
                                        </p:tav>
                                      </p:tavLst>
                                    </p:anim>
                                    <p:animEffect transition="in" filter="fade">
                                      <p:cBhvr>
                                        <p:cTn id="206" dur="500"/>
                                        <p:tgtEl>
                                          <p:spTgt spid="39"/>
                                        </p:tgtEl>
                                      </p:cBhvr>
                                    </p:animEffect>
                                  </p:childTnLst>
                                </p:cTn>
                              </p:par>
                              <p:par>
                                <p:cTn id="207" presetID="53" presetClass="entr" presetSubtype="16" fill="hold" grpId="0" nodeType="withEffect">
                                  <p:stCondLst>
                                    <p:cond delay="1886"/>
                                  </p:stCondLst>
                                  <p:childTnLst>
                                    <p:set>
                                      <p:cBhvr>
                                        <p:cTn id="208" dur="1" fill="hold">
                                          <p:stCondLst>
                                            <p:cond delay="0"/>
                                          </p:stCondLst>
                                        </p:cTn>
                                        <p:tgtEl>
                                          <p:spTgt spid="40"/>
                                        </p:tgtEl>
                                        <p:attrNameLst>
                                          <p:attrName>style.visibility</p:attrName>
                                        </p:attrNameLst>
                                      </p:cBhvr>
                                      <p:to>
                                        <p:strVal val="visible"/>
                                      </p:to>
                                    </p:set>
                                    <p:anim calcmode="lin" valueType="num">
                                      <p:cBhvr>
                                        <p:cTn id="209" dur="500" fill="hold"/>
                                        <p:tgtEl>
                                          <p:spTgt spid="40"/>
                                        </p:tgtEl>
                                        <p:attrNameLst>
                                          <p:attrName>ppt_w</p:attrName>
                                        </p:attrNameLst>
                                      </p:cBhvr>
                                      <p:tavLst>
                                        <p:tav tm="0">
                                          <p:val>
                                            <p:fltVal val="0"/>
                                          </p:val>
                                        </p:tav>
                                        <p:tav tm="100000">
                                          <p:val>
                                            <p:strVal val="#ppt_w"/>
                                          </p:val>
                                        </p:tav>
                                      </p:tavLst>
                                    </p:anim>
                                    <p:anim calcmode="lin" valueType="num">
                                      <p:cBhvr>
                                        <p:cTn id="210" dur="500" fill="hold"/>
                                        <p:tgtEl>
                                          <p:spTgt spid="40"/>
                                        </p:tgtEl>
                                        <p:attrNameLst>
                                          <p:attrName>ppt_h</p:attrName>
                                        </p:attrNameLst>
                                      </p:cBhvr>
                                      <p:tavLst>
                                        <p:tav tm="0">
                                          <p:val>
                                            <p:fltVal val="0"/>
                                          </p:val>
                                        </p:tav>
                                        <p:tav tm="100000">
                                          <p:val>
                                            <p:strVal val="#ppt_h"/>
                                          </p:val>
                                        </p:tav>
                                      </p:tavLst>
                                    </p:anim>
                                    <p:animEffect transition="in" filter="fade">
                                      <p:cBhvr>
                                        <p:cTn id="211" dur="500"/>
                                        <p:tgtEl>
                                          <p:spTgt spid="40"/>
                                        </p:tgtEl>
                                      </p:cBhvr>
                                    </p:animEffect>
                                  </p:childTnLst>
                                </p:cTn>
                              </p:par>
                              <p:par>
                                <p:cTn id="212" presetID="10" presetClass="entr" presetSubtype="0" fill="hold" nodeType="withEffect">
                                  <p:stCondLst>
                                    <p:cond delay="2043"/>
                                  </p:stCondLst>
                                  <p:childTnLst>
                                    <p:set>
                                      <p:cBhvr>
                                        <p:cTn id="213" dur="1" fill="hold">
                                          <p:stCondLst>
                                            <p:cond delay="0"/>
                                          </p:stCondLst>
                                        </p:cTn>
                                        <p:tgtEl>
                                          <p:spTgt spid="41"/>
                                        </p:tgtEl>
                                        <p:attrNameLst>
                                          <p:attrName>style.visibility</p:attrName>
                                        </p:attrNameLst>
                                      </p:cBhvr>
                                      <p:to>
                                        <p:strVal val="visible"/>
                                      </p:to>
                                    </p:set>
                                    <p:animEffect transition="in" filter="fade">
                                      <p:cBhvr>
                                        <p:cTn id="214" dur="600"/>
                                        <p:tgtEl>
                                          <p:spTgt spid="41"/>
                                        </p:tgtEl>
                                      </p:cBhvr>
                                    </p:animEffect>
                                  </p:childTnLst>
                                </p:cTn>
                              </p:par>
                              <p:par>
                                <p:cTn id="215" presetID="53" presetClass="entr" presetSubtype="16" fill="hold" nodeType="withEffect">
                                  <p:stCondLst>
                                    <p:cond delay="2200"/>
                                  </p:stCondLst>
                                  <p:childTnLst>
                                    <p:set>
                                      <p:cBhvr>
                                        <p:cTn id="216" dur="1" fill="hold">
                                          <p:stCondLst>
                                            <p:cond delay="0"/>
                                          </p:stCondLst>
                                        </p:cTn>
                                        <p:tgtEl>
                                          <p:spTgt spid="42"/>
                                        </p:tgtEl>
                                        <p:attrNameLst>
                                          <p:attrName>style.visibility</p:attrName>
                                        </p:attrNameLst>
                                      </p:cBhvr>
                                      <p:to>
                                        <p:strVal val="visible"/>
                                      </p:to>
                                    </p:set>
                                    <p:anim calcmode="lin" valueType="num">
                                      <p:cBhvr>
                                        <p:cTn id="217" dur="500" fill="hold"/>
                                        <p:tgtEl>
                                          <p:spTgt spid="42"/>
                                        </p:tgtEl>
                                        <p:attrNameLst>
                                          <p:attrName>ppt_w</p:attrName>
                                        </p:attrNameLst>
                                      </p:cBhvr>
                                      <p:tavLst>
                                        <p:tav tm="0">
                                          <p:val>
                                            <p:fltVal val="0"/>
                                          </p:val>
                                        </p:tav>
                                        <p:tav tm="100000">
                                          <p:val>
                                            <p:strVal val="#ppt_w"/>
                                          </p:val>
                                        </p:tav>
                                      </p:tavLst>
                                    </p:anim>
                                    <p:anim calcmode="lin" valueType="num">
                                      <p:cBhvr>
                                        <p:cTn id="218" dur="500" fill="hold"/>
                                        <p:tgtEl>
                                          <p:spTgt spid="42"/>
                                        </p:tgtEl>
                                        <p:attrNameLst>
                                          <p:attrName>ppt_h</p:attrName>
                                        </p:attrNameLst>
                                      </p:cBhvr>
                                      <p:tavLst>
                                        <p:tav tm="0">
                                          <p:val>
                                            <p:fltVal val="0"/>
                                          </p:val>
                                        </p:tav>
                                        <p:tav tm="100000">
                                          <p:val>
                                            <p:strVal val="#ppt_h"/>
                                          </p:val>
                                        </p:tav>
                                      </p:tavLst>
                                    </p:anim>
                                    <p:animEffect transition="in" filter="fade">
                                      <p:cBhvr>
                                        <p:cTn id="219" dur="500"/>
                                        <p:tgtEl>
                                          <p:spTgt spid="42"/>
                                        </p:tgtEl>
                                      </p:cBhvr>
                                    </p:animEffect>
                                  </p:childTnLst>
                                </p:cTn>
                              </p:par>
                              <p:par>
                                <p:cTn id="220" presetID="53" presetClass="entr" presetSubtype="16" fill="hold" grpId="0" nodeType="withEffect">
                                  <p:stCondLst>
                                    <p:cond delay="2200"/>
                                  </p:stCondLst>
                                  <p:childTnLst>
                                    <p:set>
                                      <p:cBhvr>
                                        <p:cTn id="221" dur="1" fill="hold">
                                          <p:stCondLst>
                                            <p:cond delay="0"/>
                                          </p:stCondLst>
                                        </p:cTn>
                                        <p:tgtEl>
                                          <p:spTgt spid="43"/>
                                        </p:tgtEl>
                                        <p:attrNameLst>
                                          <p:attrName>style.visibility</p:attrName>
                                        </p:attrNameLst>
                                      </p:cBhvr>
                                      <p:to>
                                        <p:strVal val="visible"/>
                                      </p:to>
                                    </p:set>
                                    <p:anim calcmode="lin" valueType="num">
                                      <p:cBhvr>
                                        <p:cTn id="222" dur="500" fill="hold"/>
                                        <p:tgtEl>
                                          <p:spTgt spid="43"/>
                                        </p:tgtEl>
                                        <p:attrNameLst>
                                          <p:attrName>ppt_w</p:attrName>
                                        </p:attrNameLst>
                                      </p:cBhvr>
                                      <p:tavLst>
                                        <p:tav tm="0">
                                          <p:val>
                                            <p:fltVal val="0"/>
                                          </p:val>
                                        </p:tav>
                                        <p:tav tm="100000">
                                          <p:val>
                                            <p:strVal val="#ppt_w"/>
                                          </p:val>
                                        </p:tav>
                                      </p:tavLst>
                                    </p:anim>
                                    <p:anim calcmode="lin" valueType="num">
                                      <p:cBhvr>
                                        <p:cTn id="223" dur="500" fill="hold"/>
                                        <p:tgtEl>
                                          <p:spTgt spid="43"/>
                                        </p:tgtEl>
                                        <p:attrNameLst>
                                          <p:attrName>ppt_h</p:attrName>
                                        </p:attrNameLst>
                                      </p:cBhvr>
                                      <p:tavLst>
                                        <p:tav tm="0">
                                          <p:val>
                                            <p:fltVal val="0"/>
                                          </p:val>
                                        </p:tav>
                                        <p:tav tm="100000">
                                          <p:val>
                                            <p:strVal val="#ppt_h"/>
                                          </p:val>
                                        </p:tav>
                                      </p:tavLst>
                                    </p:anim>
                                    <p:animEffect transition="in" filter="fade">
                                      <p:cBhvr>
                                        <p:cTn id="224" dur="500"/>
                                        <p:tgtEl>
                                          <p:spTgt spid="43"/>
                                        </p:tgtEl>
                                      </p:cBhvr>
                                    </p:animEffect>
                                  </p:childTnLst>
                                </p:cTn>
                              </p:par>
                              <p:par>
                                <p:cTn id="225" presetID="53" presetClass="entr" presetSubtype="16" fill="hold" grpId="0" nodeType="withEffect">
                                  <p:stCondLst>
                                    <p:cond delay="2200"/>
                                  </p:stCondLst>
                                  <p:childTnLst>
                                    <p:set>
                                      <p:cBhvr>
                                        <p:cTn id="226" dur="1" fill="hold">
                                          <p:stCondLst>
                                            <p:cond delay="0"/>
                                          </p:stCondLst>
                                        </p:cTn>
                                        <p:tgtEl>
                                          <p:spTgt spid="44"/>
                                        </p:tgtEl>
                                        <p:attrNameLst>
                                          <p:attrName>style.visibility</p:attrName>
                                        </p:attrNameLst>
                                      </p:cBhvr>
                                      <p:to>
                                        <p:strVal val="visible"/>
                                      </p:to>
                                    </p:set>
                                    <p:anim calcmode="lin" valueType="num">
                                      <p:cBhvr>
                                        <p:cTn id="227" dur="500" fill="hold"/>
                                        <p:tgtEl>
                                          <p:spTgt spid="44"/>
                                        </p:tgtEl>
                                        <p:attrNameLst>
                                          <p:attrName>ppt_w</p:attrName>
                                        </p:attrNameLst>
                                      </p:cBhvr>
                                      <p:tavLst>
                                        <p:tav tm="0">
                                          <p:val>
                                            <p:fltVal val="0"/>
                                          </p:val>
                                        </p:tav>
                                        <p:tav tm="100000">
                                          <p:val>
                                            <p:strVal val="#ppt_w"/>
                                          </p:val>
                                        </p:tav>
                                      </p:tavLst>
                                    </p:anim>
                                    <p:anim calcmode="lin" valueType="num">
                                      <p:cBhvr>
                                        <p:cTn id="228" dur="500" fill="hold"/>
                                        <p:tgtEl>
                                          <p:spTgt spid="44"/>
                                        </p:tgtEl>
                                        <p:attrNameLst>
                                          <p:attrName>ppt_h</p:attrName>
                                        </p:attrNameLst>
                                      </p:cBhvr>
                                      <p:tavLst>
                                        <p:tav tm="0">
                                          <p:val>
                                            <p:fltVal val="0"/>
                                          </p:val>
                                        </p:tav>
                                        <p:tav tm="100000">
                                          <p:val>
                                            <p:strVal val="#ppt_h"/>
                                          </p:val>
                                        </p:tav>
                                      </p:tavLst>
                                    </p:anim>
                                    <p:animEffect transition="in" filter="fade">
                                      <p:cBhvr>
                                        <p:cTn id="22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8" grpId="0" animBg="1"/>
      <p:bldP spid="11" grpId="0" animBg="1"/>
      <p:bldP spid="12" grpId="0" animBg="1"/>
      <p:bldP spid="15" grpId="0" animBg="1"/>
      <p:bldP spid="16" grpId="0" animBg="1"/>
      <p:bldP spid="19" grpId="0" animBg="1"/>
      <p:bldP spid="20" grpId="0" animBg="1"/>
      <p:bldP spid="23" grpId="0" animBg="1"/>
      <p:bldP spid="24" grpId="0" animBg="1"/>
      <p:bldP spid="25" grpId="0" animBg="1"/>
      <p:bldP spid="28" grpId="0" animBg="1"/>
      <p:bldP spid="31" grpId="0" animBg="1"/>
      <p:bldP spid="34" grpId="0" animBg="1"/>
      <p:bldP spid="37" grpId="0" animBg="1"/>
      <p:bldP spid="40" grpId="0" animBg="1"/>
      <p:bldP spid="43" grpId="0" animBg="1"/>
      <p:bldP spid="4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nim|1|fade|474"/>
          <p:cNvSpPr txBox="1"/>
          <p:nvPr/>
        </p:nvSpPr>
        <p:spPr>
          <a:xfrm>
            <a:off x="548640" y="502920"/>
            <a:ext cx="11094415" cy="365760"/>
          </a:xfrm>
          <a:prstGeom prst="rect">
            <a:avLst/>
          </a:prstGeom>
          <a:noFill/>
          <a:ln/>
        </p:spPr>
        <p:txBody>
          <a:bodyPr wrap="square" lIns="0" tIns="0" rIns="0" bIns="0" rtlCol="0" anchor="t"/>
          <a:lstStyle/>
          <a:p>
            <a:pPr marL="0" indent="0" algn="r" rtl="1">
              <a:buNone/>
            </a:pPr>
            <a:r>
              <a:rPr lang="ar-IQ" altLang="en-US" sz="1400" b="1" dirty="0">
                <a:solidFill>
                  <a:srgbClr val="B08D57"/>
                </a:solidFill>
                <a:latin typeface="Segoe UI" pitchFamily="34" charset="0"/>
                <a:ea typeface="Segoe UI" pitchFamily="34" charset="-122"/>
                <a:cs typeface="Segoe UI" pitchFamily="34" charset="-120"/>
              </a:rPr>
              <a:t>الرؤية المستقبلية</a:t>
            </a:r>
            <a:endParaRPr lang="ar-IQ" sz="1400" dirty="0"/>
          </a:p>
        </p:txBody>
      </p:sp>
      <p:sp>
        <p:nvSpPr>
          <p:cNvPr id="3" name="anim|1|fade|475"/>
          <p:cNvSpPr txBox="1"/>
          <p:nvPr/>
        </p:nvSpPr>
        <p:spPr>
          <a:xfrm>
            <a:off x="548640" y="822960"/>
            <a:ext cx="11094415" cy="914400"/>
          </a:xfrm>
          <a:prstGeom prst="rect">
            <a:avLst/>
          </a:prstGeom>
          <a:noFill/>
          <a:ln/>
        </p:spPr>
        <p:txBody>
          <a:bodyPr wrap="square" lIns="0" tIns="0" rIns="0" bIns="0" rtlCol="0" anchor="t"/>
          <a:lstStyle/>
          <a:p>
            <a:pPr marL="0" indent="0" algn="r" rtl="1">
              <a:buNone/>
            </a:pPr>
            <a:r>
              <a:rPr lang="ar-IQ" altLang="en-US" sz="3400" b="1" dirty="0">
                <a:solidFill>
                  <a:srgbClr val="221C1B"/>
                </a:solidFill>
                <a:latin typeface="Segoe UI" pitchFamily="34" charset="0"/>
                <a:ea typeface="Segoe UI" pitchFamily="34" charset="-122"/>
                <a:cs typeface="Segoe UI" pitchFamily="34" charset="-120"/>
              </a:rPr>
              <a:t>اليوم نحل مشكلة البحث... غدًا نبني منصة المناسبات</a:t>
            </a:r>
            <a:endParaRPr lang="ar-IQ" sz="3400" dirty="0"/>
          </a:p>
        </p:txBody>
      </p:sp>
      <p:sp>
        <p:nvSpPr>
          <p:cNvPr id="4" name="anim|2|wipe|476"/>
          <p:cNvSpPr/>
          <p:nvPr/>
        </p:nvSpPr>
        <p:spPr>
          <a:xfrm>
            <a:off x="2263140" y="2331720"/>
            <a:ext cx="7665415" cy="0"/>
          </a:xfrm>
          <a:prstGeom prst="line">
            <a:avLst/>
          </a:prstGeom>
          <a:noFill/>
          <a:ln w="25400">
            <a:solidFill>
              <a:srgbClr val="E8D8BD"/>
            </a:solidFill>
            <a:prstDash val="solid"/>
          </a:ln>
        </p:spPr>
      </p:sp>
      <p:sp>
        <p:nvSpPr>
          <p:cNvPr id="5" name="anim|3|rise|477"/>
          <p:cNvSpPr/>
          <p:nvPr/>
        </p:nvSpPr>
        <p:spPr>
          <a:xfrm>
            <a:off x="9745675" y="2148840"/>
            <a:ext cx="365760" cy="365760"/>
          </a:xfrm>
          <a:prstGeom prst="ellipse">
            <a:avLst/>
          </a:prstGeom>
          <a:solidFill>
            <a:srgbClr val="6E1E33"/>
          </a:solidFill>
          <a:ln w="25400">
            <a:solidFill>
              <a:srgbClr val="FFFFFF"/>
            </a:solidFill>
            <a:prstDash val="solid"/>
          </a:ln>
        </p:spPr>
      </p:sp>
      <p:sp>
        <p:nvSpPr>
          <p:cNvPr id="6" name="anim|3|rise|478"/>
          <p:cNvSpPr txBox="1"/>
          <p:nvPr/>
        </p:nvSpPr>
        <p:spPr>
          <a:xfrm>
            <a:off x="8214055" y="2697480"/>
            <a:ext cx="3429000" cy="502920"/>
          </a:xfrm>
          <a:prstGeom prst="rect">
            <a:avLst/>
          </a:prstGeom>
          <a:noFill/>
          <a:ln/>
        </p:spPr>
        <p:txBody>
          <a:bodyPr wrap="square" lIns="0" tIns="0" rIns="0" bIns="0" rtlCol="0" anchor="t"/>
          <a:lstStyle/>
          <a:p>
            <a:pPr marL="0" indent="0" algn="ctr" rtl="1">
              <a:buNone/>
            </a:pPr>
            <a:r>
              <a:rPr lang="ar-IQ" altLang="en-US" sz="2400" b="1" dirty="0">
                <a:solidFill>
                  <a:srgbClr val="6E1E33"/>
                </a:solidFill>
                <a:latin typeface="Segoe UI" pitchFamily="34" charset="0"/>
                <a:ea typeface="Segoe UI" pitchFamily="34" charset="-122"/>
                <a:cs typeface="Segoe UI" pitchFamily="34" charset="-120"/>
              </a:rPr>
              <a:t>اليوم</a:t>
            </a:r>
            <a:endParaRPr lang="ar-IQ" sz="2400" dirty="0"/>
          </a:p>
        </p:txBody>
      </p:sp>
      <p:sp>
        <p:nvSpPr>
          <p:cNvPr id="7" name="anim|3|rise|479"/>
          <p:cNvSpPr txBox="1"/>
          <p:nvPr/>
        </p:nvSpPr>
        <p:spPr>
          <a:xfrm>
            <a:off x="8214055" y="3154680"/>
            <a:ext cx="3429000" cy="36576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متوفر الآن</a:t>
            </a:r>
            <a:endParaRPr lang="ar-IQ" sz="1300" dirty="0"/>
          </a:p>
        </p:txBody>
      </p:sp>
      <p:sp>
        <p:nvSpPr>
          <p:cNvPr id="8" name="anim|3|rise|480"/>
          <p:cNvSpPr/>
          <p:nvPr/>
        </p:nvSpPr>
        <p:spPr>
          <a:xfrm>
            <a:off x="8214055" y="370332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9" name="anim|3|rise|481" descr="C:\Users\AL-NOOR\Downloads\app-research-lab\app-research-lab\presentation\assets\icons\search_maroon.png"/>
          <p:cNvPicPr>
            <a:picLocks noChangeAspect="1"/>
          </p:cNvPicPr>
          <p:nvPr/>
        </p:nvPicPr>
        <p:blipFill>
          <a:blip r:embed="rId4"/>
          <a:stretch>
            <a:fillRect/>
          </a:stretch>
        </p:blipFill>
        <p:spPr>
          <a:xfrm>
            <a:off x="11140135" y="3867912"/>
            <a:ext cx="292608" cy="292608"/>
          </a:xfrm>
          <a:prstGeom prst="rect">
            <a:avLst/>
          </a:prstGeom>
        </p:spPr>
      </p:pic>
      <p:sp>
        <p:nvSpPr>
          <p:cNvPr id="10" name="anim|3|rise|482"/>
          <p:cNvSpPr txBox="1"/>
          <p:nvPr/>
        </p:nvSpPr>
        <p:spPr>
          <a:xfrm>
            <a:off x="8396935" y="3703320"/>
            <a:ext cx="2606040" cy="621792"/>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اكتشاف منظم</a:t>
            </a:r>
            <a:endParaRPr lang="ar-IQ" sz="1500" dirty="0"/>
          </a:p>
        </p:txBody>
      </p:sp>
      <p:sp>
        <p:nvSpPr>
          <p:cNvPr id="11" name="anim|3|rise|483"/>
          <p:cNvSpPr/>
          <p:nvPr/>
        </p:nvSpPr>
        <p:spPr>
          <a:xfrm>
            <a:off x="8214055" y="448056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12" name="anim|3|rise|484" descr="C:\Users\AL-NOOR\Downloads\app-research-lab\app-research-lab\presentation\assets\icons\headset_maroon.png"/>
          <p:cNvPicPr>
            <a:picLocks noChangeAspect="1"/>
          </p:cNvPicPr>
          <p:nvPr/>
        </p:nvPicPr>
        <p:blipFill>
          <a:blip r:embed="rId5"/>
          <a:stretch>
            <a:fillRect/>
          </a:stretch>
        </p:blipFill>
        <p:spPr>
          <a:xfrm>
            <a:off x="11140135" y="4645152"/>
            <a:ext cx="292608" cy="292608"/>
          </a:xfrm>
          <a:prstGeom prst="rect">
            <a:avLst/>
          </a:prstGeom>
        </p:spPr>
      </p:pic>
      <p:sp>
        <p:nvSpPr>
          <p:cNvPr id="13" name="anim|3|rise|485"/>
          <p:cNvSpPr txBox="1"/>
          <p:nvPr/>
        </p:nvSpPr>
        <p:spPr>
          <a:xfrm>
            <a:off x="8396935" y="4480560"/>
            <a:ext cx="2606040" cy="621792"/>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طلب تواصل ومتابعة</a:t>
            </a:r>
            <a:endParaRPr lang="ar-IQ" sz="1500" dirty="0"/>
          </a:p>
        </p:txBody>
      </p:sp>
      <p:sp>
        <p:nvSpPr>
          <p:cNvPr id="14" name="anim|3|rise|486"/>
          <p:cNvSpPr/>
          <p:nvPr/>
        </p:nvSpPr>
        <p:spPr>
          <a:xfrm>
            <a:off x="8214055" y="525780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15" name="anim|3|rise|487" descr="C:\Users\AL-NOOR\Downloads\app-research-lab\app-research-lab\presentation\assets\icons\store_maroon.png"/>
          <p:cNvPicPr>
            <a:picLocks noChangeAspect="1"/>
          </p:cNvPicPr>
          <p:nvPr/>
        </p:nvPicPr>
        <p:blipFill>
          <a:blip r:embed="rId6"/>
          <a:stretch>
            <a:fillRect/>
          </a:stretch>
        </p:blipFill>
        <p:spPr>
          <a:xfrm>
            <a:off x="11140135" y="5422392"/>
            <a:ext cx="292608" cy="292608"/>
          </a:xfrm>
          <a:prstGeom prst="rect">
            <a:avLst/>
          </a:prstGeom>
        </p:spPr>
      </p:pic>
      <p:sp>
        <p:nvSpPr>
          <p:cNvPr id="16" name="anim|3|rise|488"/>
          <p:cNvSpPr txBox="1"/>
          <p:nvPr/>
        </p:nvSpPr>
        <p:spPr>
          <a:xfrm>
            <a:off x="8396935" y="5257800"/>
            <a:ext cx="2606040" cy="621792"/>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بوابة المزوّد</a:t>
            </a:r>
            <a:endParaRPr lang="ar-IQ" sz="1500" dirty="0"/>
          </a:p>
        </p:txBody>
      </p:sp>
      <p:sp>
        <p:nvSpPr>
          <p:cNvPr id="17" name="anim|4|rise|489"/>
          <p:cNvSpPr/>
          <p:nvPr/>
        </p:nvSpPr>
        <p:spPr>
          <a:xfrm>
            <a:off x="5912968" y="2148840"/>
            <a:ext cx="365760" cy="365760"/>
          </a:xfrm>
          <a:prstGeom prst="ellipse">
            <a:avLst/>
          </a:prstGeom>
          <a:solidFill>
            <a:srgbClr val="B08D57"/>
          </a:solidFill>
          <a:ln w="25400">
            <a:solidFill>
              <a:srgbClr val="FFFFFF"/>
            </a:solidFill>
            <a:prstDash val="solid"/>
          </a:ln>
        </p:spPr>
      </p:sp>
      <p:sp>
        <p:nvSpPr>
          <p:cNvPr id="18" name="anim|4|rise|490"/>
          <p:cNvSpPr txBox="1"/>
          <p:nvPr/>
        </p:nvSpPr>
        <p:spPr>
          <a:xfrm>
            <a:off x="4381348" y="2697480"/>
            <a:ext cx="3429000" cy="502920"/>
          </a:xfrm>
          <a:prstGeom prst="rect">
            <a:avLst/>
          </a:prstGeom>
          <a:noFill/>
          <a:ln/>
        </p:spPr>
        <p:txBody>
          <a:bodyPr wrap="square" lIns="0" tIns="0" rIns="0" bIns="0" rtlCol="0" anchor="t"/>
          <a:lstStyle/>
          <a:p>
            <a:pPr marL="0" indent="0" algn="ctr" rtl="1">
              <a:buNone/>
            </a:pPr>
            <a:r>
              <a:rPr lang="ar-IQ" altLang="en-US" sz="2400" b="1" dirty="0">
                <a:solidFill>
                  <a:srgbClr val="B08D57"/>
                </a:solidFill>
                <a:latin typeface="Segoe UI" pitchFamily="34" charset="0"/>
                <a:ea typeface="Segoe UI" pitchFamily="34" charset="-122"/>
                <a:cs typeface="Segoe UI" pitchFamily="34" charset="-120"/>
              </a:rPr>
              <a:t>قريباً</a:t>
            </a:r>
            <a:endParaRPr lang="ar-IQ" sz="2400" dirty="0"/>
          </a:p>
        </p:txBody>
      </p:sp>
      <p:sp>
        <p:nvSpPr>
          <p:cNvPr id="19" name="anim|4|rise|491"/>
          <p:cNvSpPr txBox="1"/>
          <p:nvPr/>
        </p:nvSpPr>
        <p:spPr>
          <a:xfrm>
            <a:off x="4381348" y="3154680"/>
            <a:ext cx="3429000" cy="36576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الخطوة التالية</a:t>
            </a:r>
            <a:endParaRPr lang="ar-IQ" sz="1300" dirty="0"/>
          </a:p>
        </p:txBody>
      </p:sp>
      <p:sp>
        <p:nvSpPr>
          <p:cNvPr id="20" name="anim|4|rise|492"/>
          <p:cNvSpPr/>
          <p:nvPr/>
        </p:nvSpPr>
        <p:spPr>
          <a:xfrm>
            <a:off x="4381348" y="370332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21" name="anim|4|rise|493" descr="C:\Users\AL-NOOR\Downloads\app-research-lab\app-research-lab\presentation\assets\icons\people_gold.png"/>
          <p:cNvPicPr>
            <a:picLocks noChangeAspect="1"/>
          </p:cNvPicPr>
          <p:nvPr/>
        </p:nvPicPr>
        <p:blipFill>
          <a:blip r:embed="rId7"/>
          <a:stretch>
            <a:fillRect/>
          </a:stretch>
        </p:blipFill>
        <p:spPr>
          <a:xfrm>
            <a:off x="7307428" y="3867912"/>
            <a:ext cx="292608" cy="292608"/>
          </a:xfrm>
          <a:prstGeom prst="rect">
            <a:avLst/>
          </a:prstGeom>
        </p:spPr>
      </p:pic>
      <p:sp>
        <p:nvSpPr>
          <p:cNvPr id="22" name="anim|4|rise|494"/>
          <p:cNvSpPr txBox="1"/>
          <p:nvPr/>
        </p:nvSpPr>
        <p:spPr>
          <a:xfrm>
            <a:off x="4564228" y="3703320"/>
            <a:ext cx="2606040" cy="621792"/>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مزودون أكثر: تجميل وسيارات</a:t>
            </a:r>
            <a:endParaRPr lang="ar-IQ" sz="1500" dirty="0"/>
          </a:p>
        </p:txBody>
      </p:sp>
      <p:sp>
        <p:nvSpPr>
          <p:cNvPr id="23" name="anim|4|rise|495"/>
          <p:cNvSpPr/>
          <p:nvPr/>
        </p:nvSpPr>
        <p:spPr>
          <a:xfrm>
            <a:off x="4381348" y="448056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24" name="anim|4|rise|496" descr="C:\Users\AL-NOOR\Downloads\app-research-lab\app-research-lab\presentation\assets\icons\gift_gold.png"/>
          <p:cNvPicPr>
            <a:picLocks noChangeAspect="1"/>
          </p:cNvPicPr>
          <p:nvPr/>
        </p:nvPicPr>
        <p:blipFill>
          <a:blip r:embed="rId8"/>
          <a:stretch>
            <a:fillRect/>
          </a:stretch>
        </p:blipFill>
        <p:spPr>
          <a:xfrm>
            <a:off x="7307428" y="4645152"/>
            <a:ext cx="292608" cy="292608"/>
          </a:xfrm>
          <a:prstGeom prst="rect">
            <a:avLst/>
          </a:prstGeom>
        </p:spPr>
      </p:pic>
      <p:sp>
        <p:nvSpPr>
          <p:cNvPr id="25" name="anim|4|rise|497"/>
          <p:cNvSpPr txBox="1"/>
          <p:nvPr/>
        </p:nvSpPr>
        <p:spPr>
          <a:xfrm>
            <a:off x="4564228" y="4480560"/>
            <a:ext cx="2606040" cy="621792"/>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حزم مناسبات كاملة</a:t>
            </a:r>
            <a:endParaRPr lang="ar-IQ" sz="1500" dirty="0"/>
          </a:p>
        </p:txBody>
      </p:sp>
      <p:sp>
        <p:nvSpPr>
          <p:cNvPr id="26" name="anim|4|rise|498"/>
          <p:cNvSpPr/>
          <p:nvPr/>
        </p:nvSpPr>
        <p:spPr>
          <a:xfrm>
            <a:off x="4381348" y="525780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27" name="anim|4|rise|499" descr="C:\Users\AL-NOOR\Downloads\app-research-lab\app-research-lab\presentation\assets\icons\listcheck_gold.png"/>
          <p:cNvPicPr>
            <a:picLocks noChangeAspect="1"/>
          </p:cNvPicPr>
          <p:nvPr/>
        </p:nvPicPr>
        <p:blipFill>
          <a:blip r:embed="rId9"/>
          <a:stretch>
            <a:fillRect/>
          </a:stretch>
        </p:blipFill>
        <p:spPr>
          <a:xfrm>
            <a:off x="7307428" y="5422392"/>
            <a:ext cx="292608" cy="292608"/>
          </a:xfrm>
          <a:prstGeom prst="rect">
            <a:avLst/>
          </a:prstGeom>
        </p:spPr>
      </p:pic>
      <p:sp>
        <p:nvSpPr>
          <p:cNvPr id="28" name="anim|4|rise|500"/>
          <p:cNvSpPr txBox="1"/>
          <p:nvPr/>
        </p:nvSpPr>
        <p:spPr>
          <a:xfrm>
            <a:off x="4564228" y="5257800"/>
            <a:ext cx="2606040" cy="621792"/>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إدارة الطلبات</a:t>
            </a:r>
            <a:endParaRPr lang="ar-IQ" sz="1500" dirty="0"/>
          </a:p>
        </p:txBody>
      </p:sp>
      <p:sp>
        <p:nvSpPr>
          <p:cNvPr id="29" name="anim|5|rise|501"/>
          <p:cNvSpPr/>
          <p:nvPr/>
        </p:nvSpPr>
        <p:spPr>
          <a:xfrm>
            <a:off x="2080260" y="2148840"/>
            <a:ext cx="365760" cy="365760"/>
          </a:xfrm>
          <a:prstGeom prst="ellipse">
            <a:avLst/>
          </a:prstGeom>
          <a:solidFill>
            <a:srgbClr val="221C1B"/>
          </a:solidFill>
          <a:ln w="25400">
            <a:solidFill>
              <a:srgbClr val="FFFFFF"/>
            </a:solidFill>
            <a:prstDash val="solid"/>
          </a:ln>
        </p:spPr>
      </p:sp>
      <p:sp>
        <p:nvSpPr>
          <p:cNvPr id="30" name="anim|5|rise|502"/>
          <p:cNvSpPr txBox="1"/>
          <p:nvPr/>
        </p:nvSpPr>
        <p:spPr>
          <a:xfrm>
            <a:off x="548640" y="2697480"/>
            <a:ext cx="3429000" cy="502920"/>
          </a:xfrm>
          <a:prstGeom prst="rect">
            <a:avLst/>
          </a:prstGeom>
          <a:noFill/>
          <a:ln/>
        </p:spPr>
        <p:txBody>
          <a:bodyPr wrap="square" lIns="0" tIns="0" rIns="0" bIns="0" rtlCol="0" anchor="t"/>
          <a:lstStyle/>
          <a:p>
            <a:pPr marL="0" indent="0" algn="ctr" rtl="1">
              <a:buNone/>
            </a:pPr>
            <a:r>
              <a:rPr lang="ar-IQ" altLang="en-US" sz="2400" b="1" dirty="0">
                <a:solidFill>
                  <a:srgbClr val="221C1B"/>
                </a:solidFill>
                <a:latin typeface="Segoe UI" pitchFamily="34" charset="0"/>
                <a:ea typeface="Segoe UI" pitchFamily="34" charset="-122"/>
                <a:cs typeface="Segoe UI" pitchFamily="34" charset="-120"/>
              </a:rPr>
              <a:t>المستقبل</a:t>
            </a:r>
            <a:endParaRPr lang="ar-IQ" sz="2400" dirty="0"/>
          </a:p>
        </p:txBody>
      </p:sp>
      <p:sp>
        <p:nvSpPr>
          <p:cNvPr id="31" name="anim|5|rise|503"/>
          <p:cNvSpPr txBox="1"/>
          <p:nvPr/>
        </p:nvSpPr>
        <p:spPr>
          <a:xfrm>
            <a:off x="548640" y="3154680"/>
            <a:ext cx="3429000" cy="365760"/>
          </a:xfrm>
          <a:prstGeom prst="rect">
            <a:avLst/>
          </a:prstGeom>
          <a:noFill/>
          <a:ln/>
        </p:spPr>
        <p:txBody>
          <a:bodyPr wrap="square" lIns="0" tIns="0" rIns="0" bIns="0" rtlCol="0" anchor="t"/>
          <a:lstStyle/>
          <a:p>
            <a:pPr marL="0" indent="0" algn="ctr" rtl="1">
              <a:buNone/>
            </a:pPr>
            <a:r>
              <a:rPr lang="ar-IQ" altLang="en-US" sz="1300" dirty="0">
                <a:solidFill>
                  <a:srgbClr val="6E6461"/>
                </a:solidFill>
                <a:latin typeface="Segoe UI" pitchFamily="34" charset="0"/>
                <a:ea typeface="Segoe UI" pitchFamily="34" charset="-122"/>
                <a:cs typeface="Segoe UI" pitchFamily="34" charset="-120"/>
              </a:rPr>
              <a:t>رؤية أبعد</a:t>
            </a:r>
            <a:endParaRPr lang="ar-IQ" sz="1300" dirty="0"/>
          </a:p>
        </p:txBody>
      </p:sp>
      <p:sp>
        <p:nvSpPr>
          <p:cNvPr id="32" name="anim|5|rise|504"/>
          <p:cNvSpPr/>
          <p:nvPr/>
        </p:nvSpPr>
        <p:spPr>
          <a:xfrm>
            <a:off x="548640" y="370332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33" name="anim|5|rise|505" descr="C:\Users\AL-NOOR\Downloads\app-research-lab\app-research-lab\presentation\assets\icons\city_charcoal.png"/>
          <p:cNvPicPr>
            <a:picLocks noChangeAspect="1"/>
          </p:cNvPicPr>
          <p:nvPr/>
        </p:nvPicPr>
        <p:blipFill>
          <a:blip r:embed="rId10"/>
          <a:stretch>
            <a:fillRect/>
          </a:stretch>
        </p:blipFill>
        <p:spPr>
          <a:xfrm>
            <a:off x="3474720" y="3867912"/>
            <a:ext cx="292608" cy="292608"/>
          </a:xfrm>
          <a:prstGeom prst="rect">
            <a:avLst/>
          </a:prstGeom>
        </p:spPr>
      </p:pic>
      <p:sp>
        <p:nvSpPr>
          <p:cNvPr id="34" name="anim|5|rise|506"/>
          <p:cNvSpPr txBox="1"/>
          <p:nvPr/>
        </p:nvSpPr>
        <p:spPr>
          <a:xfrm>
            <a:off x="731520" y="3703320"/>
            <a:ext cx="2606040" cy="621792"/>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التوسع لمدن أخرى</a:t>
            </a:r>
            <a:endParaRPr lang="ar-IQ" sz="1500" dirty="0"/>
          </a:p>
        </p:txBody>
      </p:sp>
      <p:sp>
        <p:nvSpPr>
          <p:cNvPr id="35" name="anim|5|rise|507"/>
          <p:cNvSpPr/>
          <p:nvPr/>
        </p:nvSpPr>
        <p:spPr>
          <a:xfrm>
            <a:off x="548640" y="448056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36" name="anim|5|rise|508" descr="C:\Users\AL-NOOR\Downloads\app-research-lab\app-research-lab\presentation\assets\icons\chart_charcoal.png"/>
          <p:cNvPicPr>
            <a:picLocks noChangeAspect="1"/>
          </p:cNvPicPr>
          <p:nvPr/>
        </p:nvPicPr>
        <p:blipFill>
          <a:blip r:embed="rId11"/>
          <a:stretch>
            <a:fillRect/>
          </a:stretch>
        </p:blipFill>
        <p:spPr>
          <a:xfrm>
            <a:off x="3474720" y="4645152"/>
            <a:ext cx="292608" cy="292608"/>
          </a:xfrm>
          <a:prstGeom prst="rect">
            <a:avLst/>
          </a:prstGeom>
        </p:spPr>
      </p:pic>
      <p:sp>
        <p:nvSpPr>
          <p:cNvPr id="37" name="anim|5|rise|509"/>
          <p:cNvSpPr txBox="1"/>
          <p:nvPr/>
        </p:nvSpPr>
        <p:spPr>
          <a:xfrm>
            <a:off x="731520" y="4480560"/>
            <a:ext cx="2606040" cy="621792"/>
          </a:xfrm>
          <a:prstGeom prst="rect">
            <a:avLst/>
          </a:prstGeom>
          <a:noFill/>
          <a:ln/>
        </p:spPr>
        <p:txBody>
          <a:bodyPr wrap="square" lIns="0" tIns="0" rIns="0" bIns="0" rtlCol="0" anchor="ctr"/>
          <a:lstStyle/>
          <a:p>
            <a:pPr marL="0" indent="0" algn="r" rtl="1">
              <a:buNone/>
            </a:pPr>
            <a:r>
              <a:rPr lang="ar-IQ" altLang="en-US" sz="1500" b="1" dirty="0">
                <a:solidFill>
                  <a:srgbClr val="221C1B"/>
                </a:solidFill>
                <a:latin typeface="Segoe UI" pitchFamily="34" charset="0"/>
                <a:ea typeface="Segoe UI" pitchFamily="34" charset="-122"/>
                <a:cs typeface="Segoe UI" pitchFamily="34" charset="-120"/>
              </a:rPr>
              <a:t>مزايا للمزودين</a:t>
            </a:r>
            <a:endParaRPr lang="ar-IQ" sz="1500" dirty="0"/>
          </a:p>
        </p:txBody>
      </p:sp>
      <p:sp>
        <p:nvSpPr>
          <p:cNvPr id="38" name="anim|5|rise|510"/>
          <p:cNvSpPr/>
          <p:nvPr/>
        </p:nvSpPr>
        <p:spPr>
          <a:xfrm>
            <a:off x="548640" y="5257800"/>
            <a:ext cx="3429000" cy="621792"/>
          </a:xfrm>
          <a:prstGeom prst="roundRect">
            <a:avLst>
              <a:gd name="adj" fmla="val 20588"/>
            </a:avLst>
          </a:prstGeom>
          <a:solidFill>
            <a:srgbClr val="FFFFFF"/>
          </a:solidFill>
          <a:ln w="9525">
            <a:solidFill>
              <a:srgbClr val="E8E1D8"/>
            </a:solidFill>
            <a:prstDash val="solid"/>
          </a:ln>
          <a:effectLst>
            <a:outerShdw blurRad="152400" dist="38100" dir="5400000" algn="bl" rotWithShape="0">
              <a:srgbClr val="3B2A25">
                <a:alpha val="12000"/>
              </a:srgbClr>
            </a:outerShdw>
          </a:effectLst>
        </p:spPr>
      </p:sp>
      <p:pic>
        <p:nvPicPr>
          <p:cNvPr id="39" name="anim|5|rise|511" descr="C:\Users\AL-NOOR\Downloads\app-research-lab\app-research-lab\presentation\assets\icons\rocket_charcoal.png"/>
          <p:cNvPicPr>
            <a:picLocks noChangeAspect="1"/>
          </p:cNvPicPr>
          <p:nvPr/>
        </p:nvPicPr>
        <p:blipFill>
          <a:blip r:embed="rId12"/>
          <a:stretch>
            <a:fillRect/>
          </a:stretch>
        </p:blipFill>
        <p:spPr>
          <a:xfrm>
            <a:off x="3474720" y="5422392"/>
            <a:ext cx="292608" cy="292608"/>
          </a:xfrm>
          <a:prstGeom prst="rect">
            <a:avLst/>
          </a:prstGeom>
        </p:spPr>
      </p:pic>
      <p:sp>
        <p:nvSpPr>
          <p:cNvPr id="40" name="anim|5|rise|512"/>
          <p:cNvSpPr txBox="1"/>
          <p:nvPr/>
        </p:nvSpPr>
        <p:spPr>
          <a:xfrm>
            <a:off x="731520" y="5257800"/>
            <a:ext cx="2606040" cy="621792"/>
          </a:xfrm>
          <a:prstGeom prst="rect">
            <a:avLst/>
          </a:prstGeom>
          <a:noFill/>
          <a:ln/>
        </p:spPr>
        <p:txBody>
          <a:bodyPr wrap="square" lIns="0" tIns="0" rIns="0" bIns="0" rtlCol="0" anchor="ctr"/>
          <a:lstStyle/>
          <a:p>
            <a:pPr marL="0" indent="0" algn="r">
              <a:buNone/>
            </a:pPr>
            <a:r>
              <a:rPr lang="en-US" altLang="en-US" sz="1500" b="1" dirty="0">
                <a:solidFill>
                  <a:srgbClr val="221C1B"/>
                </a:solidFill>
                <a:latin typeface="Segoe UI" pitchFamily="34" charset="0"/>
                <a:ea typeface="Segoe UI" pitchFamily="34" charset="-122"/>
                <a:cs typeface="Segoe UI" pitchFamily="34" charset="-120"/>
              </a:rPr>
              <a:t>Event planning ecosystem</a:t>
            </a:r>
            <a:endParaRPr lang="en-US" sz="1500" dirty="0"/>
          </a:p>
        </p:txBody>
      </p:sp>
      <p:sp>
        <p:nvSpPr>
          <p:cNvPr id="41" name="Text 30"/>
          <p:cNvSpPr txBox="1"/>
          <p:nvPr/>
        </p:nvSpPr>
        <p:spPr>
          <a:xfrm>
            <a:off x="320040" y="6400800"/>
            <a:ext cx="548640" cy="274320"/>
          </a:xfrm>
          <a:prstGeom prst="rect">
            <a:avLst/>
          </a:prstGeom>
          <a:noFill/>
          <a:ln/>
        </p:spPr>
        <p:txBody>
          <a:bodyPr wrap="square" lIns="0" tIns="0" rIns="0" bIns="0" rtlCol="0" anchor="t"/>
          <a:lstStyle/>
          <a:p>
            <a:pPr marL="0" indent="0" algn="l">
              <a:buNone/>
            </a:pPr>
            <a:r>
              <a:rPr lang="en-US" altLang="en-US" sz="1000" dirty="0">
                <a:solidFill>
                  <a:srgbClr val="6E6461"/>
                </a:solidFill>
                <a:latin typeface="Segoe UI" pitchFamily="34" charset="0"/>
                <a:ea typeface="Segoe UI" pitchFamily="34" charset="-122"/>
                <a:cs typeface="Segoe UI" pitchFamily="34" charset="-120"/>
              </a:rPr>
              <a:t>19</a:t>
            </a:r>
            <a:endParaRPr lang="en-US" sz="1000" dirty="0"/>
          </a:p>
        </p:txBody>
      </p:sp>
      <p:sp>
        <p:nvSpPr>
          <p:cNvPr id="42" name="Text 31"/>
          <p:cNvSpPr txBox="1"/>
          <p:nvPr/>
        </p:nvSpPr>
        <p:spPr>
          <a:xfrm>
            <a:off x="10957255" y="6400800"/>
            <a:ext cx="914400" cy="274320"/>
          </a:xfrm>
          <a:prstGeom prst="rect">
            <a:avLst/>
          </a:prstGeom>
          <a:noFill/>
          <a:ln/>
        </p:spPr>
        <p:txBody>
          <a:bodyPr wrap="square" lIns="0" tIns="0" rIns="0" bIns="0" rtlCol="0" anchor="t"/>
          <a:lstStyle/>
          <a:p>
            <a:pPr marL="0" indent="0" algn="r">
              <a:buNone/>
            </a:pPr>
            <a:r>
              <a:rPr lang="en-US" altLang="en-US" sz="1000" b="1" kern="0" spc="300" dirty="0">
                <a:solidFill>
                  <a:srgbClr val="6E1E33"/>
                </a:solidFill>
                <a:latin typeface="Segoe UI" pitchFamily="34" charset="0"/>
                <a:ea typeface="Segoe UI" pitchFamily="34" charset="-122"/>
                <a:cs typeface="Segoe UI" pitchFamily="34" charset="-120"/>
              </a:rPr>
              <a:t>SAWA</a:t>
            </a:r>
            <a:endParaRPr lang="en-US" sz="10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22" presetClass="entr" presetSubtype="2" fill="hold" nodeType="withEffect">
                                  <p:stCondLst>
                                    <p:cond delay="280"/>
                                  </p:stCondLst>
                                  <p:childTnLst>
                                    <p:set>
                                      <p:cBhvr>
                                        <p:cTn id="12" dur="1" fill="hold">
                                          <p:stCondLst>
                                            <p:cond delay="0"/>
                                          </p:stCondLst>
                                        </p:cTn>
                                        <p:tgtEl>
                                          <p:spTgt spid="4"/>
                                        </p:tgtEl>
                                        <p:attrNameLst>
                                          <p:attrName>style.visibility</p:attrName>
                                        </p:attrNameLst>
                                      </p:cBhvr>
                                      <p:to>
                                        <p:strVal val="visible"/>
                                      </p:to>
                                    </p:set>
                                    <p:animEffect transition="in" filter="wipe(right)">
                                      <p:cBhvr>
                                        <p:cTn id="13" dur="800"/>
                                        <p:tgtEl>
                                          <p:spTgt spid="4"/>
                                        </p:tgtEl>
                                      </p:cBhvr>
                                    </p:animEffect>
                                  </p:childTnLst>
                                </p:cTn>
                              </p:par>
                              <p:par>
                                <p:cTn id="14" presetID="37" presetClass="entr" presetSubtype="0" fill="hold" nodeType="withEffect">
                                  <p:stCondLst>
                                    <p:cond delay="5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anim calcmode="lin" valueType="num">
                                      <p:cBhvr>
                                        <p:cTn id="17" dur="600" fill="hold"/>
                                        <p:tgtEl>
                                          <p:spTgt spid="5"/>
                                        </p:tgtEl>
                                        <p:attrNameLst>
                                          <p:attrName>ppt_x</p:attrName>
                                        </p:attrNameLst>
                                      </p:cBhvr>
                                      <p:tavLst>
                                        <p:tav tm="0">
                                          <p:val>
                                            <p:strVal val="#ppt_x"/>
                                          </p:val>
                                        </p:tav>
                                        <p:tav tm="100000">
                                          <p:val>
                                            <p:strVal val="#ppt_x"/>
                                          </p:val>
                                        </p:tav>
                                      </p:tavLst>
                                    </p:anim>
                                    <p:anim calcmode="lin" valueType="num">
                                      <p:cBhvr>
                                        <p:cTn id="18" dur="540" decel="100000" fill="hold"/>
                                        <p:tgtEl>
                                          <p:spTgt spid="5"/>
                                        </p:tgtEl>
                                        <p:attrNameLst>
                                          <p:attrName>ppt_y</p:attrName>
                                        </p:attrNameLst>
                                      </p:cBhvr>
                                      <p:tavLst>
                                        <p:tav tm="0">
                                          <p:val>
                                            <p:strVal val="#ppt_y+1"/>
                                          </p:val>
                                        </p:tav>
                                        <p:tav tm="100000">
                                          <p:val>
                                            <p:strVal val="#ppt_y-.03"/>
                                          </p:val>
                                        </p:tav>
                                      </p:tavLst>
                                    </p:anim>
                                    <p:anim calcmode="lin" valueType="num">
                                      <p:cBhvr>
                                        <p:cTn id="19" dur="60" accel="100000" fill="hold">
                                          <p:stCondLst>
                                            <p:cond delay="540"/>
                                          </p:stCondLst>
                                        </p:cTn>
                                        <p:tgtEl>
                                          <p:spTgt spid="5"/>
                                        </p:tgtEl>
                                        <p:attrNameLst>
                                          <p:attrName>ppt_y</p:attrName>
                                        </p:attrNameLst>
                                      </p:cBhvr>
                                      <p:tavLst>
                                        <p:tav tm="0">
                                          <p:val>
                                            <p:strVal val="#ppt_y-.03"/>
                                          </p:val>
                                        </p:tav>
                                        <p:tav tm="100000">
                                          <p:val>
                                            <p:strVal val="#ppt_y"/>
                                          </p:val>
                                        </p:tav>
                                      </p:tavLst>
                                    </p:anim>
                                  </p:childTnLst>
                                </p:cTn>
                              </p:par>
                              <p:par>
                                <p:cTn id="20" presetID="37" presetClass="entr" presetSubtype="0" fill="hold" grpId="0" nodeType="withEffect">
                                  <p:stCondLst>
                                    <p:cond delay="5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anim calcmode="lin" valueType="num">
                                      <p:cBhvr>
                                        <p:cTn id="23" dur="600" fill="hold"/>
                                        <p:tgtEl>
                                          <p:spTgt spid="6"/>
                                        </p:tgtEl>
                                        <p:attrNameLst>
                                          <p:attrName>ppt_x</p:attrName>
                                        </p:attrNameLst>
                                      </p:cBhvr>
                                      <p:tavLst>
                                        <p:tav tm="0">
                                          <p:val>
                                            <p:strVal val="#ppt_x"/>
                                          </p:val>
                                        </p:tav>
                                        <p:tav tm="100000">
                                          <p:val>
                                            <p:strVal val="#ppt_x"/>
                                          </p:val>
                                        </p:tav>
                                      </p:tavLst>
                                    </p:anim>
                                    <p:anim calcmode="lin" valueType="num">
                                      <p:cBhvr>
                                        <p:cTn id="24" dur="540" decel="100000" fill="hold"/>
                                        <p:tgtEl>
                                          <p:spTgt spid="6"/>
                                        </p:tgtEl>
                                        <p:attrNameLst>
                                          <p:attrName>ppt_y</p:attrName>
                                        </p:attrNameLst>
                                      </p:cBhvr>
                                      <p:tavLst>
                                        <p:tav tm="0">
                                          <p:val>
                                            <p:strVal val="#ppt_y+1"/>
                                          </p:val>
                                        </p:tav>
                                        <p:tav tm="100000">
                                          <p:val>
                                            <p:strVal val="#ppt_y-.03"/>
                                          </p:val>
                                        </p:tav>
                                      </p:tavLst>
                                    </p:anim>
                                    <p:anim calcmode="lin" valueType="num">
                                      <p:cBhvr>
                                        <p:cTn id="25" dur="60" accel="100000" fill="hold">
                                          <p:stCondLst>
                                            <p:cond delay="540"/>
                                          </p:stCondLst>
                                        </p:cTn>
                                        <p:tgtEl>
                                          <p:spTgt spid="6"/>
                                        </p:tgtEl>
                                        <p:attrNameLst>
                                          <p:attrName>ppt_y</p:attrName>
                                        </p:attrNameLst>
                                      </p:cBhvr>
                                      <p:tavLst>
                                        <p:tav tm="0">
                                          <p:val>
                                            <p:strVal val="#ppt_y-.03"/>
                                          </p:val>
                                        </p:tav>
                                        <p:tav tm="100000">
                                          <p:val>
                                            <p:strVal val="#ppt_y"/>
                                          </p:val>
                                        </p:tav>
                                      </p:tavLst>
                                    </p:anim>
                                  </p:childTnLst>
                                </p:cTn>
                              </p:par>
                              <p:par>
                                <p:cTn id="26" presetID="37" presetClass="entr" presetSubtype="0" fill="hold" grpId="0" nodeType="withEffect">
                                  <p:stCondLst>
                                    <p:cond delay="56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p:cTn id="29" dur="600" fill="hold"/>
                                        <p:tgtEl>
                                          <p:spTgt spid="7"/>
                                        </p:tgtEl>
                                        <p:attrNameLst>
                                          <p:attrName>ppt_x</p:attrName>
                                        </p:attrNameLst>
                                      </p:cBhvr>
                                      <p:tavLst>
                                        <p:tav tm="0">
                                          <p:val>
                                            <p:strVal val="#ppt_x"/>
                                          </p:val>
                                        </p:tav>
                                        <p:tav tm="100000">
                                          <p:val>
                                            <p:strVal val="#ppt_x"/>
                                          </p:val>
                                        </p:tav>
                                      </p:tavLst>
                                    </p:anim>
                                    <p:anim calcmode="lin" valueType="num">
                                      <p:cBhvr>
                                        <p:cTn id="30" dur="540" decel="100000" fill="hold"/>
                                        <p:tgtEl>
                                          <p:spTgt spid="7"/>
                                        </p:tgtEl>
                                        <p:attrNameLst>
                                          <p:attrName>ppt_y</p:attrName>
                                        </p:attrNameLst>
                                      </p:cBhvr>
                                      <p:tavLst>
                                        <p:tav tm="0">
                                          <p:val>
                                            <p:strVal val="#ppt_y+1"/>
                                          </p:val>
                                        </p:tav>
                                        <p:tav tm="100000">
                                          <p:val>
                                            <p:strVal val="#ppt_y-.03"/>
                                          </p:val>
                                        </p:tav>
                                      </p:tavLst>
                                    </p:anim>
                                    <p:anim calcmode="lin" valueType="num">
                                      <p:cBhvr>
                                        <p:cTn id="31" dur="60" accel="100000" fill="hold">
                                          <p:stCondLst>
                                            <p:cond delay="540"/>
                                          </p:stCondLst>
                                        </p:cTn>
                                        <p:tgtEl>
                                          <p:spTgt spid="7"/>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56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00"/>
                                        <p:tgtEl>
                                          <p:spTgt spid="8"/>
                                        </p:tgtEl>
                                      </p:cBhvr>
                                    </p:animEffect>
                                    <p:anim calcmode="lin" valueType="num">
                                      <p:cBhvr>
                                        <p:cTn id="35" dur="600" fill="hold"/>
                                        <p:tgtEl>
                                          <p:spTgt spid="8"/>
                                        </p:tgtEl>
                                        <p:attrNameLst>
                                          <p:attrName>ppt_x</p:attrName>
                                        </p:attrNameLst>
                                      </p:cBhvr>
                                      <p:tavLst>
                                        <p:tav tm="0">
                                          <p:val>
                                            <p:strVal val="#ppt_x"/>
                                          </p:val>
                                        </p:tav>
                                        <p:tav tm="100000">
                                          <p:val>
                                            <p:strVal val="#ppt_x"/>
                                          </p:val>
                                        </p:tav>
                                      </p:tavLst>
                                    </p:anim>
                                    <p:anim calcmode="lin" valueType="num">
                                      <p:cBhvr>
                                        <p:cTn id="36" dur="540" decel="100000" fill="hold"/>
                                        <p:tgtEl>
                                          <p:spTgt spid="8"/>
                                        </p:tgtEl>
                                        <p:attrNameLst>
                                          <p:attrName>ppt_y</p:attrName>
                                        </p:attrNameLst>
                                      </p:cBhvr>
                                      <p:tavLst>
                                        <p:tav tm="0">
                                          <p:val>
                                            <p:strVal val="#ppt_y+1"/>
                                          </p:val>
                                        </p:tav>
                                        <p:tav tm="100000">
                                          <p:val>
                                            <p:strVal val="#ppt_y-.03"/>
                                          </p:val>
                                        </p:tav>
                                      </p:tavLst>
                                    </p:anim>
                                    <p:anim calcmode="lin" valueType="num">
                                      <p:cBhvr>
                                        <p:cTn id="37" dur="60" accel="100000" fill="hold">
                                          <p:stCondLst>
                                            <p:cond delay="540"/>
                                          </p:stCondLst>
                                        </p:cTn>
                                        <p:tgtEl>
                                          <p:spTgt spid="8"/>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56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600"/>
                                        <p:tgtEl>
                                          <p:spTgt spid="9"/>
                                        </p:tgtEl>
                                      </p:cBhvr>
                                    </p:animEffect>
                                    <p:anim calcmode="lin" valueType="num">
                                      <p:cBhvr>
                                        <p:cTn id="41" dur="600" fill="hold"/>
                                        <p:tgtEl>
                                          <p:spTgt spid="9"/>
                                        </p:tgtEl>
                                        <p:attrNameLst>
                                          <p:attrName>ppt_x</p:attrName>
                                        </p:attrNameLst>
                                      </p:cBhvr>
                                      <p:tavLst>
                                        <p:tav tm="0">
                                          <p:val>
                                            <p:strVal val="#ppt_x"/>
                                          </p:val>
                                        </p:tav>
                                        <p:tav tm="100000">
                                          <p:val>
                                            <p:strVal val="#ppt_x"/>
                                          </p:val>
                                        </p:tav>
                                      </p:tavLst>
                                    </p:anim>
                                    <p:anim calcmode="lin" valueType="num">
                                      <p:cBhvr>
                                        <p:cTn id="42" dur="540" decel="100000" fill="hold"/>
                                        <p:tgtEl>
                                          <p:spTgt spid="9"/>
                                        </p:tgtEl>
                                        <p:attrNameLst>
                                          <p:attrName>ppt_y</p:attrName>
                                        </p:attrNameLst>
                                      </p:cBhvr>
                                      <p:tavLst>
                                        <p:tav tm="0">
                                          <p:val>
                                            <p:strVal val="#ppt_y+1"/>
                                          </p:val>
                                        </p:tav>
                                        <p:tav tm="100000">
                                          <p:val>
                                            <p:strVal val="#ppt_y-.03"/>
                                          </p:val>
                                        </p:tav>
                                      </p:tavLst>
                                    </p:anim>
                                    <p:anim calcmode="lin" valueType="num">
                                      <p:cBhvr>
                                        <p:cTn id="43" dur="60" accel="100000" fill="hold">
                                          <p:stCondLst>
                                            <p:cond delay="540"/>
                                          </p:stCondLst>
                                        </p:cTn>
                                        <p:tgtEl>
                                          <p:spTgt spid="9"/>
                                        </p:tgtEl>
                                        <p:attrNameLst>
                                          <p:attrName>ppt_y</p:attrName>
                                        </p:attrNameLst>
                                      </p:cBhvr>
                                      <p:tavLst>
                                        <p:tav tm="0">
                                          <p:val>
                                            <p:strVal val="#ppt_y-.03"/>
                                          </p:val>
                                        </p:tav>
                                        <p:tav tm="100000">
                                          <p:val>
                                            <p:strVal val="#ppt_y"/>
                                          </p:val>
                                        </p:tav>
                                      </p:tavLst>
                                    </p:anim>
                                  </p:childTnLst>
                                </p:cTn>
                              </p:par>
                              <p:par>
                                <p:cTn id="44" presetID="37" presetClass="entr" presetSubtype="0" fill="hold" grpId="0" nodeType="withEffect">
                                  <p:stCondLst>
                                    <p:cond delay="56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600"/>
                                        <p:tgtEl>
                                          <p:spTgt spid="10"/>
                                        </p:tgtEl>
                                      </p:cBhvr>
                                    </p:animEffect>
                                    <p:anim calcmode="lin" valueType="num">
                                      <p:cBhvr>
                                        <p:cTn id="47" dur="600" fill="hold"/>
                                        <p:tgtEl>
                                          <p:spTgt spid="10"/>
                                        </p:tgtEl>
                                        <p:attrNameLst>
                                          <p:attrName>ppt_x</p:attrName>
                                        </p:attrNameLst>
                                      </p:cBhvr>
                                      <p:tavLst>
                                        <p:tav tm="0">
                                          <p:val>
                                            <p:strVal val="#ppt_x"/>
                                          </p:val>
                                        </p:tav>
                                        <p:tav tm="100000">
                                          <p:val>
                                            <p:strVal val="#ppt_x"/>
                                          </p:val>
                                        </p:tav>
                                      </p:tavLst>
                                    </p:anim>
                                    <p:anim calcmode="lin" valueType="num">
                                      <p:cBhvr>
                                        <p:cTn id="48" dur="540" decel="100000" fill="hold"/>
                                        <p:tgtEl>
                                          <p:spTgt spid="10"/>
                                        </p:tgtEl>
                                        <p:attrNameLst>
                                          <p:attrName>ppt_y</p:attrName>
                                        </p:attrNameLst>
                                      </p:cBhvr>
                                      <p:tavLst>
                                        <p:tav tm="0">
                                          <p:val>
                                            <p:strVal val="#ppt_y+1"/>
                                          </p:val>
                                        </p:tav>
                                        <p:tav tm="100000">
                                          <p:val>
                                            <p:strVal val="#ppt_y-.03"/>
                                          </p:val>
                                        </p:tav>
                                      </p:tavLst>
                                    </p:anim>
                                    <p:anim calcmode="lin" valueType="num">
                                      <p:cBhvr>
                                        <p:cTn id="49" dur="60" accel="100000" fill="hold">
                                          <p:stCondLst>
                                            <p:cond delay="540"/>
                                          </p:stCondLst>
                                        </p:cTn>
                                        <p:tgtEl>
                                          <p:spTgt spid="10"/>
                                        </p:tgtEl>
                                        <p:attrNameLst>
                                          <p:attrName>ppt_y</p:attrName>
                                        </p:attrNameLst>
                                      </p:cBhvr>
                                      <p:tavLst>
                                        <p:tav tm="0">
                                          <p:val>
                                            <p:strVal val="#ppt_y-.03"/>
                                          </p:val>
                                        </p:tav>
                                        <p:tav tm="100000">
                                          <p:val>
                                            <p:strVal val="#ppt_y"/>
                                          </p:val>
                                        </p:tav>
                                      </p:tavLst>
                                    </p:anim>
                                  </p:childTnLst>
                                </p:cTn>
                              </p:par>
                              <p:par>
                                <p:cTn id="50" presetID="37" presetClass="entr" presetSubtype="0" fill="hold" nodeType="withEffect">
                                  <p:stCondLst>
                                    <p:cond delay="56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anim calcmode="lin" valueType="num">
                                      <p:cBhvr>
                                        <p:cTn id="53" dur="600" fill="hold"/>
                                        <p:tgtEl>
                                          <p:spTgt spid="11"/>
                                        </p:tgtEl>
                                        <p:attrNameLst>
                                          <p:attrName>ppt_x</p:attrName>
                                        </p:attrNameLst>
                                      </p:cBhvr>
                                      <p:tavLst>
                                        <p:tav tm="0">
                                          <p:val>
                                            <p:strVal val="#ppt_x"/>
                                          </p:val>
                                        </p:tav>
                                        <p:tav tm="100000">
                                          <p:val>
                                            <p:strVal val="#ppt_x"/>
                                          </p:val>
                                        </p:tav>
                                      </p:tavLst>
                                    </p:anim>
                                    <p:anim calcmode="lin" valueType="num">
                                      <p:cBhvr>
                                        <p:cTn id="54" dur="540" decel="100000" fill="hold"/>
                                        <p:tgtEl>
                                          <p:spTgt spid="11"/>
                                        </p:tgtEl>
                                        <p:attrNameLst>
                                          <p:attrName>ppt_y</p:attrName>
                                        </p:attrNameLst>
                                      </p:cBhvr>
                                      <p:tavLst>
                                        <p:tav tm="0">
                                          <p:val>
                                            <p:strVal val="#ppt_y+1"/>
                                          </p:val>
                                        </p:tav>
                                        <p:tav tm="100000">
                                          <p:val>
                                            <p:strVal val="#ppt_y-.03"/>
                                          </p:val>
                                        </p:tav>
                                      </p:tavLst>
                                    </p:anim>
                                    <p:anim calcmode="lin" valueType="num">
                                      <p:cBhvr>
                                        <p:cTn id="55" dur="60" accel="100000" fill="hold">
                                          <p:stCondLst>
                                            <p:cond delay="540"/>
                                          </p:stCondLst>
                                        </p:cTn>
                                        <p:tgtEl>
                                          <p:spTgt spid="11"/>
                                        </p:tgtEl>
                                        <p:attrNameLst>
                                          <p:attrName>ppt_y</p:attrName>
                                        </p:attrNameLst>
                                      </p:cBhvr>
                                      <p:tavLst>
                                        <p:tav tm="0">
                                          <p:val>
                                            <p:strVal val="#ppt_y-.03"/>
                                          </p:val>
                                        </p:tav>
                                        <p:tav tm="100000">
                                          <p:val>
                                            <p:strVal val="#ppt_y"/>
                                          </p:val>
                                        </p:tav>
                                      </p:tavLst>
                                    </p:anim>
                                  </p:childTnLst>
                                </p:cTn>
                              </p:par>
                              <p:par>
                                <p:cTn id="56" presetID="37" presetClass="entr" presetSubtype="0" fill="hold" nodeType="withEffect">
                                  <p:stCondLst>
                                    <p:cond delay="56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600"/>
                                        <p:tgtEl>
                                          <p:spTgt spid="12"/>
                                        </p:tgtEl>
                                      </p:cBhvr>
                                    </p:animEffect>
                                    <p:anim calcmode="lin" valueType="num">
                                      <p:cBhvr>
                                        <p:cTn id="59" dur="600" fill="hold"/>
                                        <p:tgtEl>
                                          <p:spTgt spid="12"/>
                                        </p:tgtEl>
                                        <p:attrNameLst>
                                          <p:attrName>ppt_x</p:attrName>
                                        </p:attrNameLst>
                                      </p:cBhvr>
                                      <p:tavLst>
                                        <p:tav tm="0">
                                          <p:val>
                                            <p:strVal val="#ppt_x"/>
                                          </p:val>
                                        </p:tav>
                                        <p:tav tm="100000">
                                          <p:val>
                                            <p:strVal val="#ppt_x"/>
                                          </p:val>
                                        </p:tav>
                                      </p:tavLst>
                                    </p:anim>
                                    <p:anim calcmode="lin" valueType="num">
                                      <p:cBhvr>
                                        <p:cTn id="60" dur="540" decel="100000" fill="hold"/>
                                        <p:tgtEl>
                                          <p:spTgt spid="12"/>
                                        </p:tgtEl>
                                        <p:attrNameLst>
                                          <p:attrName>ppt_y</p:attrName>
                                        </p:attrNameLst>
                                      </p:cBhvr>
                                      <p:tavLst>
                                        <p:tav tm="0">
                                          <p:val>
                                            <p:strVal val="#ppt_y+1"/>
                                          </p:val>
                                        </p:tav>
                                        <p:tav tm="100000">
                                          <p:val>
                                            <p:strVal val="#ppt_y-.03"/>
                                          </p:val>
                                        </p:tav>
                                      </p:tavLst>
                                    </p:anim>
                                    <p:anim calcmode="lin" valueType="num">
                                      <p:cBhvr>
                                        <p:cTn id="61" dur="60" accel="100000" fill="hold">
                                          <p:stCondLst>
                                            <p:cond delay="540"/>
                                          </p:stCondLst>
                                        </p:cTn>
                                        <p:tgtEl>
                                          <p:spTgt spid="12"/>
                                        </p:tgtEl>
                                        <p:attrNameLst>
                                          <p:attrName>ppt_y</p:attrName>
                                        </p:attrNameLst>
                                      </p:cBhvr>
                                      <p:tavLst>
                                        <p:tav tm="0">
                                          <p:val>
                                            <p:strVal val="#ppt_y-.03"/>
                                          </p:val>
                                        </p:tav>
                                        <p:tav tm="100000">
                                          <p:val>
                                            <p:strVal val="#ppt_y"/>
                                          </p:val>
                                        </p:tav>
                                      </p:tavLst>
                                    </p:anim>
                                  </p:childTnLst>
                                </p:cTn>
                              </p:par>
                              <p:par>
                                <p:cTn id="62" presetID="37" presetClass="entr" presetSubtype="0" fill="hold" grpId="0" nodeType="withEffect">
                                  <p:stCondLst>
                                    <p:cond delay="56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600"/>
                                        <p:tgtEl>
                                          <p:spTgt spid="13"/>
                                        </p:tgtEl>
                                      </p:cBhvr>
                                    </p:animEffect>
                                    <p:anim calcmode="lin" valueType="num">
                                      <p:cBhvr>
                                        <p:cTn id="65" dur="600" fill="hold"/>
                                        <p:tgtEl>
                                          <p:spTgt spid="13"/>
                                        </p:tgtEl>
                                        <p:attrNameLst>
                                          <p:attrName>ppt_x</p:attrName>
                                        </p:attrNameLst>
                                      </p:cBhvr>
                                      <p:tavLst>
                                        <p:tav tm="0">
                                          <p:val>
                                            <p:strVal val="#ppt_x"/>
                                          </p:val>
                                        </p:tav>
                                        <p:tav tm="100000">
                                          <p:val>
                                            <p:strVal val="#ppt_x"/>
                                          </p:val>
                                        </p:tav>
                                      </p:tavLst>
                                    </p:anim>
                                    <p:anim calcmode="lin" valueType="num">
                                      <p:cBhvr>
                                        <p:cTn id="66" dur="540" decel="100000" fill="hold"/>
                                        <p:tgtEl>
                                          <p:spTgt spid="13"/>
                                        </p:tgtEl>
                                        <p:attrNameLst>
                                          <p:attrName>ppt_y</p:attrName>
                                        </p:attrNameLst>
                                      </p:cBhvr>
                                      <p:tavLst>
                                        <p:tav tm="0">
                                          <p:val>
                                            <p:strVal val="#ppt_y+1"/>
                                          </p:val>
                                        </p:tav>
                                        <p:tav tm="100000">
                                          <p:val>
                                            <p:strVal val="#ppt_y-.03"/>
                                          </p:val>
                                        </p:tav>
                                      </p:tavLst>
                                    </p:anim>
                                    <p:anim calcmode="lin" valueType="num">
                                      <p:cBhvr>
                                        <p:cTn id="67" dur="60" accel="100000" fill="hold">
                                          <p:stCondLst>
                                            <p:cond delay="540"/>
                                          </p:stCondLst>
                                        </p:cTn>
                                        <p:tgtEl>
                                          <p:spTgt spid="13"/>
                                        </p:tgtEl>
                                        <p:attrNameLst>
                                          <p:attrName>ppt_y</p:attrName>
                                        </p:attrNameLst>
                                      </p:cBhvr>
                                      <p:tavLst>
                                        <p:tav tm="0">
                                          <p:val>
                                            <p:strVal val="#ppt_y-.03"/>
                                          </p:val>
                                        </p:tav>
                                        <p:tav tm="100000">
                                          <p:val>
                                            <p:strVal val="#ppt_y"/>
                                          </p:val>
                                        </p:tav>
                                      </p:tavLst>
                                    </p:anim>
                                  </p:childTnLst>
                                </p:cTn>
                              </p:par>
                              <p:par>
                                <p:cTn id="68" presetID="37" presetClass="entr" presetSubtype="0" fill="hold" nodeType="withEffect">
                                  <p:stCondLst>
                                    <p:cond delay="56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600"/>
                                        <p:tgtEl>
                                          <p:spTgt spid="14"/>
                                        </p:tgtEl>
                                      </p:cBhvr>
                                    </p:animEffect>
                                    <p:anim calcmode="lin" valueType="num">
                                      <p:cBhvr>
                                        <p:cTn id="71" dur="600" fill="hold"/>
                                        <p:tgtEl>
                                          <p:spTgt spid="14"/>
                                        </p:tgtEl>
                                        <p:attrNameLst>
                                          <p:attrName>ppt_x</p:attrName>
                                        </p:attrNameLst>
                                      </p:cBhvr>
                                      <p:tavLst>
                                        <p:tav tm="0">
                                          <p:val>
                                            <p:strVal val="#ppt_x"/>
                                          </p:val>
                                        </p:tav>
                                        <p:tav tm="100000">
                                          <p:val>
                                            <p:strVal val="#ppt_x"/>
                                          </p:val>
                                        </p:tav>
                                      </p:tavLst>
                                    </p:anim>
                                    <p:anim calcmode="lin" valueType="num">
                                      <p:cBhvr>
                                        <p:cTn id="72" dur="540" decel="100000" fill="hold"/>
                                        <p:tgtEl>
                                          <p:spTgt spid="14"/>
                                        </p:tgtEl>
                                        <p:attrNameLst>
                                          <p:attrName>ppt_y</p:attrName>
                                        </p:attrNameLst>
                                      </p:cBhvr>
                                      <p:tavLst>
                                        <p:tav tm="0">
                                          <p:val>
                                            <p:strVal val="#ppt_y+1"/>
                                          </p:val>
                                        </p:tav>
                                        <p:tav tm="100000">
                                          <p:val>
                                            <p:strVal val="#ppt_y-.03"/>
                                          </p:val>
                                        </p:tav>
                                      </p:tavLst>
                                    </p:anim>
                                    <p:anim calcmode="lin" valueType="num">
                                      <p:cBhvr>
                                        <p:cTn id="73" dur="60" accel="100000" fill="hold">
                                          <p:stCondLst>
                                            <p:cond delay="540"/>
                                          </p:stCondLst>
                                        </p:cTn>
                                        <p:tgtEl>
                                          <p:spTgt spid="14"/>
                                        </p:tgtEl>
                                        <p:attrNameLst>
                                          <p:attrName>ppt_y</p:attrName>
                                        </p:attrNameLst>
                                      </p:cBhvr>
                                      <p:tavLst>
                                        <p:tav tm="0">
                                          <p:val>
                                            <p:strVal val="#ppt_y-.03"/>
                                          </p:val>
                                        </p:tav>
                                        <p:tav tm="100000">
                                          <p:val>
                                            <p:strVal val="#ppt_y"/>
                                          </p:val>
                                        </p:tav>
                                      </p:tavLst>
                                    </p:anim>
                                  </p:childTnLst>
                                </p:cTn>
                              </p:par>
                              <p:par>
                                <p:cTn id="74" presetID="37" presetClass="entr" presetSubtype="0" fill="hold" nodeType="withEffect">
                                  <p:stCondLst>
                                    <p:cond delay="56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600"/>
                                        <p:tgtEl>
                                          <p:spTgt spid="15"/>
                                        </p:tgtEl>
                                      </p:cBhvr>
                                    </p:animEffect>
                                    <p:anim calcmode="lin" valueType="num">
                                      <p:cBhvr>
                                        <p:cTn id="77" dur="600" fill="hold"/>
                                        <p:tgtEl>
                                          <p:spTgt spid="15"/>
                                        </p:tgtEl>
                                        <p:attrNameLst>
                                          <p:attrName>ppt_x</p:attrName>
                                        </p:attrNameLst>
                                      </p:cBhvr>
                                      <p:tavLst>
                                        <p:tav tm="0">
                                          <p:val>
                                            <p:strVal val="#ppt_x"/>
                                          </p:val>
                                        </p:tav>
                                        <p:tav tm="100000">
                                          <p:val>
                                            <p:strVal val="#ppt_x"/>
                                          </p:val>
                                        </p:tav>
                                      </p:tavLst>
                                    </p:anim>
                                    <p:anim calcmode="lin" valueType="num">
                                      <p:cBhvr>
                                        <p:cTn id="78" dur="540" decel="100000" fill="hold"/>
                                        <p:tgtEl>
                                          <p:spTgt spid="15"/>
                                        </p:tgtEl>
                                        <p:attrNameLst>
                                          <p:attrName>ppt_y</p:attrName>
                                        </p:attrNameLst>
                                      </p:cBhvr>
                                      <p:tavLst>
                                        <p:tav tm="0">
                                          <p:val>
                                            <p:strVal val="#ppt_y+1"/>
                                          </p:val>
                                        </p:tav>
                                        <p:tav tm="100000">
                                          <p:val>
                                            <p:strVal val="#ppt_y-.03"/>
                                          </p:val>
                                        </p:tav>
                                      </p:tavLst>
                                    </p:anim>
                                    <p:anim calcmode="lin" valueType="num">
                                      <p:cBhvr>
                                        <p:cTn id="79"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par>
                                <p:cTn id="80" presetID="37" presetClass="entr" presetSubtype="0" fill="hold" grpId="0" nodeType="withEffect">
                                  <p:stCondLst>
                                    <p:cond delay="56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600"/>
                                        <p:tgtEl>
                                          <p:spTgt spid="16"/>
                                        </p:tgtEl>
                                      </p:cBhvr>
                                    </p:animEffect>
                                    <p:anim calcmode="lin" valueType="num">
                                      <p:cBhvr>
                                        <p:cTn id="83" dur="600" fill="hold"/>
                                        <p:tgtEl>
                                          <p:spTgt spid="16"/>
                                        </p:tgtEl>
                                        <p:attrNameLst>
                                          <p:attrName>ppt_x</p:attrName>
                                        </p:attrNameLst>
                                      </p:cBhvr>
                                      <p:tavLst>
                                        <p:tav tm="0">
                                          <p:val>
                                            <p:strVal val="#ppt_x"/>
                                          </p:val>
                                        </p:tav>
                                        <p:tav tm="100000">
                                          <p:val>
                                            <p:strVal val="#ppt_x"/>
                                          </p:val>
                                        </p:tav>
                                      </p:tavLst>
                                    </p:anim>
                                    <p:anim calcmode="lin" valueType="num">
                                      <p:cBhvr>
                                        <p:cTn id="84" dur="540" decel="100000" fill="hold"/>
                                        <p:tgtEl>
                                          <p:spTgt spid="16"/>
                                        </p:tgtEl>
                                        <p:attrNameLst>
                                          <p:attrName>ppt_y</p:attrName>
                                        </p:attrNameLst>
                                      </p:cBhvr>
                                      <p:tavLst>
                                        <p:tav tm="0">
                                          <p:val>
                                            <p:strVal val="#ppt_y+1"/>
                                          </p:val>
                                        </p:tav>
                                        <p:tav tm="100000">
                                          <p:val>
                                            <p:strVal val="#ppt_y-.03"/>
                                          </p:val>
                                        </p:tav>
                                      </p:tavLst>
                                    </p:anim>
                                    <p:anim calcmode="lin" valueType="num">
                                      <p:cBhvr>
                                        <p:cTn id="85" dur="60" accel="100000" fill="hold">
                                          <p:stCondLst>
                                            <p:cond delay="540"/>
                                          </p:stCondLst>
                                        </p:cTn>
                                        <p:tgtEl>
                                          <p:spTgt spid="16"/>
                                        </p:tgtEl>
                                        <p:attrNameLst>
                                          <p:attrName>ppt_y</p:attrName>
                                        </p:attrNameLst>
                                      </p:cBhvr>
                                      <p:tavLst>
                                        <p:tav tm="0">
                                          <p:val>
                                            <p:strVal val="#ppt_y-.03"/>
                                          </p:val>
                                        </p:tav>
                                        <p:tav tm="100000">
                                          <p:val>
                                            <p:strVal val="#ppt_y"/>
                                          </p:val>
                                        </p:tav>
                                      </p:tavLst>
                                    </p:anim>
                                  </p:childTnLst>
                                </p:cTn>
                              </p:par>
                              <p:par>
                                <p:cTn id="86" presetID="37" presetClass="entr" presetSubtype="0" fill="hold" nodeType="withEffect">
                                  <p:stCondLst>
                                    <p:cond delay="84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600"/>
                                        <p:tgtEl>
                                          <p:spTgt spid="17"/>
                                        </p:tgtEl>
                                      </p:cBhvr>
                                    </p:animEffect>
                                    <p:anim calcmode="lin" valueType="num">
                                      <p:cBhvr>
                                        <p:cTn id="89" dur="600" fill="hold"/>
                                        <p:tgtEl>
                                          <p:spTgt spid="17"/>
                                        </p:tgtEl>
                                        <p:attrNameLst>
                                          <p:attrName>ppt_x</p:attrName>
                                        </p:attrNameLst>
                                      </p:cBhvr>
                                      <p:tavLst>
                                        <p:tav tm="0">
                                          <p:val>
                                            <p:strVal val="#ppt_x"/>
                                          </p:val>
                                        </p:tav>
                                        <p:tav tm="100000">
                                          <p:val>
                                            <p:strVal val="#ppt_x"/>
                                          </p:val>
                                        </p:tav>
                                      </p:tavLst>
                                    </p:anim>
                                    <p:anim calcmode="lin" valueType="num">
                                      <p:cBhvr>
                                        <p:cTn id="90" dur="540" decel="100000" fill="hold"/>
                                        <p:tgtEl>
                                          <p:spTgt spid="17"/>
                                        </p:tgtEl>
                                        <p:attrNameLst>
                                          <p:attrName>ppt_y</p:attrName>
                                        </p:attrNameLst>
                                      </p:cBhvr>
                                      <p:tavLst>
                                        <p:tav tm="0">
                                          <p:val>
                                            <p:strVal val="#ppt_y+1"/>
                                          </p:val>
                                        </p:tav>
                                        <p:tav tm="100000">
                                          <p:val>
                                            <p:strVal val="#ppt_y-.03"/>
                                          </p:val>
                                        </p:tav>
                                      </p:tavLst>
                                    </p:anim>
                                    <p:anim calcmode="lin" valueType="num">
                                      <p:cBhvr>
                                        <p:cTn id="91" dur="60" accel="100000" fill="hold">
                                          <p:stCondLst>
                                            <p:cond delay="540"/>
                                          </p:stCondLst>
                                        </p:cTn>
                                        <p:tgtEl>
                                          <p:spTgt spid="17"/>
                                        </p:tgtEl>
                                        <p:attrNameLst>
                                          <p:attrName>ppt_y</p:attrName>
                                        </p:attrNameLst>
                                      </p:cBhvr>
                                      <p:tavLst>
                                        <p:tav tm="0">
                                          <p:val>
                                            <p:strVal val="#ppt_y-.03"/>
                                          </p:val>
                                        </p:tav>
                                        <p:tav tm="100000">
                                          <p:val>
                                            <p:strVal val="#ppt_y"/>
                                          </p:val>
                                        </p:tav>
                                      </p:tavLst>
                                    </p:anim>
                                  </p:childTnLst>
                                </p:cTn>
                              </p:par>
                              <p:par>
                                <p:cTn id="92" presetID="37" presetClass="entr" presetSubtype="0" fill="hold" grpId="0" nodeType="withEffect">
                                  <p:stCondLst>
                                    <p:cond delay="84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600"/>
                                        <p:tgtEl>
                                          <p:spTgt spid="18"/>
                                        </p:tgtEl>
                                      </p:cBhvr>
                                    </p:animEffect>
                                    <p:anim calcmode="lin" valueType="num">
                                      <p:cBhvr>
                                        <p:cTn id="95" dur="600" fill="hold"/>
                                        <p:tgtEl>
                                          <p:spTgt spid="18"/>
                                        </p:tgtEl>
                                        <p:attrNameLst>
                                          <p:attrName>ppt_x</p:attrName>
                                        </p:attrNameLst>
                                      </p:cBhvr>
                                      <p:tavLst>
                                        <p:tav tm="0">
                                          <p:val>
                                            <p:strVal val="#ppt_x"/>
                                          </p:val>
                                        </p:tav>
                                        <p:tav tm="100000">
                                          <p:val>
                                            <p:strVal val="#ppt_x"/>
                                          </p:val>
                                        </p:tav>
                                      </p:tavLst>
                                    </p:anim>
                                    <p:anim calcmode="lin" valueType="num">
                                      <p:cBhvr>
                                        <p:cTn id="96" dur="540" decel="100000" fill="hold"/>
                                        <p:tgtEl>
                                          <p:spTgt spid="18"/>
                                        </p:tgtEl>
                                        <p:attrNameLst>
                                          <p:attrName>ppt_y</p:attrName>
                                        </p:attrNameLst>
                                      </p:cBhvr>
                                      <p:tavLst>
                                        <p:tav tm="0">
                                          <p:val>
                                            <p:strVal val="#ppt_y+1"/>
                                          </p:val>
                                        </p:tav>
                                        <p:tav tm="100000">
                                          <p:val>
                                            <p:strVal val="#ppt_y-.03"/>
                                          </p:val>
                                        </p:tav>
                                      </p:tavLst>
                                    </p:anim>
                                    <p:anim calcmode="lin" valueType="num">
                                      <p:cBhvr>
                                        <p:cTn id="97" dur="60" accel="100000" fill="hold">
                                          <p:stCondLst>
                                            <p:cond delay="540"/>
                                          </p:stCondLst>
                                        </p:cTn>
                                        <p:tgtEl>
                                          <p:spTgt spid="18"/>
                                        </p:tgtEl>
                                        <p:attrNameLst>
                                          <p:attrName>ppt_y</p:attrName>
                                        </p:attrNameLst>
                                      </p:cBhvr>
                                      <p:tavLst>
                                        <p:tav tm="0">
                                          <p:val>
                                            <p:strVal val="#ppt_y-.03"/>
                                          </p:val>
                                        </p:tav>
                                        <p:tav tm="100000">
                                          <p:val>
                                            <p:strVal val="#ppt_y"/>
                                          </p:val>
                                        </p:tav>
                                      </p:tavLst>
                                    </p:anim>
                                  </p:childTnLst>
                                </p:cTn>
                              </p:par>
                              <p:par>
                                <p:cTn id="98" presetID="37" presetClass="entr" presetSubtype="0" fill="hold" grpId="0" nodeType="withEffect">
                                  <p:stCondLst>
                                    <p:cond delay="840"/>
                                  </p:stCondLst>
                                  <p:childTnLst>
                                    <p:set>
                                      <p:cBhvr>
                                        <p:cTn id="99" dur="1" fill="hold">
                                          <p:stCondLst>
                                            <p:cond delay="0"/>
                                          </p:stCondLst>
                                        </p:cTn>
                                        <p:tgtEl>
                                          <p:spTgt spid="19"/>
                                        </p:tgtEl>
                                        <p:attrNameLst>
                                          <p:attrName>style.visibility</p:attrName>
                                        </p:attrNameLst>
                                      </p:cBhvr>
                                      <p:to>
                                        <p:strVal val="visible"/>
                                      </p:to>
                                    </p:set>
                                    <p:animEffect transition="in" filter="fade">
                                      <p:cBhvr>
                                        <p:cTn id="100" dur="600"/>
                                        <p:tgtEl>
                                          <p:spTgt spid="19"/>
                                        </p:tgtEl>
                                      </p:cBhvr>
                                    </p:animEffect>
                                    <p:anim calcmode="lin" valueType="num">
                                      <p:cBhvr>
                                        <p:cTn id="101" dur="600" fill="hold"/>
                                        <p:tgtEl>
                                          <p:spTgt spid="19"/>
                                        </p:tgtEl>
                                        <p:attrNameLst>
                                          <p:attrName>ppt_x</p:attrName>
                                        </p:attrNameLst>
                                      </p:cBhvr>
                                      <p:tavLst>
                                        <p:tav tm="0">
                                          <p:val>
                                            <p:strVal val="#ppt_x"/>
                                          </p:val>
                                        </p:tav>
                                        <p:tav tm="100000">
                                          <p:val>
                                            <p:strVal val="#ppt_x"/>
                                          </p:val>
                                        </p:tav>
                                      </p:tavLst>
                                    </p:anim>
                                    <p:anim calcmode="lin" valueType="num">
                                      <p:cBhvr>
                                        <p:cTn id="102" dur="540" decel="100000" fill="hold"/>
                                        <p:tgtEl>
                                          <p:spTgt spid="19"/>
                                        </p:tgtEl>
                                        <p:attrNameLst>
                                          <p:attrName>ppt_y</p:attrName>
                                        </p:attrNameLst>
                                      </p:cBhvr>
                                      <p:tavLst>
                                        <p:tav tm="0">
                                          <p:val>
                                            <p:strVal val="#ppt_y+1"/>
                                          </p:val>
                                        </p:tav>
                                        <p:tav tm="100000">
                                          <p:val>
                                            <p:strVal val="#ppt_y-.03"/>
                                          </p:val>
                                        </p:tav>
                                      </p:tavLst>
                                    </p:anim>
                                    <p:anim calcmode="lin" valueType="num">
                                      <p:cBhvr>
                                        <p:cTn id="103" dur="60" accel="100000" fill="hold">
                                          <p:stCondLst>
                                            <p:cond delay="540"/>
                                          </p:stCondLst>
                                        </p:cTn>
                                        <p:tgtEl>
                                          <p:spTgt spid="19"/>
                                        </p:tgtEl>
                                        <p:attrNameLst>
                                          <p:attrName>ppt_y</p:attrName>
                                        </p:attrNameLst>
                                      </p:cBhvr>
                                      <p:tavLst>
                                        <p:tav tm="0">
                                          <p:val>
                                            <p:strVal val="#ppt_y-.03"/>
                                          </p:val>
                                        </p:tav>
                                        <p:tav tm="100000">
                                          <p:val>
                                            <p:strVal val="#ppt_y"/>
                                          </p:val>
                                        </p:tav>
                                      </p:tavLst>
                                    </p:anim>
                                  </p:childTnLst>
                                </p:cTn>
                              </p:par>
                              <p:par>
                                <p:cTn id="104" presetID="37" presetClass="entr" presetSubtype="0" fill="hold" nodeType="withEffect">
                                  <p:stCondLst>
                                    <p:cond delay="840"/>
                                  </p:stCondLst>
                                  <p:childTnLst>
                                    <p:set>
                                      <p:cBhvr>
                                        <p:cTn id="105" dur="1" fill="hold">
                                          <p:stCondLst>
                                            <p:cond delay="0"/>
                                          </p:stCondLst>
                                        </p:cTn>
                                        <p:tgtEl>
                                          <p:spTgt spid="20"/>
                                        </p:tgtEl>
                                        <p:attrNameLst>
                                          <p:attrName>style.visibility</p:attrName>
                                        </p:attrNameLst>
                                      </p:cBhvr>
                                      <p:to>
                                        <p:strVal val="visible"/>
                                      </p:to>
                                    </p:set>
                                    <p:animEffect transition="in" filter="fade">
                                      <p:cBhvr>
                                        <p:cTn id="106" dur="600"/>
                                        <p:tgtEl>
                                          <p:spTgt spid="20"/>
                                        </p:tgtEl>
                                      </p:cBhvr>
                                    </p:animEffect>
                                    <p:anim calcmode="lin" valueType="num">
                                      <p:cBhvr>
                                        <p:cTn id="107" dur="600" fill="hold"/>
                                        <p:tgtEl>
                                          <p:spTgt spid="20"/>
                                        </p:tgtEl>
                                        <p:attrNameLst>
                                          <p:attrName>ppt_x</p:attrName>
                                        </p:attrNameLst>
                                      </p:cBhvr>
                                      <p:tavLst>
                                        <p:tav tm="0">
                                          <p:val>
                                            <p:strVal val="#ppt_x"/>
                                          </p:val>
                                        </p:tav>
                                        <p:tav tm="100000">
                                          <p:val>
                                            <p:strVal val="#ppt_x"/>
                                          </p:val>
                                        </p:tav>
                                      </p:tavLst>
                                    </p:anim>
                                    <p:anim calcmode="lin" valueType="num">
                                      <p:cBhvr>
                                        <p:cTn id="108" dur="540" decel="100000" fill="hold"/>
                                        <p:tgtEl>
                                          <p:spTgt spid="20"/>
                                        </p:tgtEl>
                                        <p:attrNameLst>
                                          <p:attrName>ppt_y</p:attrName>
                                        </p:attrNameLst>
                                      </p:cBhvr>
                                      <p:tavLst>
                                        <p:tav tm="0">
                                          <p:val>
                                            <p:strVal val="#ppt_y+1"/>
                                          </p:val>
                                        </p:tav>
                                        <p:tav tm="100000">
                                          <p:val>
                                            <p:strVal val="#ppt_y-.03"/>
                                          </p:val>
                                        </p:tav>
                                      </p:tavLst>
                                    </p:anim>
                                    <p:anim calcmode="lin" valueType="num">
                                      <p:cBhvr>
                                        <p:cTn id="109" dur="60" accel="100000" fill="hold">
                                          <p:stCondLst>
                                            <p:cond delay="540"/>
                                          </p:stCondLst>
                                        </p:cTn>
                                        <p:tgtEl>
                                          <p:spTgt spid="20"/>
                                        </p:tgtEl>
                                        <p:attrNameLst>
                                          <p:attrName>ppt_y</p:attrName>
                                        </p:attrNameLst>
                                      </p:cBhvr>
                                      <p:tavLst>
                                        <p:tav tm="0">
                                          <p:val>
                                            <p:strVal val="#ppt_y-.03"/>
                                          </p:val>
                                        </p:tav>
                                        <p:tav tm="100000">
                                          <p:val>
                                            <p:strVal val="#ppt_y"/>
                                          </p:val>
                                        </p:tav>
                                      </p:tavLst>
                                    </p:anim>
                                  </p:childTnLst>
                                </p:cTn>
                              </p:par>
                              <p:par>
                                <p:cTn id="110" presetID="37" presetClass="entr" presetSubtype="0" fill="hold" nodeType="withEffect">
                                  <p:stCondLst>
                                    <p:cond delay="840"/>
                                  </p:stCondLst>
                                  <p:childTnLst>
                                    <p:set>
                                      <p:cBhvr>
                                        <p:cTn id="111" dur="1" fill="hold">
                                          <p:stCondLst>
                                            <p:cond delay="0"/>
                                          </p:stCondLst>
                                        </p:cTn>
                                        <p:tgtEl>
                                          <p:spTgt spid="21"/>
                                        </p:tgtEl>
                                        <p:attrNameLst>
                                          <p:attrName>style.visibility</p:attrName>
                                        </p:attrNameLst>
                                      </p:cBhvr>
                                      <p:to>
                                        <p:strVal val="visible"/>
                                      </p:to>
                                    </p:set>
                                    <p:animEffect transition="in" filter="fade">
                                      <p:cBhvr>
                                        <p:cTn id="112" dur="600"/>
                                        <p:tgtEl>
                                          <p:spTgt spid="21"/>
                                        </p:tgtEl>
                                      </p:cBhvr>
                                    </p:animEffect>
                                    <p:anim calcmode="lin" valueType="num">
                                      <p:cBhvr>
                                        <p:cTn id="113" dur="600" fill="hold"/>
                                        <p:tgtEl>
                                          <p:spTgt spid="21"/>
                                        </p:tgtEl>
                                        <p:attrNameLst>
                                          <p:attrName>ppt_x</p:attrName>
                                        </p:attrNameLst>
                                      </p:cBhvr>
                                      <p:tavLst>
                                        <p:tav tm="0">
                                          <p:val>
                                            <p:strVal val="#ppt_x"/>
                                          </p:val>
                                        </p:tav>
                                        <p:tav tm="100000">
                                          <p:val>
                                            <p:strVal val="#ppt_x"/>
                                          </p:val>
                                        </p:tav>
                                      </p:tavLst>
                                    </p:anim>
                                    <p:anim calcmode="lin" valueType="num">
                                      <p:cBhvr>
                                        <p:cTn id="114" dur="540" decel="100000" fill="hold"/>
                                        <p:tgtEl>
                                          <p:spTgt spid="21"/>
                                        </p:tgtEl>
                                        <p:attrNameLst>
                                          <p:attrName>ppt_y</p:attrName>
                                        </p:attrNameLst>
                                      </p:cBhvr>
                                      <p:tavLst>
                                        <p:tav tm="0">
                                          <p:val>
                                            <p:strVal val="#ppt_y+1"/>
                                          </p:val>
                                        </p:tav>
                                        <p:tav tm="100000">
                                          <p:val>
                                            <p:strVal val="#ppt_y-.03"/>
                                          </p:val>
                                        </p:tav>
                                      </p:tavLst>
                                    </p:anim>
                                    <p:anim calcmode="lin" valueType="num">
                                      <p:cBhvr>
                                        <p:cTn id="115" dur="60" accel="100000" fill="hold">
                                          <p:stCondLst>
                                            <p:cond delay="540"/>
                                          </p:stCondLst>
                                        </p:cTn>
                                        <p:tgtEl>
                                          <p:spTgt spid="21"/>
                                        </p:tgtEl>
                                        <p:attrNameLst>
                                          <p:attrName>ppt_y</p:attrName>
                                        </p:attrNameLst>
                                      </p:cBhvr>
                                      <p:tavLst>
                                        <p:tav tm="0">
                                          <p:val>
                                            <p:strVal val="#ppt_y-.03"/>
                                          </p:val>
                                        </p:tav>
                                        <p:tav tm="100000">
                                          <p:val>
                                            <p:strVal val="#ppt_y"/>
                                          </p:val>
                                        </p:tav>
                                      </p:tavLst>
                                    </p:anim>
                                  </p:childTnLst>
                                </p:cTn>
                              </p:par>
                              <p:par>
                                <p:cTn id="116" presetID="37" presetClass="entr" presetSubtype="0" fill="hold" grpId="0" nodeType="withEffect">
                                  <p:stCondLst>
                                    <p:cond delay="840"/>
                                  </p:stCondLst>
                                  <p:childTnLst>
                                    <p:set>
                                      <p:cBhvr>
                                        <p:cTn id="117" dur="1" fill="hold">
                                          <p:stCondLst>
                                            <p:cond delay="0"/>
                                          </p:stCondLst>
                                        </p:cTn>
                                        <p:tgtEl>
                                          <p:spTgt spid="22"/>
                                        </p:tgtEl>
                                        <p:attrNameLst>
                                          <p:attrName>style.visibility</p:attrName>
                                        </p:attrNameLst>
                                      </p:cBhvr>
                                      <p:to>
                                        <p:strVal val="visible"/>
                                      </p:to>
                                    </p:set>
                                    <p:animEffect transition="in" filter="fade">
                                      <p:cBhvr>
                                        <p:cTn id="118" dur="600"/>
                                        <p:tgtEl>
                                          <p:spTgt spid="22"/>
                                        </p:tgtEl>
                                      </p:cBhvr>
                                    </p:animEffect>
                                    <p:anim calcmode="lin" valueType="num">
                                      <p:cBhvr>
                                        <p:cTn id="119" dur="600" fill="hold"/>
                                        <p:tgtEl>
                                          <p:spTgt spid="22"/>
                                        </p:tgtEl>
                                        <p:attrNameLst>
                                          <p:attrName>ppt_x</p:attrName>
                                        </p:attrNameLst>
                                      </p:cBhvr>
                                      <p:tavLst>
                                        <p:tav tm="0">
                                          <p:val>
                                            <p:strVal val="#ppt_x"/>
                                          </p:val>
                                        </p:tav>
                                        <p:tav tm="100000">
                                          <p:val>
                                            <p:strVal val="#ppt_x"/>
                                          </p:val>
                                        </p:tav>
                                      </p:tavLst>
                                    </p:anim>
                                    <p:anim calcmode="lin" valueType="num">
                                      <p:cBhvr>
                                        <p:cTn id="120" dur="540" decel="100000" fill="hold"/>
                                        <p:tgtEl>
                                          <p:spTgt spid="22"/>
                                        </p:tgtEl>
                                        <p:attrNameLst>
                                          <p:attrName>ppt_y</p:attrName>
                                        </p:attrNameLst>
                                      </p:cBhvr>
                                      <p:tavLst>
                                        <p:tav tm="0">
                                          <p:val>
                                            <p:strVal val="#ppt_y+1"/>
                                          </p:val>
                                        </p:tav>
                                        <p:tav tm="100000">
                                          <p:val>
                                            <p:strVal val="#ppt_y-.03"/>
                                          </p:val>
                                        </p:tav>
                                      </p:tavLst>
                                    </p:anim>
                                    <p:anim calcmode="lin" valueType="num">
                                      <p:cBhvr>
                                        <p:cTn id="121" dur="60" accel="100000" fill="hold">
                                          <p:stCondLst>
                                            <p:cond delay="540"/>
                                          </p:stCondLst>
                                        </p:cTn>
                                        <p:tgtEl>
                                          <p:spTgt spid="22"/>
                                        </p:tgtEl>
                                        <p:attrNameLst>
                                          <p:attrName>ppt_y</p:attrName>
                                        </p:attrNameLst>
                                      </p:cBhvr>
                                      <p:tavLst>
                                        <p:tav tm="0">
                                          <p:val>
                                            <p:strVal val="#ppt_y-.03"/>
                                          </p:val>
                                        </p:tav>
                                        <p:tav tm="100000">
                                          <p:val>
                                            <p:strVal val="#ppt_y"/>
                                          </p:val>
                                        </p:tav>
                                      </p:tavLst>
                                    </p:anim>
                                  </p:childTnLst>
                                </p:cTn>
                              </p:par>
                              <p:par>
                                <p:cTn id="122" presetID="37" presetClass="entr" presetSubtype="0" fill="hold" nodeType="withEffect">
                                  <p:stCondLst>
                                    <p:cond delay="840"/>
                                  </p:stCondLst>
                                  <p:childTnLst>
                                    <p:set>
                                      <p:cBhvr>
                                        <p:cTn id="123" dur="1" fill="hold">
                                          <p:stCondLst>
                                            <p:cond delay="0"/>
                                          </p:stCondLst>
                                        </p:cTn>
                                        <p:tgtEl>
                                          <p:spTgt spid="23"/>
                                        </p:tgtEl>
                                        <p:attrNameLst>
                                          <p:attrName>style.visibility</p:attrName>
                                        </p:attrNameLst>
                                      </p:cBhvr>
                                      <p:to>
                                        <p:strVal val="visible"/>
                                      </p:to>
                                    </p:set>
                                    <p:animEffect transition="in" filter="fade">
                                      <p:cBhvr>
                                        <p:cTn id="124" dur="600"/>
                                        <p:tgtEl>
                                          <p:spTgt spid="23"/>
                                        </p:tgtEl>
                                      </p:cBhvr>
                                    </p:animEffect>
                                    <p:anim calcmode="lin" valueType="num">
                                      <p:cBhvr>
                                        <p:cTn id="125" dur="600" fill="hold"/>
                                        <p:tgtEl>
                                          <p:spTgt spid="23"/>
                                        </p:tgtEl>
                                        <p:attrNameLst>
                                          <p:attrName>ppt_x</p:attrName>
                                        </p:attrNameLst>
                                      </p:cBhvr>
                                      <p:tavLst>
                                        <p:tav tm="0">
                                          <p:val>
                                            <p:strVal val="#ppt_x"/>
                                          </p:val>
                                        </p:tav>
                                        <p:tav tm="100000">
                                          <p:val>
                                            <p:strVal val="#ppt_x"/>
                                          </p:val>
                                        </p:tav>
                                      </p:tavLst>
                                    </p:anim>
                                    <p:anim calcmode="lin" valueType="num">
                                      <p:cBhvr>
                                        <p:cTn id="126" dur="540" decel="100000" fill="hold"/>
                                        <p:tgtEl>
                                          <p:spTgt spid="23"/>
                                        </p:tgtEl>
                                        <p:attrNameLst>
                                          <p:attrName>ppt_y</p:attrName>
                                        </p:attrNameLst>
                                      </p:cBhvr>
                                      <p:tavLst>
                                        <p:tav tm="0">
                                          <p:val>
                                            <p:strVal val="#ppt_y+1"/>
                                          </p:val>
                                        </p:tav>
                                        <p:tav tm="100000">
                                          <p:val>
                                            <p:strVal val="#ppt_y-.03"/>
                                          </p:val>
                                        </p:tav>
                                      </p:tavLst>
                                    </p:anim>
                                    <p:anim calcmode="lin" valueType="num">
                                      <p:cBhvr>
                                        <p:cTn id="127" dur="60" accel="100000" fill="hold">
                                          <p:stCondLst>
                                            <p:cond delay="540"/>
                                          </p:stCondLst>
                                        </p:cTn>
                                        <p:tgtEl>
                                          <p:spTgt spid="23"/>
                                        </p:tgtEl>
                                        <p:attrNameLst>
                                          <p:attrName>ppt_y</p:attrName>
                                        </p:attrNameLst>
                                      </p:cBhvr>
                                      <p:tavLst>
                                        <p:tav tm="0">
                                          <p:val>
                                            <p:strVal val="#ppt_y-.03"/>
                                          </p:val>
                                        </p:tav>
                                        <p:tav tm="100000">
                                          <p:val>
                                            <p:strVal val="#ppt_y"/>
                                          </p:val>
                                        </p:tav>
                                      </p:tavLst>
                                    </p:anim>
                                  </p:childTnLst>
                                </p:cTn>
                              </p:par>
                              <p:par>
                                <p:cTn id="128" presetID="37" presetClass="entr" presetSubtype="0" fill="hold" nodeType="withEffect">
                                  <p:stCondLst>
                                    <p:cond delay="840"/>
                                  </p:stCondLst>
                                  <p:childTnLst>
                                    <p:set>
                                      <p:cBhvr>
                                        <p:cTn id="129" dur="1" fill="hold">
                                          <p:stCondLst>
                                            <p:cond delay="0"/>
                                          </p:stCondLst>
                                        </p:cTn>
                                        <p:tgtEl>
                                          <p:spTgt spid="24"/>
                                        </p:tgtEl>
                                        <p:attrNameLst>
                                          <p:attrName>style.visibility</p:attrName>
                                        </p:attrNameLst>
                                      </p:cBhvr>
                                      <p:to>
                                        <p:strVal val="visible"/>
                                      </p:to>
                                    </p:set>
                                    <p:animEffect transition="in" filter="fade">
                                      <p:cBhvr>
                                        <p:cTn id="130" dur="600"/>
                                        <p:tgtEl>
                                          <p:spTgt spid="24"/>
                                        </p:tgtEl>
                                      </p:cBhvr>
                                    </p:animEffect>
                                    <p:anim calcmode="lin" valueType="num">
                                      <p:cBhvr>
                                        <p:cTn id="131" dur="600" fill="hold"/>
                                        <p:tgtEl>
                                          <p:spTgt spid="24"/>
                                        </p:tgtEl>
                                        <p:attrNameLst>
                                          <p:attrName>ppt_x</p:attrName>
                                        </p:attrNameLst>
                                      </p:cBhvr>
                                      <p:tavLst>
                                        <p:tav tm="0">
                                          <p:val>
                                            <p:strVal val="#ppt_x"/>
                                          </p:val>
                                        </p:tav>
                                        <p:tav tm="100000">
                                          <p:val>
                                            <p:strVal val="#ppt_x"/>
                                          </p:val>
                                        </p:tav>
                                      </p:tavLst>
                                    </p:anim>
                                    <p:anim calcmode="lin" valueType="num">
                                      <p:cBhvr>
                                        <p:cTn id="132" dur="540" decel="100000" fill="hold"/>
                                        <p:tgtEl>
                                          <p:spTgt spid="24"/>
                                        </p:tgtEl>
                                        <p:attrNameLst>
                                          <p:attrName>ppt_y</p:attrName>
                                        </p:attrNameLst>
                                      </p:cBhvr>
                                      <p:tavLst>
                                        <p:tav tm="0">
                                          <p:val>
                                            <p:strVal val="#ppt_y+1"/>
                                          </p:val>
                                        </p:tav>
                                        <p:tav tm="100000">
                                          <p:val>
                                            <p:strVal val="#ppt_y-.03"/>
                                          </p:val>
                                        </p:tav>
                                      </p:tavLst>
                                    </p:anim>
                                    <p:anim calcmode="lin" valueType="num">
                                      <p:cBhvr>
                                        <p:cTn id="133" dur="60" accel="100000" fill="hold">
                                          <p:stCondLst>
                                            <p:cond delay="540"/>
                                          </p:stCondLst>
                                        </p:cTn>
                                        <p:tgtEl>
                                          <p:spTgt spid="24"/>
                                        </p:tgtEl>
                                        <p:attrNameLst>
                                          <p:attrName>ppt_y</p:attrName>
                                        </p:attrNameLst>
                                      </p:cBhvr>
                                      <p:tavLst>
                                        <p:tav tm="0">
                                          <p:val>
                                            <p:strVal val="#ppt_y-.03"/>
                                          </p:val>
                                        </p:tav>
                                        <p:tav tm="100000">
                                          <p:val>
                                            <p:strVal val="#ppt_y"/>
                                          </p:val>
                                        </p:tav>
                                      </p:tavLst>
                                    </p:anim>
                                  </p:childTnLst>
                                </p:cTn>
                              </p:par>
                              <p:par>
                                <p:cTn id="134" presetID="37" presetClass="entr" presetSubtype="0" fill="hold" grpId="0" nodeType="withEffect">
                                  <p:stCondLst>
                                    <p:cond delay="840"/>
                                  </p:stCondLst>
                                  <p:childTnLst>
                                    <p:set>
                                      <p:cBhvr>
                                        <p:cTn id="135" dur="1" fill="hold">
                                          <p:stCondLst>
                                            <p:cond delay="0"/>
                                          </p:stCondLst>
                                        </p:cTn>
                                        <p:tgtEl>
                                          <p:spTgt spid="25"/>
                                        </p:tgtEl>
                                        <p:attrNameLst>
                                          <p:attrName>style.visibility</p:attrName>
                                        </p:attrNameLst>
                                      </p:cBhvr>
                                      <p:to>
                                        <p:strVal val="visible"/>
                                      </p:to>
                                    </p:set>
                                    <p:animEffect transition="in" filter="fade">
                                      <p:cBhvr>
                                        <p:cTn id="136" dur="600"/>
                                        <p:tgtEl>
                                          <p:spTgt spid="25"/>
                                        </p:tgtEl>
                                      </p:cBhvr>
                                    </p:animEffect>
                                    <p:anim calcmode="lin" valueType="num">
                                      <p:cBhvr>
                                        <p:cTn id="137" dur="600" fill="hold"/>
                                        <p:tgtEl>
                                          <p:spTgt spid="25"/>
                                        </p:tgtEl>
                                        <p:attrNameLst>
                                          <p:attrName>ppt_x</p:attrName>
                                        </p:attrNameLst>
                                      </p:cBhvr>
                                      <p:tavLst>
                                        <p:tav tm="0">
                                          <p:val>
                                            <p:strVal val="#ppt_x"/>
                                          </p:val>
                                        </p:tav>
                                        <p:tav tm="100000">
                                          <p:val>
                                            <p:strVal val="#ppt_x"/>
                                          </p:val>
                                        </p:tav>
                                      </p:tavLst>
                                    </p:anim>
                                    <p:anim calcmode="lin" valueType="num">
                                      <p:cBhvr>
                                        <p:cTn id="138" dur="540" decel="100000" fill="hold"/>
                                        <p:tgtEl>
                                          <p:spTgt spid="25"/>
                                        </p:tgtEl>
                                        <p:attrNameLst>
                                          <p:attrName>ppt_y</p:attrName>
                                        </p:attrNameLst>
                                      </p:cBhvr>
                                      <p:tavLst>
                                        <p:tav tm="0">
                                          <p:val>
                                            <p:strVal val="#ppt_y+1"/>
                                          </p:val>
                                        </p:tav>
                                        <p:tav tm="100000">
                                          <p:val>
                                            <p:strVal val="#ppt_y-.03"/>
                                          </p:val>
                                        </p:tav>
                                      </p:tavLst>
                                    </p:anim>
                                    <p:anim calcmode="lin" valueType="num">
                                      <p:cBhvr>
                                        <p:cTn id="139" dur="60" accel="100000" fill="hold">
                                          <p:stCondLst>
                                            <p:cond delay="540"/>
                                          </p:stCondLst>
                                        </p:cTn>
                                        <p:tgtEl>
                                          <p:spTgt spid="25"/>
                                        </p:tgtEl>
                                        <p:attrNameLst>
                                          <p:attrName>ppt_y</p:attrName>
                                        </p:attrNameLst>
                                      </p:cBhvr>
                                      <p:tavLst>
                                        <p:tav tm="0">
                                          <p:val>
                                            <p:strVal val="#ppt_y-.03"/>
                                          </p:val>
                                        </p:tav>
                                        <p:tav tm="100000">
                                          <p:val>
                                            <p:strVal val="#ppt_y"/>
                                          </p:val>
                                        </p:tav>
                                      </p:tavLst>
                                    </p:anim>
                                  </p:childTnLst>
                                </p:cTn>
                              </p:par>
                              <p:par>
                                <p:cTn id="140" presetID="37" presetClass="entr" presetSubtype="0" fill="hold" nodeType="withEffect">
                                  <p:stCondLst>
                                    <p:cond delay="840"/>
                                  </p:stCondLst>
                                  <p:childTnLst>
                                    <p:set>
                                      <p:cBhvr>
                                        <p:cTn id="141" dur="1" fill="hold">
                                          <p:stCondLst>
                                            <p:cond delay="0"/>
                                          </p:stCondLst>
                                        </p:cTn>
                                        <p:tgtEl>
                                          <p:spTgt spid="26"/>
                                        </p:tgtEl>
                                        <p:attrNameLst>
                                          <p:attrName>style.visibility</p:attrName>
                                        </p:attrNameLst>
                                      </p:cBhvr>
                                      <p:to>
                                        <p:strVal val="visible"/>
                                      </p:to>
                                    </p:set>
                                    <p:animEffect transition="in" filter="fade">
                                      <p:cBhvr>
                                        <p:cTn id="142" dur="600"/>
                                        <p:tgtEl>
                                          <p:spTgt spid="26"/>
                                        </p:tgtEl>
                                      </p:cBhvr>
                                    </p:animEffect>
                                    <p:anim calcmode="lin" valueType="num">
                                      <p:cBhvr>
                                        <p:cTn id="143" dur="600" fill="hold"/>
                                        <p:tgtEl>
                                          <p:spTgt spid="26"/>
                                        </p:tgtEl>
                                        <p:attrNameLst>
                                          <p:attrName>ppt_x</p:attrName>
                                        </p:attrNameLst>
                                      </p:cBhvr>
                                      <p:tavLst>
                                        <p:tav tm="0">
                                          <p:val>
                                            <p:strVal val="#ppt_x"/>
                                          </p:val>
                                        </p:tav>
                                        <p:tav tm="100000">
                                          <p:val>
                                            <p:strVal val="#ppt_x"/>
                                          </p:val>
                                        </p:tav>
                                      </p:tavLst>
                                    </p:anim>
                                    <p:anim calcmode="lin" valueType="num">
                                      <p:cBhvr>
                                        <p:cTn id="144" dur="540" decel="100000" fill="hold"/>
                                        <p:tgtEl>
                                          <p:spTgt spid="26"/>
                                        </p:tgtEl>
                                        <p:attrNameLst>
                                          <p:attrName>ppt_y</p:attrName>
                                        </p:attrNameLst>
                                      </p:cBhvr>
                                      <p:tavLst>
                                        <p:tav tm="0">
                                          <p:val>
                                            <p:strVal val="#ppt_y+1"/>
                                          </p:val>
                                        </p:tav>
                                        <p:tav tm="100000">
                                          <p:val>
                                            <p:strVal val="#ppt_y-.03"/>
                                          </p:val>
                                        </p:tav>
                                      </p:tavLst>
                                    </p:anim>
                                    <p:anim calcmode="lin" valueType="num">
                                      <p:cBhvr>
                                        <p:cTn id="145" dur="60" accel="100000" fill="hold">
                                          <p:stCondLst>
                                            <p:cond delay="540"/>
                                          </p:stCondLst>
                                        </p:cTn>
                                        <p:tgtEl>
                                          <p:spTgt spid="26"/>
                                        </p:tgtEl>
                                        <p:attrNameLst>
                                          <p:attrName>ppt_y</p:attrName>
                                        </p:attrNameLst>
                                      </p:cBhvr>
                                      <p:tavLst>
                                        <p:tav tm="0">
                                          <p:val>
                                            <p:strVal val="#ppt_y-.03"/>
                                          </p:val>
                                        </p:tav>
                                        <p:tav tm="100000">
                                          <p:val>
                                            <p:strVal val="#ppt_y"/>
                                          </p:val>
                                        </p:tav>
                                      </p:tavLst>
                                    </p:anim>
                                  </p:childTnLst>
                                </p:cTn>
                              </p:par>
                              <p:par>
                                <p:cTn id="146" presetID="37" presetClass="entr" presetSubtype="0" fill="hold" nodeType="withEffect">
                                  <p:stCondLst>
                                    <p:cond delay="840"/>
                                  </p:stCondLst>
                                  <p:childTnLst>
                                    <p:set>
                                      <p:cBhvr>
                                        <p:cTn id="147" dur="1" fill="hold">
                                          <p:stCondLst>
                                            <p:cond delay="0"/>
                                          </p:stCondLst>
                                        </p:cTn>
                                        <p:tgtEl>
                                          <p:spTgt spid="27"/>
                                        </p:tgtEl>
                                        <p:attrNameLst>
                                          <p:attrName>style.visibility</p:attrName>
                                        </p:attrNameLst>
                                      </p:cBhvr>
                                      <p:to>
                                        <p:strVal val="visible"/>
                                      </p:to>
                                    </p:set>
                                    <p:animEffect transition="in" filter="fade">
                                      <p:cBhvr>
                                        <p:cTn id="148" dur="600"/>
                                        <p:tgtEl>
                                          <p:spTgt spid="27"/>
                                        </p:tgtEl>
                                      </p:cBhvr>
                                    </p:animEffect>
                                    <p:anim calcmode="lin" valueType="num">
                                      <p:cBhvr>
                                        <p:cTn id="149" dur="600" fill="hold"/>
                                        <p:tgtEl>
                                          <p:spTgt spid="27"/>
                                        </p:tgtEl>
                                        <p:attrNameLst>
                                          <p:attrName>ppt_x</p:attrName>
                                        </p:attrNameLst>
                                      </p:cBhvr>
                                      <p:tavLst>
                                        <p:tav tm="0">
                                          <p:val>
                                            <p:strVal val="#ppt_x"/>
                                          </p:val>
                                        </p:tav>
                                        <p:tav tm="100000">
                                          <p:val>
                                            <p:strVal val="#ppt_x"/>
                                          </p:val>
                                        </p:tav>
                                      </p:tavLst>
                                    </p:anim>
                                    <p:anim calcmode="lin" valueType="num">
                                      <p:cBhvr>
                                        <p:cTn id="150" dur="540" decel="100000" fill="hold"/>
                                        <p:tgtEl>
                                          <p:spTgt spid="27"/>
                                        </p:tgtEl>
                                        <p:attrNameLst>
                                          <p:attrName>ppt_y</p:attrName>
                                        </p:attrNameLst>
                                      </p:cBhvr>
                                      <p:tavLst>
                                        <p:tav tm="0">
                                          <p:val>
                                            <p:strVal val="#ppt_y+1"/>
                                          </p:val>
                                        </p:tav>
                                        <p:tav tm="100000">
                                          <p:val>
                                            <p:strVal val="#ppt_y-.03"/>
                                          </p:val>
                                        </p:tav>
                                      </p:tavLst>
                                    </p:anim>
                                    <p:anim calcmode="lin" valueType="num">
                                      <p:cBhvr>
                                        <p:cTn id="151" dur="60" accel="100000" fill="hold">
                                          <p:stCondLst>
                                            <p:cond delay="540"/>
                                          </p:stCondLst>
                                        </p:cTn>
                                        <p:tgtEl>
                                          <p:spTgt spid="27"/>
                                        </p:tgtEl>
                                        <p:attrNameLst>
                                          <p:attrName>ppt_y</p:attrName>
                                        </p:attrNameLst>
                                      </p:cBhvr>
                                      <p:tavLst>
                                        <p:tav tm="0">
                                          <p:val>
                                            <p:strVal val="#ppt_y-.03"/>
                                          </p:val>
                                        </p:tav>
                                        <p:tav tm="100000">
                                          <p:val>
                                            <p:strVal val="#ppt_y"/>
                                          </p:val>
                                        </p:tav>
                                      </p:tavLst>
                                    </p:anim>
                                  </p:childTnLst>
                                </p:cTn>
                              </p:par>
                              <p:par>
                                <p:cTn id="152" presetID="37" presetClass="entr" presetSubtype="0" fill="hold" grpId="0" nodeType="withEffect">
                                  <p:stCondLst>
                                    <p:cond delay="840"/>
                                  </p:stCondLst>
                                  <p:childTnLst>
                                    <p:set>
                                      <p:cBhvr>
                                        <p:cTn id="153" dur="1" fill="hold">
                                          <p:stCondLst>
                                            <p:cond delay="0"/>
                                          </p:stCondLst>
                                        </p:cTn>
                                        <p:tgtEl>
                                          <p:spTgt spid="28"/>
                                        </p:tgtEl>
                                        <p:attrNameLst>
                                          <p:attrName>style.visibility</p:attrName>
                                        </p:attrNameLst>
                                      </p:cBhvr>
                                      <p:to>
                                        <p:strVal val="visible"/>
                                      </p:to>
                                    </p:set>
                                    <p:animEffect transition="in" filter="fade">
                                      <p:cBhvr>
                                        <p:cTn id="154" dur="600"/>
                                        <p:tgtEl>
                                          <p:spTgt spid="28"/>
                                        </p:tgtEl>
                                      </p:cBhvr>
                                    </p:animEffect>
                                    <p:anim calcmode="lin" valueType="num">
                                      <p:cBhvr>
                                        <p:cTn id="155" dur="600" fill="hold"/>
                                        <p:tgtEl>
                                          <p:spTgt spid="28"/>
                                        </p:tgtEl>
                                        <p:attrNameLst>
                                          <p:attrName>ppt_x</p:attrName>
                                        </p:attrNameLst>
                                      </p:cBhvr>
                                      <p:tavLst>
                                        <p:tav tm="0">
                                          <p:val>
                                            <p:strVal val="#ppt_x"/>
                                          </p:val>
                                        </p:tav>
                                        <p:tav tm="100000">
                                          <p:val>
                                            <p:strVal val="#ppt_x"/>
                                          </p:val>
                                        </p:tav>
                                      </p:tavLst>
                                    </p:anim>
                                    <p:anim calcmode="lin" valueType="num">
                                      <p:cBhvr>
                                        <p:cTn id="156" dur="540" decel="100000" fill="hold"/>
                                        <p:tgtEl>
                                          <p:spTgt spid="28"/>
                                        </p:tgtEl>
                                        <p:attrNameLst>
                                          <p:attrName>ppt_y</p:attrName>
                                        </p:attrNameLst>
                                      </p:cBhvr>
                                      <p:tavLst>
                                        <p:tav tm="0">
                                          <p:val>
                                            <p:strVal val="#ppt_y+1"/>
                                          </p:val>
                                        </p:tav>
                                        <p:tav tm="100000">
                                          <p:val>
                                            <p:strVal val="#ppt_y-.03"/>
                                          </p:val>
                                        </p:tav>
                                      </p:tavLst>
                                    </p:anim>
                                    <p:anim calcmode="lin" valueType="num">
                                      <p:cBhvr>
                                        <p:cTn id="157" dur="60" accel="100000" fill="hold">
                                          <p:stCondLst>
                                            <p:cond delay="540"/>
                                          </p:stCondLst>
                                        </p:cTn>
                                        <p:tgtEl>
                                          <p:spTgt spid="28"/>
                                        </p:tgtEl>
                                        <p:attrNameLst>
                                          <p:attrName>ppt_y</p:attrName>
                                        </p:attrNameLst>
                                      </p:cBhvr>
                                      <p:tavLst>
                                        <p:tav tm="0">
                                          <p:val>
                                            <p:strVal val="#ppt_y-.03"/>
                                          </p:val>
                                        </p:tav>
                                        <p:tav tm="100000">
                                          <p:val>
                                            <p:strVal val="#ppt_y"/>
                                          </p:val>
                                        </p:tav>
                                      </p:tavLst>
                                    </p:anim>
                                  </p:childTnLst>
                                </p:cTn>
                              </p:par>
                              <p:par>
                                <p:cTn id="158" presetID="37" presetClass="entr" presetSubtype="0" fill="hold" nodeType="withEffect">
                                  <p:stCondLst>
                                    <p:cond delay="1120"/>
                                  </p:stCondLst>
                                  <p:childTnLst>
                                    <p:set>
                                      <p:cBhvr>
                                        <p:cTn id="159" dur="1" fill="hold">
                                          <p:stCondLst>
                                            <p:cond delay="0"/>
                                          </p:stCondLst>
                                        </p:cTn>
                                        <p:tgtEl>
                                          <p:spTgt spid="29"/>
                                        </p:tgtEl>
                                        <p:attrNameLst>
                                          <p:attrName>style.visibility</p:attrName>
                                        </p:attrNameLst>
                                      </p:cBhvr>
                                      <p:to>
                                        <p:strVal val="visible"/>
                                      </p:to>
                                    </p:set>
                                    <p:animEffect transition="in" filter="fade">
                                      <p:cBhvr>
                                        <p:cTn id="160" dur="600"/>
                                        <p:tgtEl>
                                          <p:spTgt spid="29"/>
                                        </p:tgtEl>
                                      </p:cBhvr>
                                    </p:animEffect>
                                    <p:anim calcmode="lin" valueType="num">
                                      <p:cBhvr>
                                        <p:cTn id="161" dur="600" fill="hold"/>
                                        <p:tgtEl>
                                          <p:spTgt spid="29"/>
                                        </p:tgtEl>
                                        <p:attrNameLst>
                                          <p:attrName>ppt_x</p:attrName>
                                        </p:attrNameLst>
                                      </p:cBhvr>
                                      <p:tavLst>
                                        <p:tav tm="0">
                                          <p:val>
                                            <p:strVal val="#ppt_x"/>
                                          </p:val>
                                        </p:tav>
                                        <p:tav tm="100000">
                                          <p:val>
                                            <p:strVal val="#ppt_x"/>
                                          </p:val>
                                        </p:tav>
                                      </p:tavLst>
                                    </p:anim>
                                    <p:anim calcmode="lin" valueType="num">
                                      <p:cBhvr>
                                        <p:cTn id="162" dur="540" decel="100000" fill="hold"/>
                                        <p:tgtEl>
                                          <p:spTgt spid="29"/>
                                        </p:tgtEl>
                                        <p:attrNameLst>
                                          <p:attrName>ppt_y</p:attrName>
                                        </p:attrNameLst>
                                      </p:cBhvr>
                                      <p:tavLst>
                                        <p:tav tm="0">
                                          <p:val>
                                            <p:strVal val="#ppt_y+1"/>
                                          </p:val>
                                        </p:tav>
                                        <p:tav tm="100000">
                                          <p:val>
                                            <p:strVal val="#ppt_y-.03"/>
                                          </p:val>
                                        </p:tav>
                                      </p:tavLst>
                                    </p:anim>
                                    <p:anim calcmode="lin" valueType="num">
                                      <p:cBhvr>
                                        <p:cTn id="163" dur="60" accel="100000" fill="hold">
                                          <p:stCondLst>
                                            <p:cond delay="540"/>
                                          </p:stCondLst>
                                        </p:cTn>
                                        <p:tgtEl>
                                          <p:spTgt spid="29"/>
                                        </p:tgtEl>
                                        <p:attrNameLst>
                                          <p:attrName>ppt_y</p:attrName>
                                        </p:attrNameLst>
                                      </p:cBhvr>
                                      <p:tavLst>
                                        <p:tav tm="0">
                                          <p:val>
                                            <p:strVal val="#ppt_y-.03"/>
                                          </p:val>
                                        </p:tav>
                                        <p:tav tm="100000">
                                          <p:val>
                                            <p:strVal val="#ppt_y"/>
                                          </p:val>
                                        </p:tav>
                                      </p:tavLst>
                                    </p:anim>
                                  </p:childTnLst>
                                </p:cTn>
                              </p:par>
                              <p:par>
                                <p:cTn id="164" presetID="37" presetClass="entr" presetSubtype="0" fill="hold" grpId="0" nodeType="withEffect">
                                  <p:stCondLst>
                                    <p:cond delay="1120"/>
                                  </p:stCondLst>
                                  <p:childTnLst>
                                    <p:set>
                                      <p:cBhvr>
                                        <p:cTn id="165" dur="1" fill="hold">
                                          <p:stCondLst>
                                            <p:cond delay="0"/>
                                          </p:stCondLst>
                                        </p:cTn>
                                        <p:tgtEl>
                                          <p:spTgt spid="30"/>
                                        </p:tgtEl>
                                        <p:attrNameLst>
                                          <p:attrName>style.visibility</p:attrName>
                                        </p:attrNameLst>
                                      </p:cBhvr>
                                      <p:to>
                                        <p:strVal val="visible"/>
                                      </p:to>
                                    </p:set>
                                    <p:animEffect transition="in" filter="fade">
                                      <p:cBhvr>
                                        <p:cTn id="166" dur="600"/>
                                        <p:tgtEl>
                                          <p:spTgt spid="30"/>
                                        </p:tgtEl>
                                      </p:cBhvr>
                                    </p:animEffect>
                                    <p:anim calcmode="lin" valueType="num">
                                      <p:cBhvr>
                                        <p:cTn id="167" dur="600" fill="hold"/>
                                        <p:tgtEl>
                                          <p:spTgt spid="30"/>
                                        </p:tgtEl>
                                        <p:attrNameLst>
                                          <p:attrName>ppt_x</p:attrName>
                                        </p:attrNameLst>
                                      </p:cBhvr>
                                      <p:tavLst>
                                        <p:tav tm="0">
                                          <p:val>
                                            <p:strVal val="#ppt_x"/>
                                          </p:val>
                                        </p:tav>
                                        <p:tav tm="100000">
                                          <p:val>
                                            <p:strVal val="#ppt_x"/>
                                          </p:val>
                                        </p:tav>
                                      </p:tavLst>
                                    </p:anim>
                                    <p:anim calcmode="lin" valueType="num">
                                      <p:cBhvr>
                                        <p:cTn id="168" dur="540" decel="100000" fill="hold"/>
                                        <p:tgtEl>
                                          <p:spTgt spid="30"/>
                                        </p:tgtEl>
                                        <p:attrNameLst>
                                          <p:attrName>ppt_y</p:attrName>
                                        </p:attrNameLst>
                                      </p:cBhvr>
                                      <p:tavLst>
                                        <p:tav tm="0">
                                          <p:val>
                                            <p:strVal val="#ppt_y+1"/>
                                          </p:val>
                                        </p:tav>
                                        <p:tav tm="100000">
                                          <p:val>
                                            <p:strVal val="#ppt_y-.03"/>
                                          </p:val>
                                        </p:tav>
                                      </p:tavLst>
                                    </p:anim>
                                    <p:anim calcmode="lin" valueType="num">
                                      <p:cBhvr>
                                        <p:cTn id="169" dur="60" accel="100000" fill="hold">
                                          <p:stCondLst>
                                            <p:cond delay="540"/>
                                          </p:stCondLst>
                                        </p:cTn>
                                        <p:tgtEl>
                                          <p:spTgt spid="30"/>
                                        </p:tgtEl>
                                        <p:attrNameLst>
                                          <p:attrName>ppt_y</p:attrName>
                                        </p:attrNameLst>
                                      </p:cBhvr>
                                      <p:tavLst>
                                        <p:tav tm="0">
                                          <p:val>
                                            <p:strVal val="#ppt_y-.03"/>
                                          </p:val>
                                        </p:tav>
                                        <p:tav tm="100000">
                                          <p:val>
                                            <p:strVal val="#ppt_y"/>
                                          </p:val>
                                        </p:tav>
                                      </p:tavLst>
                                    </p:anim>
                                  </p:childTnLst>
                                </p:cTn>
                              </p:par>
                              <p:par>
                                <p:cTn id="170" presetID="37" presetClass="entr" presetSubtype="0" fill="hold" grpId="0" nodeType="withEffect">
                                  <p:stCondLst>
                                    <p:cond delay="1120"/>
                                  </p:stCondLst>
                                  <p:childTnLst>
                                    <p:set>
                                      <p:cBhvr>
                                        <p:cTn id="171" dur="1" fill="hold">
                                          <p:stCondLst>
                                            <p:cond delay="0"/>
                                          </p:stCondLst>
                                        </p:cTn>
                                        <p:tgtEl>
                                          <p:spTgt spid="31"/>
                                        </p:tgtEl>
                                        <p:attrNameLst>
                                          <p:attrName>style.visibility</p:attrName>
                                        </p:attrNameLst>
                                      </p:cBhvr>
                                      <p:to>
                                        <p:strVal val="visible"/>
                                      </p:to>
                                    </p:set>
                                    <p:animEffect transition="in" filter="fade">
                                      <p:cBhvr>
                                        <p:cTn id="172" dur="600"/>
                                        <p:tgtEl>
                                          <p:spTgt spid="31"/>
                                        </p:tgtEl>
                                      </p:cBhvr>
                                    </p:animEffect>
                                    <p:anim calcmode="lin" valueType="num">
                                      <p:cBhvr>
                                        <p:cTn id="173" dur="600" fill="hold"/>
                                        <p:tgtEl>
                                          <p:spTgt spid="31"/>
                                        </p:tgtEl>
                                        <p:attrNameLst>
                                          <p:attrName>ppt_x</p:attrName>
                                        </p:attrNameLst>
                                      </p:cBhvr>
                                      <p:tavLst>
                                        <p:tav tm="0">
                                          <p:val>
                                            <p:strVal val="#ppt_x"/>
                                          </p:val>
                                        </p:tav>
                                        <p:tav tm="100000">
                                          <p:val>
                                            <p:strVal val="#ppt_x"/>
                                          </p:val>
                                        </p:tav>
                                      </p:tavLst>
                                    </p:anim>
                                    <p:anim calcmode="lin" valueType="num">
                                      <p:cBhvr>
                                        <p:cTn id="174" dur="540" decel="100000" fill="hold"/>
                                        <p:tgtEl>
                                          <p:spTgt spid="31"/>
                                        </p:tgtEl>
                                        <p:attrNameLst>
                                          <p:attrName>ppt_y</p:attrName>
                                        </p:attrNameLst>
                                      </p:cBhvr>
                                      <p:tavLst>
                                        <p:tav tm="0">
                                          <p:val>
                                            <p:strVal val="#ppt_y+1"/>
                                          </p:val>
                                        </p:tav>
                                        <p:tav tm="100000">
                                          <p:val>
                                            <p:strVal val="#ppt_y-.03"/>
                                          </p:val>
                                        </p:tav>
                                      </p:tavLst>
                                    </p:anim>
                                    <p:anim calcmode="lin" valueType="num">
                                      <p:cBhvr>
                                        <p:cTn id="175" dur="60" accel="100000" fill="hold">
                                          <p:stCondLst>
                                            <p:cond delay="540"/>
                                          </p:stCondLst>
                                        </p:cTn>
                                        <p:tgtEl>
                                          <p:spTgt spid="31"/>
                                        </p:tgtEl>
                                        <p:attrNameLst>
                                          <p:attrName>ppt_y</p:attrName>
                                        </p:attrNameLst>
                                      </p:cBhvr>
                                      <p:tavLst>
                                        <p:tav tm="0">
                                          <p:val>
                                            <p:strVal val="#ppt_y-.03"/>
                                          </p:val>
                                        </p:tav>
                                        <p:tav tm="100000">
                                          <p:val>
                                            <p:strVal val="#ppt_y"/>
                                          </p:val>
                                        </p:tav>
                                      </p:tavLst>
                                    </p:anim>
                                  </p:childTnLst>
                                </p:cTn>
                              </p:par>
                              <p:par>
                                <p:cTn id="176" presetID="37" presetClass="entr" presetSubtype="0" fill="hold" nodeType="withEffect">
                                  <p:stCondLst>
                                    <p:cond delay="1120"/>
                                  </p:stCondLst>
                                  <p:childTnLst>
                                    <p:set>
                                      <p:cBhvr>
                                        <p:cTn id="177" dur="1" fill="hold">
                                          <p:stCondLst>
                                            <p:cond delay="0"/>
                                          </p:stCondLst>
                                        </p:cTn>
                                        <p:tgtEl>
                                          <p:spTgt spid="32"/>
                                        </p:tgtEl>
                                        <p:attrNameLst>
                                          <p:attrName>style.visibility</p:attrName>
                                        </p:attrNameLst>
                                      </p:cBhvr>
                                      <p:to>
                                        <p:strVal val="visible"/>
                                      </p:to>
                                    </p:set>
                                    <p:animEffect transition="in" filter="fade">
                                      <p:cBhvr>
                                        <p:cTn id="178" dur="600"/>
                                        <p:tgtEl>
                                          <p:spTgt spid="32"/>
                                        </p:tgtEl>
                                      </p:cBhvr>
                                    </p:animEffect>
                                    <p:anim calcmode="lin" valueType="num">
                                      <p:cBhvr>
                                        <p:cTn id="179" dur="600" fill="hold"/>
                                        <p:tgtEl>
                                          <p:spTgt spid="32"/>
                                        </p:tgtEl>
                                        <p:attrNameLst>
                                          <p:attrName>ppt_x</p:attrName>
                                        </p:attrNameLst>
                                      </p:cBhvr>
                                      <p:tavLst>
                                        <p:tav tm="0">
                                          <p:val>
                                            <p:strVal val="#ppt_x"/>
                                          </p:val>
                                        </p:tav>
                                        <p:tav tm="100000">
                                          <p:val>
                                            <p:strVal val="#ppt_x"/>
                                          </p:val>
                                        </p:tav>
                                      </p:tavLst>
                                    </p:anim>
                                    <p:anim calcmode="lin" valueType="num">
                                      <p:cBhvr>
                                        <p:cTn id="180" dur="540" decel="100000" fill="hold"/>
                                        <p:tgtEl>
                                          <p:spTgt spid="32"/>
                                        </p:tgtEl>
                                        <p:attrNameLst>
                                          <p:attrName>ppt_y</p:attrName>
                                        </p:attrNameLst>
                                      </p:cBhvr>
                                      <p:tavLst>
                                        <p:tav tm="0">
                                          <p:val>
                                            <p:strVal val="#ppt_y+1"/>
                                          </p:val>
                                        </p:tav>
                                        <p:tav tm="100000">
                                          <p:val>
                                            <p:strVal val="#ppt_y-.03"/>
                                          </p:val>
                                        </p:tav>
                                      </p:tavLst>
                                    </p:anim>
                                    <p:anim calcmode="lin" valueType="num">
                                      <p:cBhvr>
                                        <p:cTn id="181" dur="60" accel="100000" fill="hold">
                                          <p:stCondLst>
                                            <p:cond delay="540"/>
                                          </p:stCondLst>
                                        </p:cTn>
                                        <p:tgtEl>
                                          <p:spTgt spid="32"/>
                                        </p:tgtEl>
                                        <p:attrNameLst>
                                          <p:attrName>ppt_y</p:attrName>
                                        </p:attrNameLst>
                                      </p:cBhvr>
                                      <p:tavLst>
                                        <p:tav tm="0">
                                          <p:val>
                                            <p:strVal val="#ppt_y-.03"/>
                                          </p:val>
                                        </p:tav>
                                        <p:tav tm="100000">
                                          <p:val>
                                            <p:strVal val="#ppt_y"/>
                                          </p:val>
                                        </p:tav>
                                      </p:tavLst>
                                    </p:anim>
                                  </p:childTnLst>
                                </p:cTn>
                              </p:par>
                              <p:par>
                                <p:cTn id="182" presetID="37" presetClass="entr" presetSubtype="0" fill="hold" nodeType="withEffect">
                                  <p:stCondLst>
                                    <p:cond delay="1120"/>
                                  </p:stCondLst>
                                  <p:childTnLst>
                                    <p:set>
                                      <p:cBhvr>
                                        <p:cTn id="183" dur="1" fill="hold">
                                          <p:stCondLst>
                                            <p:cond delay="0"/>
                                          </p:stCondLst>
                                        </p:cTn>
                                        <p:tgtEl>
                                          <p:spTgt spid="33"/>
                                        </p:tgtEl>
                                        <p:attrNameLst>
                                          <p:attrName>style.visibility</p:attrName>
                                        </p:attrNameLst>
                                      </p:cBhvr>
                                      <p:to>
                                        <p:strVal val="visible"/>
                                      </p:to>
                                    </p:set>
                                    <p:animEffect transition="in" filter="fade">
                                      <p:cBhvr>
                                        <p:cTn id="184" dur="600"/>
                                        <p:tgtEl>
                                          <p:spTgt spid="33"/>
                                        </p:tgtEl>
                                      </p:cBhvr>
                                    </p:animEffect>
                                    <p:anim calcmode="lin" valueType="num">
                                      <p:cBhvr>
                                        <p:cTn id="185" dur="600" fill="hold"/>
                                        <p:tgtEl>
                                          <p:spTgt spid="33"/>
                                        </p:tgtEl>
                                        <p:attrNameLst>
                                          <p:attrName>ppt_x</p:attrName>
                                        </p:attrNameLst>
                                      </p:cBhvr>
                                      <p:tavLst>
                                        <p:tav tm="0">
                                          <p:val>
                                            <p:strVal val="#ppt_x"/>
                                          </p:val>
                                        </p:tav>
                                        <p:tav tm="100000">
                                          <p:val>
                                            <p:strVal val="#ppt_x"/>
                                          </p:val>
                                        </p:tav>
                                      </p:tavLst>
                                    </p:anim>
                                    <p:anim calcmode="lin" valueType="num">
                                      <p:cBhvr>
                                        <p:cTn id="186" dur="540" decel="100000" fill="hold"/>
                                        <p:tgtEl>
                                          <p:spTgt spid="33"/>
                                        </p:tgtEl>
                                        <p:attrNameLst>
                                          <p:attrName>ppt_y</p:attrName>
                                        </p:attrNameLst>
                                      </p:cBhvr>
                                      <p:tavLst>
                                        <p:tav tm="0">
                                          <p:val>
                                            <p:strVal val="#ppt_y+1"/>
                                          </p:val>
                                        </p:tav>
                                        <p:tav tm="100000">
                                          <p:val>
                                            <p:strVal val="#ppt_y-.03"/>
                                          </p:val>
                                        </p:tav>
                                      </p:tavLst>
                                    </p:anim>
                                    <p:anim calcmode="lin" valueType="num">
                                      <p:cBhvr>
                                        <p:cTn id="187" dur="60" accel="100000" fill="hold">
                                          <p:stCondLst>
                                            <p:cond delay="540"/>
                                          </p:stCondLst>
                                        </p:cTn>
                                        <p:tgtEl>
                                          <p:spTgt spid="33"/>
                                        </p:tgtEl>
                                        <p:attrNameLst>
                                          <p:attrName>ppt_y</p:attrName>
                                        </p:attrNameLst>
                                      </p:cBhvr>
                                      <p:tavLst>
                                        <p:tav tm="0">
                                          <p:val>
                                            <p:strVal val="#ppt_y-.03"/>
                                          </p:val>
                                        </p:tav>
                                        <p:tav tm="100000">
                                          <p:val>
                                            <p:strVal val="#ppt_y"/>
                                          </p:val>
                                        </p:tav>
                                      </p:tavLst>
                                    </p:anim>
                                  </p:childTnLst>
                                </p:cTn>
                              </p:par>
                              <p:par>
                                <p:cTn id="188" presetID="37" presetClass="entr" presetSubtype="0" fill="hold" grpId="0" nodeType="withEffect">
                                  <p:stCondLst>
                                    <p:cond delay="1120"/>
                                  </p:stCondLst>
                                  <p:childTnLst>
                                    <p:set>
                                      <p:cBhvr>
                                        <p:cTn id="189" dur="1" fill="hold">
                                          <p:stCondLst>
                                            <p:cond delay="0"/>
                                          </p:stCondLst>
                                        </p:cTn>
                                        <p:tgtEl>
                                          <p:spTgt spid="34"/>
                                        </p:tgtEl>
                                        <p:attrNameLst>
                                          <p:attrName>style.visibility</p:attrName>
                                        </p:attrNameLst>
                                      </p:cBhvr>
                                      <p:to>
                                        <p:strVal val="visible"/>
                                      </p:to>
                                    </p:set>
                                    <p:animEffect transition="in" filter="fade">
                                      <p:cBhvr>
                                        <p:cTn id="190" dur="600"/>
                                        <p:tgtEl>
                                          <p:spTgt spid="34"/>
                                        </p:tgtEl>
                                      </p:cBhvr>
                                    </p:animEffect>
                                    <p:anim calcmode="lin" valueType="num">
                                      <p:cBhvr>
                                        <p:cTn id="191" dur="600" fill="hold"/>
                                        <p:tgtEl>
                                          <p:spTgt spid="34"/>
                                        </p:tgtEl>
                                        <p:attrNameLst>
                                          <p:attrName>ppt_x</p:attrName>
                                        </p:attrNameLst>
                                      </p:cBhvr>
                                      <p:tavLst>
                                        <p:tav tm="0">
                                          <p:val>
                                            <p:strVal val="#ppt_x"/>
                                          </p:val>
                                        </p:tav>
                                        <p:tav tm="100000">
                                          <p:val>
                                            <p:strVal val="#ppt_x"/>
                                          </p:val>
                                        </p:tav>
                                      </p:tavLst>
                                    </p:anim>
                                    <p:anim calcmode="lin" valueType="num">
                                      <p:cBhvr>
                                        <p:cTn id="192" dur="540" decel="100000" fill="hold"/>
                                        <p:tgtEl>
                                          <p:spTgt spid="34"/>
                                        </p:tgtEl>
                                        <p:attrNameLst>
                                          <p:attrName>ppt_y</p:attrName>
                                        </p:attrNameLst>
                                      </p:cBhvr>
                                      <p:tavLst>
                                        <p:tav tm="0">
                                          <p:val>
                                            <p:strVal val="#ppt_y+1"/>
                                          </p:val>
                                        </p:tav>
                                        <p:tav tm="100000">
                                          <p:val>
                                            <p:strVal val="#ppt_y-.03"/>
                                          </p:val>
                                        </p:tav>
                                      </p:tavLst>
                                    </p:anim>
                                    <p:anim calcmode="lin" valueType="num">
                                      <p:cBhvr>
                                        <p:cTn id="193" dur="60" accel="100000" fill="hold">
                                          <p:stCondLst>
                                            <p:cond delay="540"/>
                                          </p:stCondLst>
                                        </p:cTn>
                                        <p:tgtEl>
                                          <p:spTgt spid="34"/>
                                        </p:tgtEl>
                                        <p:attrNameLst>
                                          <p:attrName>ppt_y</p:attrName>
                                        </p:attrNameLst>
                                      </p:cBhvr>
                                      <p:tavLst>
                                        <p:tav tm="0">
                                          <p:val>
                                            <p:strVal val="#ppt_y-.03"/>
                                          </p:val>
                                        </p:tav>
                                        <p:tav tm="100000">
                                          <p:val>
                                            <p:strVal val="#ppt_y"/>
                                          </p:val>
                                        </p:tav>
                                      </p:tavLst>
                                    </p:anim>
                                  </p:childTnLst>
                                </p:cTn>
                              </p:par>
                              <p:par>
                                <p:cTn id="194" presetID="37" presetClass="entr" presetSubtype="0" fill="hold" nodeType="withEffect">
                                  <p:stCondLst>
                                    <p:cond delay="1120"/>
                                  </p:stCondLst>
                                  <p:childTnLst>
                                    <p:set>
                                      <p:cBhvr>
                                        <p:cTn id="195" dur="1" fill="hold">
                                          <p:stCondLst>
                                            <p:cond delay="0"/>
                                          </p:stCondLst>
                                        </p:cTn>
                                        <p:tgtEl>
                                          <p:spTgt spid="35"/>
                                        </p:tgtEl>
                                        <p:attrNameLst>
                                          <p:attrName>style.visibility</p:attrName>
                                        </p:attrNameLst>
                                      </p:cBhvr>
                                      <p:to>
                                        <p:strVal val="visible"/>
                                      </p:to>
                                    </p:set>
                                    <p:animEffect transition="in" filter="fade">
                                      <p:cBhvr>
                                        <p:cTn id="196" dur="600"/>
                                        <p:tgtEl>
                                          <p:spTgt spid="35"/>
                                        </p:tgtEl>
                                      </p:cBhvr>
                                    </p:animEffect>
                                    <p:anim calcmode="lin" valueType="num">
                                      <p:cBhvr>
                                        <p:cTn id="197" dur="600" fill="hold"/>
                                        <p:tgtEl>
                                          <p:spTgt spid="35"/>
                                        </p:tgtEl>
                                        <p:attrNameLst>
                                          <p:attrName>ppt_x</p:attrName>
                                        </p:attrNameLst>
                                      </p:cBhvr>
                                      <p:tavLst>
                                        <p:tav tm="0">
                                          <p:val>
                                            <p:strVal val="#ppt_x"/>
                                          </p:val>
                                        </p:tav>
                                        <p:tav tm="100000">
                                          <p:val>
                                            <p:strVal val="#ppt_x"/>
                                          </p:val>
                                        </p:tav>
                                      </p:tavLst>
                                    </p:anim>
                                    <p:anim calcmode="lin" valueType="num">
                                      <p:cBhvr>
                                        <p:cTn id="198" dur="540" decel="100000" fill="hold"/>
                                        <p:tgtEl>
                                          <p:spTgt spid="35"/>
                                        </p:tgtEl>
                                        <p:attrNameLst>
                                          <p:attrName>ppt_y</p:attrName>
                                        </p:attrNameLst>
                                      </p:cBhvr>
                                      <p:tavLst>
                                        <p:tav tm="0">
                                          <p:val>
                                            <p:strVal val="#ppt_y+1"/>
                                          </p:val>
                                        </p:tav>
                                        <p:tav tm="100000">
                                          <p:val>
                                            <p:strVal val="#ppt_y-.03"/>
                                          </p:val>
                                        </p:tav>
                                      </p:tavLst>
                                    </p:anim>
                                    <p:anim calcmode="lin" valueType="num">
                                      <p:cBhvr>
                                        <p:cTn id="199" dur="60" accel="100000" fill="hold">
                                          <p:stCondLst>
                                            <p:cond delay="540"/>
                                          </p:stCondLst>
                                        </p:cTn>
                                        <p:tgtEl>
                                          <p:spTgt spid="35"/>
                                        </p:tgtEl>
                                        <p:attrNameLst>
                                          <p:attrName>ppt_y</p:attrName>
                                        </p:attrNameLst>
                                      </p:cBhvr>
                                      <p:tavLst>
                                        <p:tav tm="0">
                                          <p:val>
                                            <p:strVal val="#ppt_y-.03"/>
                                          </p:val>
                                        </p:tav>
                                        <p:tav tm="100000">
                                          <p:val>
                                            <p:strVal val="#ppt_y"/>
                                          </p:val>
                                        </p:tav>
                                      </p:tavLst>
                                    </p:anim>
                                  </p:childTnLst>
                                </p:cTn>
                              </p:par>
                              <p:par>
                                <p:cTn id="200" presetID="37" presetClass="entr" presetSubtype="0" fill="hold" nodeType="withEffect">
                                  <p:stCondLst>
                                    <p:cond delay="1120"/>
                                  </p:stCondLst>
                                  <p:childTnLst>
                                    <p:set>
                                      <p:cBhvr>
                                        <p:cTn id="201" dur="1" fill="hold">
                                          <p:stCondLst>
                                            <p:cond delay="0"/>
                                          </p:stCondLst>
                                        </p:cTn>
                                        <p:tgtEl>
                                          <p:spTgt spid="36"/>
                                        </p:tgtEl>
                                        <p:attrNameLst>
                                          <p:attrName>style.visibility</p:attrName>
                                        </p:attrNameLst>
                                      </p:cBhvr>
                                      <p:to>
                                        <p:strVal val="visible"/>
                                      </p:to>
                                    </p:set>
                                    <p:animEffect transition="in" filter="fade">
                                      <p:cBhvr>
                                        <p:cTn id="202" dur="600"/>
                                        <p:tgtEl>
                                          <p:spTgt spid="36"/>
                                        </p:tgtEl>
                                      </p:cBhvr>
                                    </p:animEffect>
                                    <p:anim calcmode="lin" valueType="num">
                                      <p:cBhvr>
                                        <p:cTn id="203" dur="600" fill="hold"/>
                                        <p:tgtEl>
                                          <p:spTgt spid="36"/>
                                        </p:tgtEl>
                                        <p:attrNameLst>
                                          <p:attrName>ppt_x</p:attrName>
                                        </p:attrNameLst>
                                      </p:cBhvr>
                                      <p:tavLst>
                                        <p:tav tm="0">
                                          <p:val>
                                            <p:strVal val="#ppt_x"/>
                                          </p:val>
                                        </p:tav>
                                        <p:tav tm="100000">
                                          <p:val>
                                            <p:strVal val="#ppt_x"/>
                                          </p:val>
                                        </p:tav>
                                      </p:tavLst>
                                    </p:anim>
                                    <p:anim calcmode="lin" valueType="num">
                                      <p:cBhvr>
                                        <p:cTn id="204" dur="540" decel="100000" fill="hold"/>
                                        <p:tgtEl>
                                          <p:spTgt spid="36"/>
                                        </p:tgtEl>
                                        <p:attrNameLst>
                                          <p:attrName>ppt_y</p:attrName>
                                        </p:attrNameLst>
                                      </p:cBhvr>
                                      <p:tavLst>
                                        <p:tav tm="0">
                                          <p:val>
                                            <p:strVal val="#ppt_y+1"/>
                                          </p:val>
                                        </p:tav>
                                        <p:tav tm="100000">
                                          <p:val>
                                            <p:strVal val="#ppt_y-.03"/>
                                          </p:val>
                                        </p:tav>
                                      </p:tavLst>
                                    </p:anim>
                                    <p:anim calcmode="lin" valueType="num">
                                      <p:cBhvr>
                                        <p:cTn id="205" dur="60" accel="100000" fill="hold">
                                          <p:stCondLst>
                                            <p:cond delay="540"/>
                                          </p:stCondLst>
                                        </p:cTn>
                                        <p:tgtEl>
                                          <p:spTgt spid="36"/>
                                        </p:tgtEl>
                                        <p:attrNameLst>
                                          <p:attrName>ppt_y</p:attrName>
                                        </p:attrNameLst>
                                      </p:cBhvr>
                                      <p:tavLst>
                                        <p:tav tm="0">
                                          <p:val>
                                            <p:strVal val="#ppt_y-.03"/>
                                          </p:val>
                                        </p:tav>
                                        <p:tav tm="100000">
                                          <p:val>
                                            <p:strVal val="#ppt_y"/>
                                          </p:val>
                                        </p:tav>
                                      </p:tavLst>
                                    </p:anim>
                                  </p:childTnLst>
                                </p:cTn>
                              </p:par>
                              <p:par>
                                <p:cTn id="206" presetID="37" presetClass="entr" presetSubtype="0" fill="hold" grpId="0" nodeType="withEffect">
                                  <p:stCondLst>
                                    <p:cond delay="1120"/>
                                  </p:stCondLst>
                                  <p:childTnLst>
                                    <p:set>
                                      <p:cBhvr>
                                        <p:cTn id="207" dur="1" fill="hold">
                                          <p:stCondLst>
                                            <p:cond delay="0"/>
                                          </p:stCondLst>
                                        </p:cTn>
                                        <p:tgtEl>
                                          <p:spTgt spid="37"/>
                                        </p:tgtEl>
                                        <p:attrNameLst>
                                          <p:attrName>style.visibility</p:attrName>
                                        </p:attrNameLst>
                                      </p:cBhvr>
                                      <p:to>
                                        <p:strVal val="visible"/>
                                      </p:to>
                                    </p:set>
                                    <p:animEffect transition="in" filter="fade">
                                      <p:cBhvr>
                                        <p:cTn id="208" dur="600"/>
                                        <p:tgtEl>
                                          <p:spTgt spid="37"/>
                                        </p:tgtEl>
                                      </p:cBhvr>
                                    </p:animEffect>
                                    <p:anim calcmode="lin" valueType="num">
                                      <p:cBhvr>
                                        <p:cTn id="209" dur="600" fill="hold"/>
                                        <p:tgtEl>
                                          <p:spTgt spid="37"/>
                                        </p:tgtEl>
                                        <p:attrNameLst>
                                          <p:attrName>ppt_x</p:attrName>
                                        </p:attrNameLst>
                                      </p:cBhvr>
                                      <p:tavLst>
                                        <p:tav tm="0">
                                          <p:val>
                                            <p:strVal val="#ppt_x"/>
                                          </p:val>
                                        </p:tav>
                                        <p:tav tm="100000">
                                          <p:val>
                                            <p:strVal val="#ppt_x"/>
                                          </p:val>
                                        </p:tav>
                                      </p:tavLst>
                                    </p:anim>
                                    <p:anim calcmode="lin" valueType="num">
                                      <p:cBhvr>
                                        <p:cTn id="210" dur="540" decel="100000" fill="hold"/>
                                        <p:tgtEl>
                                          <p:spTgt spid="37"/>
                                        </p:tgtEl>
                                        <p:attrNameLst>
                                          <p:attrName>ppt_y</p:attrName>
                                        </p:attrNameLst>
                                      </p:cBhvr>
                                      <p:tavLst>
                                        <p:tav tm="0">
                                          <p:val>
                                            <p:strVal val="#ppt_y+1"/>
                                          </p:val>
                                        </p:tav>
                                        <p:tav tm="100000">
                                          <p:val>
                                            <p:strVal val="#ppt_y-.03"/>
                                          </p:val>
                                        </p:tav>
                                      </p:tavLst>
                                    </p:anim>
                                    <p:anim calcmode="lin" valueType="num">
                                      <p:cBhvr>
                                        <p:cTn id="211" dur="60" accel="100000" fill="hold">
                                          <p:stCondLst>
                                            <p:cond delay="540"/>
                                          </p:stCondLst>
                                        </p:cTn>
                                        <p:tgtEl>
                                          <p:spTgt spid="37"/>
                                        </p:tgtEl>
                                        <p:attrNameLst>
                                          <p:attrName>ppt_y</p:attrName>
                                        </p:attrNameLst>
                                      </p:cBhvr>
                                      <p:tavLst>
                                        <p:tav tm="0">
                                          <p:val>
                                            <p:strVal val="#ppt_y-.03"/>
                                          </p:val>
                                        </p:tav>
                                        <p:tav tm="100000">
                                          <p:val>
                                            <p:strVal val="#ppt_y"/>
                                          </p:val>
                                        </p:tav>
                                      </p:tavLst>
                                    </p:anim>
                                  </p:childTnLst>
                                </p:cTn>
                              </p:par>
                              <p:par>
                                <p:cTn id="212" presetID="37" presetClass="entr" presetSubtype="0" fill="hold" nodeType="withEffect">
                                  <p:stCondLst>
                                    <p:cond delay="1120"/>
                                  </p:stCondLst>
                                  <p:childTnLst>
                                    <p:set>
                                      <p:cBhvr>
                                        <p:cTn id="213" dur="1" fill="hold">
                                          <p:stCondLst>
                                            <p:cond delay="0"/>
                                          </p:stCondLst>
                                        </p:cTn>
                                        <p:tgtEl>
                                          <p:spTgt spid="38"/>
                                        </p:tgtEl>
                                        <p:attrNameLst>
                                          <p:attrName>style.visibility</p:attrName>
                                        </p:attrNameLst>
                                      </p:cBhvr>
                                      <p:to>
                                        <p:strVal val="visible"/>
                                      </p:to>
                                    </p:set>
                                    <p:animEffect transition="in" filter="fade">
                                      <p:cBhvr>
                                        <p:cTn id="214" dur="600"/>
                                        <p:tgtEl>
                                          <p:spTgt spid="38"/>
                                        </p:tgtEl>
                                      </p:cBhvr>
                                    </p:animEffect>
                                    <p:anim calcmode="lin" valueType="num">
                                      <p:cBhvr>
                                        <p:cTn id="215" dur="600" fill="hold"/>
                                        <p:tgtEl>
                                          <p:spTgt spid="38"/>
                                        </p:tgtEl>
                                        <p:attrNameLst>
                                          <p:attrName>ppt_x</p:attrName>
                                        </p:attrNameLst>
                                      </p:cBhvr>
                                      <p:tavLst>
                                        <p:tav tm="0">
                                          <p:val>
                                            <p:strVal val="#ppt_x"/>
                                          </p:val>
                                        </p:tav>
                                        <p:tav tm="100000">
                                          <p:val>
                                            <p:strVal val="#ppt_x"/>
                                          </p:val>
                                        </p:tav>
                                      </p:tavLst>
                                    </p:anim>
                                    <p:anim calcmode="lin" valueType="num">
                                      <p:cBhvr>
                                        <p:cTn id="216" dur="540" decel="100000" fill="hold"/>
                                        <p:tgtEl>
                                          <p:spTgt spid="38"/>
                                        </p:tgtEl>
                                        <p:attrNameLst>
                                          <p:attrName>ppt_y</p:attrName>
                                        </p:attrNameLst>
                                      </p:cBhvr>
                                      <p:tavLst>
                                        <p:tav tm="0">
                                          <p:val>
                                            <p:strVal val="#ppt_y+1"/>
                                          </p:val>
                                        </p:tav>
                                        <p:tav tm="100000">
                                          <p:val>
                                            <p:strVal val="#ppt_y-.03"/>
                                          </p:val>
                                        </p:tav>
                                      </p:tavLst>
                                    </p:anim>
                                    <p:anim calcmode="lin" valueType="num">
                                      <p:cBhvr>
                                        <p:cTn id="217" dur="60" accel="100000" fill="hold">
                                          <p:stCondLst>
                                            <p:cond delay="540"/>
                                          </p:stCondLst>
                                        </p:cTn>
                                        <p:tgtEl>
                                          <p:spTgt spid="38"/>
                                        </p:tgtEl>
                                        <p:attrNameLst>
                                          <p:attrName>ppt_y</p:attrName>
                                        </p:attrNameLst>
                                      </p:cBhvr>
                                      <p:tavLst>
                                        <p:tav tm="0">
                                          <p:val>
                                            <p:strVal val="#ppt_y-.03"/>
                                          </p:val>
                                        </p:tav>
                                        <p:tav tm="100000">
                                          <p:val>
                                            <p:strVal val="#ppt_y"/>
                                          </p:val>
                                        </p:tav>
                                      </p:tavLst>
                                    </p:anim>
                                  </p:childTnLst>
                                </p:cTn>
                              </p:par>
                              <p:par>
                                <p:cTn id="218" presetID="37" presetClass="entr" presetSubtype="0" fill="hold" nodeType="withEffect">
                                  <p:stCondLst>
                                    <p:cond delay="1120"/>
                                  </p:stCondLst>
                                  <p:childTnLst>
                                    <p:set>
                                      <p:cBhvr>
                                        <p:cTn id="219" dur="1" fill="hold">
                                          <p:stCondLst>
                                            <p:cond delay="0"/>
                                          </p:stCondLst>
                                        </p:cTn>
                                        <p:tgtEl>
                                          <p:spTgt spid="39"/>
                                        </p:tgtEl>
                                        <p:attrNameLst>
                                          <p:attrName>style.visibility</p:attrName>
                                        </p:attrNameLst>
                                      </p:cBhvr>
                                      <p:to>
                                        <p:strVal val="visible"/>
                                      </p:to>
                                    </p:set>
                                    <p:animEffect transition="in" filter="fade">
                                      <p:cBhvr>
                                        <p:cTn id="220" dur="600"/>
                                        <p:tgtEl>
                                          <p:spTgt spid="39"/>
                                        </p:tgtEl>
                                      </p:cBhvr>
                                    </p:animEffect>
                                    <p:anim calcmode="lin" valueType="num">
                                      <p:cBhvr>
                                        <p:cTn id="221" dur="600" fill="hold"/>
                                        <p:tgtEl>
                                          <p:spTgt spid="39"/>
                                        </p:tgtEl>
                                        <p:attrNameLst>
                                          <p:attrName>ppt_x</p:attrName>
                                        </p:attrNameLst>
                                      </p:cBhvr>
                                      <p:tavLst>
                                        <p:tav tm="0">
                                          <p:val>
                                            <p:strVal val="#ppt_x"/>
                                          </p:val>
                                        </p:tav>
                                        <p:tav tm="100000">
                                          <p:val>
                                            <p:strVal val="#ppt_x"/>
                                          </p:val>
                                        </p:tav>
                                      </p:tavLst>
                                    </p:anim>
                                    <p:anim calcmode="lin" valueType="num">
                                      <p:cBhvr>
                                        <p:cTn id="222" dur="540" decel="100000" fill="hold"/>
                                        <p:tgtEl>
                                          <p:spTgt spid="39"/>
                                        </p:tgtEl>
                                        <p:attrNameLst>
                                          <p:attrName>ppt_y</p:attrName>
                                        </p:attrNameLst>
                                      </p:cBhvr>
                                      <p:tavLst>
                                        <p:tav tm="0">
                                          <p:val>
                                            <p:strVal val="#ppt_y+1"/>
                                          </p:val>
                                        </p:tav>
                                        <p:tav tm="100000">
                                          <p:val>
                                            <p:strVal val="#ppt_y-.03"/>
                                          </p:val>
                                        </p:tav>
                                      </p:tavLst>
                                    </p:anim>
                                    <p:anim calcmode="lin" valueType="num">
                                      <p:cBhvr>
                                        <p:cTn id="223" dur="60" accel="100000" fill="hold">
                                          <p:stCondLst>
                                            <p:cond delay="540"/>
                                          </p:stCondLst>
                                        </p:cTn>
                                        <p:tgtEl>
                                          <p:spTgt spid="39"/>
                                        </p:tgtEl>
                                        <p:attrNameLst>
                                          <p:attrName>ppt_y</p:attrName>
                                        </p:attrNameLst>
                                      </p:cBhvr>
                                      <p:tavLst>
                                        <p:tav tm="0">
                                          <p:val>
                                            <p:strVal val="#ppt_y-.03"/>
                                          </p:val>
                                        </p:tav>
                                        <p:tav tm="100000">
                                          <p:val>
                                            <p:strVal val="#ppt_y"/>
                                          </p:val>
                                        </p:tav>
                                      </p:tavLst>
                                    </p:anim>
                                  </p:childTnLst>
                                </p:cTn>
                              </p:par>
                              <p:par>
                                <p:cTn id="224" presetID="37" presetClass="entr" presetSubtype="0" fill="hold" grpId="0" nodeType="withEffect">
                                  <p:stCondLst>
                                    <p:cond delay="1120"/>
                                  </p:stCondLst>
                                  <p:childTnLst>
                                    <p:set>
                                      <p:cBhvr>
                                        <p:cTn id="225" dur="1" fill="hold">
                                          <p:stCondLst>
                                            <p:cond delay="0"/>
                                          </p:stCondLst>
                                        </p:cTn>
                                        <p:tgtEl>
                                          <p:spTgt spid="40"/>
                                        </p:tgtEl>
                                        <p:attrNameLst>
                                          <p:attrName>style.visibility</p:attrName>
                                        </p:attrNameLst>
                                      </p:cBhvr>
                                      <p:to>
                                        <p:strVal val="visible"/>
                                      </p:to>
                                    </p:set>
                                    <p:animEffect transition="in" filter="fade">
                                      <p:cBhvr>
                                        <p:cTn id="226" dur="600"/>
                                        <p:tgtEl>
                                          <p:spTgt spid="40"/>
                                        </p:tgtEl>
                                      </p:cBhvr>
                                    </p:animEffect>
                                    <p:anim calcmode="lin" valueType="num">
                                      <p:cBhvr>
                                        <p:cTn id="227" dur="600" fill="hold"/>
                                        <p:tgtEl>
                                          <p:spTgt spid="40"/>
                                        </p:tgtEl>
                                        <p:attrNameLst>
                                          <p:attrName>ppt_x</p:attrName>
                                        </p:attrNameLst>
                                      </p:cBhvr>
                                      <p:tavLst>
                                        <p:tav tm="0">
                                          <p:val>
                                            <p:strVal val="#ppt_x"/>
                                          </p:val>
                                        </p:tav>
                                        <p:tav tm="100000">
                                          <p:val>
                                            <p:strVal val="#ppt_x"/>
                                          </p:val>
                                        </p:tav>
                                      </p:tavLst>
                                    </p:anim>
                                    <p:anim calcmode="lin" valueType="num">
                                      <p:cBhvr>
                                        <p:cTn id="228" dur="540" decel="100000" fill="hold"/>
                                        <p:tgtEl>
                                          <p:spTgt spid="40"/>
                                        </p:tgtEl>
                                        <p:attrNameLst>
                                          <p:attrName>ppt_y</p:attrName>
                                        </p:attrNameLst>
                                      </p:cBhvr>
                                      <p:tavLst>
                                        <p:tav tm="0">
                                          <p:val>
                                            <p:strVal val="#ppt_y+1"/>
                                          </p:val>
                                        </p:tav>
                                        <p:tav tm="100000">
                                          <p:val>
                                            <p:strVal val="#ppt_y-.03"/>
                                          </p:val>
                                        </p:tav>
                                      </p:tavLst>
                                    </p:anim>
                                    <p:anim calcmode="lin" valueType="num">
                                      <p:cBhvr>
                                        <p:cTn id="229" dur="60" accel="100000" fill="hold">
                                          <p:stCondLst>
                                            <p:cond delay="540"/>
                                          </p:stCondLst>
                                        </p:cTn>
                                        <p:tgtEl>
                                          <p:spTgt spid="4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P spid="7" grpId="0" animBg="1"/>
      <p:bldP spid="10" grpId="0" animBg="1"/>
      <p:bldP spid="13" grpId="0" animBg="1"/>
      <p:bldP spid="16" grpId="0" animBg="1"/>
      <p:bldP spid="18" grpId="0" animBg="1"/>
      <p:bldP spid="19" grpId="0" animBg="1"/>
      <p:bldP spid="22" grpId="0" animBg="1"/>
      <p:bldP spid="25" grpId="0" animBg="1"/>
      <p:bldP spid="28" grpId="0" animBg="1"/>
      <p:bldP spid="30" grpId="0" animBg="1"/>
      <p:bldP spid="31" grpId="0" animBg="1"/>
      <p:bldP spid="34" grpId="0" animBg="1"/>
      <p:bldP spid="37" grpId="0" animBg="1"/>
      <p:bldP spid="4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anim|1|flyup|513" descr="C:\Users\AL-NOOR\Downloads\app-research-lab\app-research-lab\presentation\assets\phones\home_halls.png"/>
          <p:cNvPicPr>
            <a:picLocks noChangeAspect="1"/>
          </p:cNvPicPr>
          <p:nvPr/>
        </p:nvPicPr>
        <p:blipFill>
          <a:blip r:embed="rId4"/>
          <a:stretch>
            <a:fillRect/>
          </a:stretch>
        </p:blipFill>
        <p:spPr>
          <a:xfrm>
            <a:off x="1280160" y="457200"/>
            <a:ext cx="2709467" cy="5943600"/>
          </a:xfrm>
          <a:prstGeom prst="rect">
            <a:avLst/>
          </a:prstGeom>
          <a:effectLst>
            <a:outerShdw blurRad="279400" dist="101600" dir="5400000" algn="bl" rotWithShape="0">
              <a:srgbClr val="000000">
                <a:alpha val="35000"/>
              </a:srgbClr>
            </a:outerShdw>
          </a:effectLst>
        </p:spPr>
      </p:pic>
      <p:sp>
        <p:nvSpPr>
          <p:cNvPr id="3" name="anim|2|zoom|514"/>
          <p:cNvSpPr txBox="1"/>
          <p:nvPr/>
        </p:nvSpPr>
        <p:spPr>
          <a:xfrm>
            <a:off x="5120640" y="1280160"/>
            <a:ext cx="6492240" cy="1463040"/>
          </a:xfrm>
          <a:prstGeom prst="rect">
            <a:avLst/>
          </a:prstGeom>
          <a:noFill/>
          <a:ln/>
        </p:spPr>
        <p:txBody>
          <a:bodyPr wrap="square" lIns="0" tIns="0" rIns="0" bIns="0" rtlCol="0" anchor="t"/>
          <a:lstStyle/>
          <a:p>
            <a:pPr marL="0" indent="0" algn="r">
              <a:buNone/>
            </a:pPr>
            <a:r>
              <a:rPr lang="en-US" altLang="en-US" sz="11000" b="1" kern="0" spc="800" dirty="0">
                <a:solidFill>
                  <a:srgbClr val="FFFFFF"/>
                </a:solidFill>
                <a:latin typeface="Segoe UI" pitchFamily="34" charset="0"/>
                <a:ea typeface="Segoe UI" pitchFamily="34" charset="-122"/>
                <a:cs typeface="Segoe UI" pitchFamily="34" charset="-120"/>
              </a:rPr>
              <a:t>SAWA</a:t>
            </a:r>
            <a:endParaRPr lang="en-US" sz="11000" dirty="0"/>
          </a:p>
        </p:txBody>
      </p:sp>
      <p:sp>
        <p:nvSpPr>
          <p:cNvPr id="4" name="anim|3|fade|515"/>
          <p:cNvSpPr txBox="1"/>
          <p:nvPr/>
        </p:nvSpPr>
        <p:spPr>
          <a:xfrm>
            <a:off x="5120640" y="2880360"/>
            <a:ext cx="6492240" cy="731520"/>
          </a:xfrm>
          <a:prstGeom prst="rect">
            <a:avLst/>
          </a:prstGeom>
          <a:noFill/>
          <a:ln/>
        </p:spPr>
        <p:txBody>
          <a:bodyPr wrap="square" lIns="0" tIns="0" rIns="0" bIns="0" rtlCol="0" anchor="t"/>
          <a:lstStyle/>
          <a:p>
            <a:pPr marL="0" indent="0" algn="r" rtl="1">
              <a:buNone/>
            </a:pPr>
            <a:r>
              <a:rPr lang="ar-IQ" altLang="en-US" sz="3000" b="1" dirty="0">
                <a:solidFill>
                  <a:srgbClr val="E8D8BD"/>
                </a:solidFill>
                <a:latin typeface="Segoe UI" pitchFamily="34" charset="0"/>
                <a:ea typeface="Segoe UI" pitchFamily="34" charset="-122"/>
                <a:cs typeface="Segoe UI" pitchFamily="34" charset="-120"/>
              </a:rPr>
              <a:t>كل ما تحتاجه مناسبتك... بمكان واحد.</a:t>
            </a:r>
            <a:endParaRPr lang="ar-IQ" sz="3000" dirty="0"/>
          </a:p>
        </p:txBody>
      </p:sp>
      <p:sp>
        <p:nvSpPr>
          <p:cNvPr id="5" name="anim|4|rise|516"/>
          <p:cNvSpPr/>
          <p:nvPr/>
        </p:nvSpPr>
        <p:spPr>
          <a:xfrm>
            <a:off x="9631375" y="4343400"/>
            <a:ext cx="2011680" cy="566928"/>
          </a:xfrm>
          <a:prstGeom prst="roundRect">
            <a:avLst>
              <a:gd name="adj" fmla="val 50000"/>
            </a:avLst>
          </a:prstGeom>
          <a:solidFill>
            <a:srgbClr val="FFFFFF">
              <a:alpha val="12000"/>
            </a:srgbClr>
          </a:solidFill>
          <a:ln w="12700">
            <a:solidFill>
              <a:srgbClr val="E8D8BD"/>
            </a:solidFill>
            <a:prstDash val="solid"/>
          </a:ln>
        </p:spPr>
      </p:sp>
      <p:sp>
        <p:nvSpPr>
          <p:cNvPr id="6" name="anim|4|rise|517"/>
          <p:cNvSpPr txBox="1"/>
          <p:nvPr/>
        </p:nvSpPr>
        <p:spPr>
          <a:xfrm>
            <a:off x="9631375" y="4343400"/>
            <a:ext cx="2011680" cy="566928"/>
          </a:xfrm>
          <a:prstGeom prst="rect">
            <a:avLst/>
          </a:prstGeom>
          <a:noFill/>
          <a:ln/>
        </p:spPr>
        <p:txBody>
          <a:bodyPr wrap="square" lIns="0" tIns="0" rIns="0" bIns="0" rtlCol="0" anchor="ctr"/>
          <a:lstStyle/>
          <a:p>
            <a:pPr marL="0" indent="0" algn="ctr">
              <a:buNone/>
            </a:pPr>
            <a:r>
              <a:rPr lang="en-US" altLang="en-US" sz="1600" b="1" dirty="0">
                <a:solidFill>
                  <a:srgbClr val="FFFFFF"/>
                </a:solidFill>
                <a:latin typeface="Segoe UI" pitchFamily="34" charset="0"/>
                <a:ea typeface="Segoe UI" pitchFamily="34" charset="-122"/>
                <a:cs typeface="Segoe UI" pitchFamily="34" charset="-120"/>
              </a:rPr>
              <a:t>Baneen Waleed</a:t>
            </a:r>
            <a:endParaRPr lang="en-US" sz="1600" dirty="0"/>
          </a:p>
        </p:txBody>
      </p:sp>
      <p:sp>
        <p:nvSpPr>
          <p:cNvPr id="7" name="anim|5|rise|518"/>
          <p:cNvSpPr/>
          <p:nvPr/>
        </p:nvSpPr>
        <p:spPr>
          <a:xfrm>
            <a:off x="7436815" y="4343400"/>
            <a:ext cx="2011680" cy="566928"/>
          </a:xfrm>
          <a:prstGeom prst="roundRect">
            <a:avLst>
              <a:gd name="adj" fmla="val 50000"/>
            </a:avLst>
          </a:prstGeom>
          <a:solidFill>
            <a:srgbClr val="FFFFFF">
              <a:alpha val="12000"/>
            </a:srgbClr>
          </a:solidFill>
          <a:ln w="12700">
            <a:solidFill>
              <a:srgbClr val="E8D8BD"/>
            </a:solidFill>
            <a:prstDash val="solid"/>
          </a:ln>
        </p:spPr>
      </p:sp>
      <p:sp>
        <p:nvSpPr>
          <p:cNvPr id="8" name="anim|5|rise|519"/>
          <p:cNvSpPr txBox="1"/>
          <p:nvPr/>
        </p:nvSpPr>
        <p:spPr>
          <a:xfrm>
            <a:off x="7436815" y="4343400"/>
            <a:ext cx="2011680" cy="566928"/>
          </a:xfrm>
          <a:prstGeom prst="rect">
            <a:avLst/>
          </a:prstGeom>
          <a:noFill/>
          <a:ln/>
        </p:spPr>
        <p:txBody>
          <a:bodyPr wrap="square" lIns="0" tIns="0" rIns="0" bIns="0" rtlCol="0" anchor="ctr"/>
          <a:lstStyle/>
          <a:p>
            <a:pPr marL="0" indent="0" algn="ctr">
              <a:buNone/>
            </a:pPr>
            <a:r>
              <a:rPr lang="en-US" altLang="en-US" sz="1600" b="1" dirty="0">
                <a:solidFill>
                  <a:srgbClr val="FFFFFF"/>
                </a:solidFill>
                <a:latin typeface="Segoe UI" pitchFamily="34" charset="0"/>
                <a:ea typeface="Segoe UI" pitchFamily="34" charset="-122"/>
                <a:cs typeface="Segoe UI" pitchFamily="34" charset="-120"/>
              </a:rPr>
              <a:t>Hawraa Hassan</a:t>
            </a:r>
            <a:endParaRPr lang="en-US" sz="1600" dirty="0"/>
          </a:p>
        </p:txBody>
      </p:sp>
      <p:sp>
        <p:nvSpPr>
          <p:cNvPr id="9" name="anim|6|rise|520"/>
          <p:cNvSpPr/>
          <p:nvPr/>
        </p:nvSpPr>
        <p:spPr>
          <a:xfrm>
            <a:off x="5242255" y="4343400"/>
            <a:ext cx="2011680" cy="566928"/>
          </a:xfrm>
          <a:prstGeom prst="roundRect">
            <a:avLst>
              <a:gd name="adj" fmla="val 50000"/>
            </a:avLst>
          </a:prstGeom>
          <a:solidFill>
            <a:srgbClr val="FFFFFF">
              <a:alpha val="12000"/>
            </a:srgbClr>
          </a:solidFill>
          <a:ln w="12700">
            <a:solidFill>
              <a:srgbClr val="E8D8BD"/>
            </a:solidFill>
            <a:prstDash val="solid"/>
          </a:ln>
        </p:spPr>
      </p:sp>
      <p:sp>
        <p:nvSpPr>
          <p:cNvPr id="10" name="anim|6|rise|521"/>
          <p:cNvSpPr txBox="1"/>
          <p:nvPr/>
        </p:nvSpPr>
        <p:spPr>
          <a:xfrm>
            <a:off x="5242255" y="4343400"/>
            <a:ext cx="2011680" cy="566928"/>
          </a:xfrm>
          <a:prstGeom prst="rect">
            <a:avLst/>
          </a:prstGeom>
          <a:noFill/>
          <a:ln/>
        </p:spPr>
        <p:txBody>
          <a:bodyPr wrap="square" lIns="0" tIns="0" rIns="0" bIns="0" rtlCol="0" anchor="ctr"/>
          <a:lstStyle/>
          <a:p>
            <a:pPr marL="0" indent="0" algn="ctr">
              <a:buNone/>
            </a:pPr>
            <a:r>
              <a:rPr lang="en-US" altLang="en-US" sz="1600" b="1" dirty="0">
                <a:solidFill>
                  <a:srgbClr val="FFFFFF"/>
                </a:solidFill>
                <a:latin typeface="Segoe UI" pitchFamily="34" charset="0"/>
                <a:ea typeface="Segoe UI" pitchFamily="34" charset="-122"/>
                <a:cs typeface="Segoe UI" pitchFamily="34" charset="-120"/>
              </a:rPr>
              <a:t>Fanar Hassan</a:t>
            </a:r>
            <a:endParaRPr lang="en-US" sz="1600" dirty="0"/>
          </a:p>
        </p:txBody>
      </p:sp>
      <p:sp>
        <p:nvSpPr>
          <p:cNvPr id="11" name="anim|7|fade|522"/>
          <p:cNvSpPr txBox="1"/>
          <p:nvPr/>
        </p:nvSpPr>
        <p:spPr>
          <a:xfrm>
            <a:off x="5120640" y="5303520"/>
            <a:ext cx="6492240" cy="457200"/>
          </a:xfrm>
          <a:prstGeom prst="rect">
            <a:avLst/>
          </a:prstGeom>
          <a:noFill/>
          <a:ln/>
        </p:spPr>
        <p:txBody>
          <a:bodyPr wrap="square" lIns="0" tIns="0" rIns="0" bIns="0" rtlCol="0" anchor="t"/>
          <a:lstStyle/>
          <a:p>
            <a:pPr marL="0" indent="0" algn="r" rtl="1">
              <a:buNone/>
            </a:pPr>
            <a:r>
              <a:rPr lang="ar-IQ" altLang="en-US" sz="1800" dirty="0">
                <a:solidFill>
                  <a:srgbClr val="E8D8BD"/>
                </a:solidFill>
                <a:latin typeface="Segoe UI" pitchFamily="34" charset="0"/>
                <a:ea typeface="Segoe UI" pitchFamily="34" charset="-122"/>
                <a:cs typeface="Segoe UI" pitchFamily="34" charset="-120"/>
              </a:rPr>
              <a:t>شكراً إلكم، وننتظر أسئلتكم</a:t>
            </a:r>
            <a:endParaRPr lang="ar-IQ" sz="1800" dirty="0"/>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1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800" fill="hold"/>
                                        <p:tgtEl>
                                          <p:spTgt spid="2"/>
                                        </p:tgtEl>
                                        <p:attrNameLst>
                                          <p:attrName>ppt_x</p:attrName>
                                        </p:attrNameLst>
                                      </p:cBhvr>
                                      <p:tavLst>
                                        <p:tav tm="0">
                                          <p:val>
                                            <p:strVal val="#ppt_x"/>
                                          </p:val>
                                        </p:tav>
                                        <p:tav tm="100000">
                                          <p:val>
                                            <p:strVal val="#ppt_x"/>
                                          </p:val>
                                        </p:tav>
                                      </p:tavLst>
                                    </p:anim>
                                    <p:anim calcmode="lin" valueType="num">
                                      <p:cBhvr additive="base">
                                        <p:cTn id="8" dur="800" fill="hold"/>
                                        <p:tgtEl>
                                          <p:spTgt spid="2"/>
                                        </p:tgtEl>
                                        <p:attrNameLst>
                                          <p:attrName>ppt_y</p:attrName>
                                        </p:attrNameLst>
                                      </p:cBhvr>
                                      <p:tavLst>
                                        <p:tav tm="0">
                                          <p:val>
                                            <p:strVal val="1+#ppt_h/2"/>
                                          </p:val>
                                        </p:tav>
                                        <p:tav tm="100000">
                                          <p:val>
                                            <p:strVal val="#ppt_y"/>
                                          </p:val>
                                        </p:tav>
                                      </p:tavLst>
                                    </p:anim>
                                  </p:childTnLst>
                                </p:cTn>
                              </p:par>
                              <p:par>
                                <p:cTn id="9" presetID="53" presetClass="entr" presetSubtype="16" fill="hold" grpId="0" nodeType="withEffect">
                                  <p:stCondLst>
                                    <p:cond delay="280"/>
                                  </p:stCondLst>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ppt_w</p:attrName>
                                        </p:attrNameLst>
                                      </p:cBhvr>
                                      <p:tavLst>
                                        <p:tav tm="0">
                                          <p:val>
                                            <p:fltVal val="0"/>
                                          </p:val>
                                        </p:tav>
                                        <p:tav tm="100000">
                                          <p:val>
                                            <p:strVal val="#ppt_w"/>
                                          </p:val>
                                        </p:tav>
                                      </p:tavLst>
                                    </p:anim>
                                    <p:anim calcmode="lin" valueType="num">
                                      <p:cBhvr>
                                        <p:cTn id="12" dur="500" fill="hold"/>
                                        <p:tgtEl>
                                          <p:spTgt spid="3"/>
                                        </p:tgtEl>
                                        <p:attrNameLst>
                                          <p:attrName>ppt_h</p:attrName>
                                        </p:attrNameLst>
                                      </p:cBhvr>
                                      <p:tavLst>
                                        <p:tav tm="0">
                                          <p:val>
                                            <p:fltVal val="0"/>
                                          </p:val>
                                        </p:tav>
                                        <p:tav tm="100000">
                                          <p:val>
                                            <p:strVal val="#ppt_h"/>
                                          </p:val>
                                        </p:tav>
                                      </p:tavLst>
                                    </p:anim>
                                    <p:animEffect transition="in" filter="fade">
                                      <p:cBhvr>
                                        <p:cTn id="13" dur="500"/>
                                        <p:tgtEl>
                                          <p:spTgt spid="3"/>
                                        </p:tgtEl>
                                      </p:cBhvr>
                                    </p:animEffect>
                                  </p:childTnLst>
                                </p:cTn>
                              </p:par>
                              <p:par>
                                <p:cTn id="14" presetID="10" presetClass="entr" presetSubtype="0" fill="hold" grpId="0" nodeType="withEffect">
                                  <p:stCondLst>
                                    <p:cond delay="56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600"/>
                                        <p:tgtEl>
                                          <p:spTgt spid="4"/>
                                        </p:tgtEl>
                                      </p:cBhvr>
                                    </p:animEffect>
                                  </p:childTnLst>
                                </p:cTn>
                              </p:par>
                              <p:par>
                                <p:cTn id="17" presetID="37" presetClass="entr" presetSubtype="0" fill="hold" nodeType="withEffect">
                                  <p:stCondLst>
                                    <p:cond delay="8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00"/>
                                        <p:tgtEl>
                                          <p:spTgt spid="5"/>
                                        </p:tgtEl>
                                      </p:cBhvr>
                                    </p:animEffect>
                                    <p:anim calcmode="lin" valueType="num">
                                      <p:cBhvr>
                                        <p:cTn id="20" dur="600" fill="hold"/>
                                        <p:tgtEl>
                                          <p:spTgt spid="5"/>
                                        </p:tgtEl>
                                        <p:attrNameLst>
                                          <p:attrName>ppt_x</p:attrName>
                                        </p:attrNameLst>
                                      </p:cBhvr>
                                      <p:tavLst>
                                        <p:tav tm="0">
                                          <p:val>
                                            <p:strVal val="#ppt_x"/>
                                          </p:val>
                                        </p:tav>
                                        <p:tav tm="100000">
                                          <p:val>
                                            <p:strVal val="#ppt_x"/>
                                          </p:val>
                                        </p:tav>
                                      </p:tavLst>
                                    </p:anim>
                                    <p:anim calcmode="lin" valueType="num">
                                      <p:cBhvr>
                                        <p:cTn id="21" dur="540" decel="100000" fill="hold"/>
                                        <p:tgtEl>
                                          <p:spTgt spid="5"/>
                                        </p:tgtEl>
                                        <p:attrNameLst>
                                          <p:attrName>ppt_y</p:attrName>
                                        </p:attrNameLst>
                                      </p:cBhvr>
                                      <p:tavLst>
                                        <p:tav tm="0">
                                          <p:val>
                                            <p:strVal val="#ppt_y+1"/>
                                          </p:val>
                                        </p:tav>
                                        <p:tav tm="100000">
                                          <p:val>
                                            <p:strVal val="#ppt_y-.03"/>
                                          </p:val>
                                        </p:tav>
                                      </p:tavLst>
                                    </p:anim>
                                    <p:anim calcmode="lin" valueType="num">
                                      <p:cBhvr>
                                        <p:cTn id="22" dur="60" accel="100000" fill="hold">
                                          <p:stCondLst>
                                            <p:cond delay="540"/>
                                          </p:stCondLst>
                                        </p:cTn>
                                        <p:tgtEl>
                                          <p:spTgt spid="5"/>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84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p:tgtEl>
                                          <p:spTgt spid="6"/>
                                        </p:tgtEl>
                                      </p:cBhvr>
                                    </p:animEffect>
                                    <p:anim calcmode="lin" valueType="num">
                                      <p:cBhvr>
                                        <p:cTn id="26" dur="600" fill="hold"/>
                                        <p:tgtEl>
                                          <p:spTgt spid="6"/>
                                        </p:tgtEl>
                                        <p:attrNameLst>
                                          <p:attrName>ppt_x</p:attrName>
                                        </p:attrNameLst>
                                      </p:cBhvr>
                                      <p:tavLst>
                                        <p:tav tm="0">
                                          <p:val>
                                            <p:strVal val="#ppt_x"/>
                                          </p:val>
                                        </p:tav>
                                        <p:tav tm="100000">
                                          <p:val>
                                            <p:strVal val="#ppt_x"/>
                                          </p:val>
                                        </p:tav>
                                      </p:tavLst>
                                    </p:anim>
                                    <p:anim calcmode="lin" valueType="num">
                                      <p:cBhvr>
                                        <p:cTn id="27" dur="540" decel="100000" fill="hold"/>
                                        <p:tgtEl>
                                          <p:spTgt spid="6"/>
                                        </p:tgtEl>
                                        <p:attrNameLst>
                                          <p:attrName>ppt_y</p:attrName>
                                        </p:attrNameLst>
                                      </p:cBhvr>
                                      <p:tavLst>
                                        <p:tav tm="0">
                                          <p:val>
                                            <p:strVal val="#ppt_y+1"/>
                                          </p:val>
                                        </p:tav>
                                        <p:tav tm="100000">
                                          <p:val>
                                            <p:strVal val="#ppt_y-.03"/>
                                          </p:val>
                                        </p:tav>
                                      </p:tavLst>
                                    </p:anim>
                                    <p:anim calcmode="lin" valueType="num">
                                      <p:cBhvr>
                                        <p:cTn id="28" dur="60" accel="100000" fill="hold">
                                          <p:stCondLst>
                                            <p:cond delay="540"/>
                                          </p:stCondLst>
                                        </p:cTn>
                                        <p:tgtEl>
                                          <p:spTgt spid="6"/>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112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600"/>
                                        <p:tgtEl>
                                          <p:spTgt spid="7"/>
                                        </p:tgtEl>
                                      </p:cBhvr>
                                    </p:animEffect>
                                    <p:anim calcmode="lin" valueType="num">
                                      <p:cBhvr>
                                        <p:cTn id="32" dur="600" fill="hold"/>
                                        <p:tgtEl>
                                          <p:spTgt spid="7"/>
                                        </p:tgtEl>
                                        <p:attrNameLst>
                                          <p:attrName>ppt_x</p:attrName>
                                        </p:attrNameLst>
                                      </p:cBhvr>
                                      <p:tavLst>
                                        <p:tav tm="0">
                                          <p:val>
                                            <p:strVal val="#ppt_x"/>
                                          </p:val>
                                        </p:tav>
                                        <p:tav tm="100000">
                                          <p:val>
                                            <p:strVal val="#ppt_x"/>
                                          </p:val>
                                        </p:tav>
                                      </p:tavLst>
                                    </p:anim>
                                    <p:anim calcmode="lin" valueType="num">
                                      <p:cBhvr>
                                        <p:cTn id="33" dur="540" decel="100000" fill="hold"/>
                                        <p:tgtEl>
                                          <p:spTgt spid="7"/>
                                        </p:tgtEl>
                                        <p:attrNameLst>
                                          <p:attrName>ppt_y</p:attrName>
                                        </p:attrNameLst>
                                      </p:cBhvr>
                                      <p:tavLst>
                                        <p:tav tm="0">
                                          <p:val>
                                            <p:strVal val="#ppt_y+1"/>
                                          </p:val>
                                        </p:tav>
                                        <p:tav tm="100000">
                                          <p:val>
                                            <p:strVal val="#ppt_y-.03"/>
                                          </p:val>
                                        </p:tav>
                                      </p:tavLst>
                                    </p:anim>
                                    <p:anim calcmode="lin" valueType="num">
                                      <p:cBhvr>
                                        <p:cTn id="34" dur="60" accel="100000" fill="hold">
                                          <p:stCondLst>
                                            <p:cond delay="540"/>
                                          </p:stCondLst>
                                        </p:cTn>
                                        <p:tgtEl>
                                          <p:spTgt spid="7"/>
                                        </p:tgtEl>
                                        <p:attrNameLst>
                                          <p:attrName>ppt_y</p:attrName>
                                        </p:attrNameLst>
                                      </p:cBhvr>
                                      <p:tavLst>
                                        <p:tav tm="0">
                                          <p:val>
                                            <p:strVal val="#ppt_y-.03"/>
                                          </p:val>
                                        </p:tav>
                                        <p:tav tm="100000">
                                          <p:val>
                                            <p:strVal val="#ppt_y"/>
                                          </p:val>
                                        </p:tav>
                                      </p:tavLst>
                                    </p:anim>
                                  </p:childTnLst>
                                </p:cTn>
                              </p:par>
                              <p:par>
                                <p:cTn id="35" presetID="37" presetClass="entr" presetSubtype="0" fill="hold" grpId="0" nodeType="withEffect">
                                  <p:stCondLst>
                                    <p:cond delay="112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600"/>
                                        <p:tgtEl>
                                          <p:spTgt spid="8"/>
                                        </p:tgtEl>
                                      </p:cBhvr>
                                    </p:animEffect>
                                    <p:anim calcmode="lin" valueType="num">
                                      <p:cBhvr>
                                        <p:cTn id="38" dur="600" fill="hold"/>
                                        <p:tgtEl>
                                          <p:spTgt spid="8"/>
                                        </p:tgtEl>
                                        <p:attrNameLst>
                                          <p:attrName>ppt_x</p:attrName>
                                        </p:attrNameLst>
                                      </p:cBhvr>
                                      <p:tavLst>
                                        <p:tav tm="0">
                                          <p:val>
                                            <p:strVal val="#ppt_x"/>
                                          </p:val>
                                        </p:tav>
                                        <p:tav tm="100000">
                                          <p:val>
                                            <p:strVal val="#ppt_x"/>
                                          </p:val>
                                        </p:tav>
                                      </p:tavLst>
                                    </p:anim>
                                    <p:anim calcmode="lin" valueType="num">
                                      <p:cBhvr>
                                        <p:cTn id="39" dur="540" decel="100000" fill="hold"/>
                                        <p:tgtEl>
                                          <p:spTgt spid="8"/>
                                        </p:tgtEl>
                                        <p:attrNameLst>
                                          <p:attrName>ppt_y</p:attrName>
                                        </p:attrNameLst>
                                      </p:cBhvr>
                                      <p:tavLst>
                                        <p:tav tm="0">
                                          <p:val>
                                            <p:strVal val="#ppt_y+1"/>
                                          </p:val>
                                        </p:tav>
                                        <p:tav tm="100000">
                                          <p:val>
                                            <p:strVal val="#ppt_y-.03"/>
                                          </p:val>
                                        </p:tav>
                                      </p:tavLst>
                                    </p:anim>
                                    <p:anim calcmode="lin" valueType="num">
                                      <p:cBhvr>
                                        <p:cTn id="40" dur="60" accel="100000" fill="hold">
                                          <p:stCondLst>
                                            <p:cond delay="540"/>
                                          </p:stCondLst>
                                        </p:cTn>
                                        <p:tgtEl>
                                          <p:spTgt spid="8"/>
                                        </p:tgtEl>
                                        <p:attrNameLst>
                                          <p:attrName>ppt_y</p:attrName>
                                        </p:attrNameLst>
                                      </p:cBhvr>
                                      <p:tavLst>
                                        <p:tav tm="0">
                                          <p:val>
                                            <p:strVal val="#ppt_y-.03"/>
                                          </p:val>
                                        </p:tav>
                                        <p:tav tm="100000">
                                          <p:val>
                                            <p:strVal val="#ppt_y"/>
                                          </p:val>
                                        </p:tav>
                                      </p:tavLst>
                                    </p:anim>
                                  </p:childTnLst>
                                </p:cTn>
                              </p:par>
                              <p:par>
                                <p:cTn id="41" presetID="37" presetClass="entr" presetSubtype="0" fill="hold" nodeType="withEffect">
                                  <p:stCondLst>
                                    <p:cond delay="140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600"/>
                                        <p:tgtEl>
                                          <p:spTgt spid="9"/>
                                        </p:tgtEl>
                                      </p:cBhvr>
                                    </p:animEffect>
                                    <p:anim calcmode="lin" valueType="num">
                                      <p:cBhvr>
                                        <p:cTn id="44" dur="600" fill="hold"/>
                                        <p:tgtEl>
                                          <p:spTgt spid="9"/>
                                        </p:tgtEl>
                                        <p:attrNameLst>
                                          <p:attrName>ppt_x</p:attrName>
                                        </p:attrNameLst>
                                      </p:cBhvr>
                                      <p:tavLst>
                                        <p:tav tm="0">
                                          <p:val>
                                            <p:strVal val="#ppt_x"/>
                                          </p:val>
                                        </p:tav>
                                        <p:tav tm="100000">
                                          <p:val>
                                            <p:strVal val="#ppt_x"/>
                                          </p:val>
                                        </p:tav>
                                      </p:tavLst>
                                    </p:anim>
                                    <p:anim calcmode="lin" valueType="num">
                                      <p:cBhvr>
                                        <p:cTn id="45" dur="540" decel="100000" fill="hold"/>
                                        <p:tgtEl>
                                          <p:spTgt spid="9"/>
                                        </p:tgtEl>
                                        <p:attrNameLst>
                                          <p:attrName>ppt_y</p:attrName>
                                        </p:attrNameLst>
                                      </p:cBhvr>
                                      <p:tavLst>
                                        <p:tav tm="0">
                                          <p:val>
                                            <p:strVal val="#ppt_y+1"/>
                                          </p:val>
                                        </p:tav>
                                        <p:tav tm="100000">
                                          <p:val>
                                            <p:strVal val="#ppt_y-.03"/>
                                          </p:val>
                                        </p:tav>
                                      </p:tavLst>
                                    </p:anim>
                                    <p:anim calcmode="lin" valueType="num">
                                      <p:cBhvr>
                                        <p:cTn id="46" dur="60" accel="100000" fill="hold">
                                          <p:stCondLst>
                                            <p:cond delay="540"/>
                                          </p:stCondLst>
                                        </p:cTn>
                                        <p:tgtEl>
                                          <p:spTgt spid="9"/>
                                        </p:tgtEl>
                                        <p:attrNameLst>
                                          <p:attrName>ppt_y</p:attrName>
                                        </p:attrNameLst>
                                      </p:cBhvr>
                                      <p:tavLst>
                                        <p:tav tm="0">
                                          <p:val>
                                            <p:strVal val="#ppt_y-.03"/>
                                          </p:val>
                                        </p:tav>
                                        <p:tav tm="100000">
                                          <p:val>
                                            <p:strVal val="#ppt_y"/>
                                          </p:val>
                                        </p:tav>
                                      </p:tavLst>
                                    </p:anim>
                                  </p:childTnLst>
                                </p:cTn>
                              </p:par>
                              <p:par>
                                <p:cTn id="47" presetID="37" presetClass="entr" presetSubtype="0" fill="hold" grpId="0" nodeType="withEffect">
                                  <p:stCondLst>
                                    <p:cond delay="140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600"/>
                                        <p:tgtEl>
                                          <p:spTgt spid="10"/>
                                        </p:tgtEl>
                                      </p:cBhvr>
                                    </p:animEffect>
                                    <p:anim calcmode="lin" valueType="num">
                                      <p:cBhvr>
                                        <p:cTn id="50" dur="600" fill="hold"/>
                                        <p:tgtEl>
                                          <p:spTgt spid="10"/>
                                        </p:tgtEl>
                                        <p:attrNameLst>
                                          <p:attrName>ppt_x</p:attrName>
                                        </p:attrNameLst>
                                      </p:cBhvr>
                                      <p:tavLst>
                                        <p:tav tm="0">
                                          <p:val>
                                            <p:strVal val="#ppt_x"/>
                                          </p:val>
                                        </p:tav>
                                        <p:tav tm="100000">
                                          <p:val>
                                            <p:strVal val="#ppt_x"/>
                                          </p:val>
                                        </p:tav>
                                      </p:tavLst>
                                    </p:anim>
                                    <p:anim calcmode="lin" valueType="num">
                                      <p:cBhvr>
                                        <p:cTn id="51" dur="540" decel="100000" fill="hold"/>
                                        <p:tgtEl>
                                          <p:spTgt spid="10"/>
                                        </p:tgtEl>
                                        <p:attrNameLst>
                                          <p:attrName>ppt_y</p:attrName>
                                        </p:attrNameLst>
                                      </p:cBhvr>
                                      <p:tavLst>
                                        <p:tav tm="0">
                                          <p:val>
                                            <p:strVal val="#ppt_y+1"/>
                                          </p:val>
                                        </p:tav>
                                        <p:tav tm="100000">
                                          <p:val>
                                            <p:strVal val="#ppt_y-.03"/>
                                          </p:val>
                                        </p:tav>
                                      </p:tavLst>
                                    </p:anim>
                                    <p:anim calcmode="lin" valueType="num">
                                      <p:cBhvr>
                                        <p:cTn id="52" dur="60" accel="100000" fill="hold">
                                          <p:stCondLst>
                                            <p:cond delay="540"/>
                                          </p:stCondLst>
                                        </p:cTn>
                                        <p:tgtEl>
                                          <p:spTgt spid="10"/>
                                        </p:tgtEl>
                                        <p:attrNameLst>
                                          <p:attrName>ppt_y</p:attrName>
                                        </p:attrNameLst>
                                      </p:cBhvr>
                                      <p:tavLst>
                                        <p:tav tm="0">
                                          <p:val>
                                            <p:strVal val="#ppt_y-.03"/>
                                          </p:val>
                                        </p:tav>
                                        <p:tav tm="100000">
                                          <p:val>
                                            <p:strVal val="#ppt_y"/>
                                          </p:val>
                                        </p:tav>
                                      </p:tavLst>
                                    </p:anim>
                                  </p:childTnLst>
                                </p:cTn>
                              </p:par>
                              <p:par>
                                <p:cTn id="53" presetID="10" presetClass="entr" presetSubtype="0" fill="hold" grpId="0" nodeType="withEffect">
                                  <p:stCondLst>
                                    <p:cond delay="168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P spid="10" grpId="0" animBg="1"/>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1418</Words>
  <Application>Microsoft Office PowerPoint</Application>
  <PresentationFormat>شاشة عريضة</PresentationFormat>
  <Paragraphs>322</Paragraphs>
  <Slides>20</Slides>
  <Notes>20</Notes>
  <HiddenSlides>0</HiddenSlides>
  <MMClips>0</MMClips>
  <ScaleCrop>false</ScaleCrop>
  <HeadingPairs>
    <vt:vector size="6" baseType="variant">
      <vt:variant>
        <vt:lpstr>الخطوط المستخدمة</vt:lpstr>
      </vt:variant>
      <vt:variant>
        <vt:i4>2</vt:i4>
      </vt:variant>
      <vt:variant>
        <vt:lpstr>نسق</vt:lpstr>
      </vt:variant>
      <vt:variant>
        <vt:i4>1</vt:i4>
      </vt:variant>
      <vt:variant>
        <vt:lpstr>عناوين الشرائح</vt:lpstr>
      </vt:variant>
      <vt:variant>
        <vt:i4>20</vt:i4>
      </vt:variant>
    </vt:vector>
  </HeadingPairs>
  <TitlesOfParts>
    <vt:vector size="23" baseType="lpstr">
      <vt:lpstr>Arial</vt:lpstr>
      <vt:lpstr>Segoe UI</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SAWA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SAWA عرض المشروع</dc:title>
  <dc:subject>PptxGenJS Presentation</dc:subject>
  <dc:creator>بنين وليد · حوراء حسن · فنار حسن</dc:creator>
  <cp:lastModifiedBy>baneenwaleed02@gmail.com</cp:lastModifiedBy>
  <cp:revision>2</cp:revision>
  <dcterms:created xsi:type="dcterms:W3CDTF">2026-09-25T20:53:11Z</dcterms:created>
  <dcterms:modified xsi:type="dcterms:W3CDTF">2026-09-25T20:53:28Z</dcterms:modified>
</cp:coreProperties>
</file>